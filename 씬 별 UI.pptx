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315" r:id="rId2"/>
    <p:sldId id="303" r:id="rId3"/>
    <p:sldId id="388" r:id="rId4"/>
    <p:sldId id="292" r:id="rId5"/>
    <p:sldId id="391" r:id="rId6"/>
    <p:sldId id="311" r:id="rId7"/>
    <p:sldId id="392" r:id="rId8"/>
    <p:sldId id="312" r:id="rId9"/>
    <p:sldId id="366" r:id="rId10"/>
    <p:sldId id="393" r:id="rId11"/>
    <p:sldId id="396" r:id="rId12"/>
    <p:sldId id="367" r:id="rId13"/>
    <p:sldId id="384" r:id="rId14"/>
    <p:sldId id="397" r:id="rId15"/>
    <p:sldId id="371" r:id="rId16"/>
    <p:sldId id="395" r:id="rId17"/>
    <p:sldId id="368" r:id="rId18"/>
    <p:sldId id="394" r:id="rId19"/>
    <p:sldId id="398" r:id="rId20"/>
    <p:sldId id="401" r:id="rId21"/>
    <p:sldId id="379" r:id="rId22"/>
    <p:sldId id="365" r:id="rId23"/>
    <p:sldId id="380" r:id="rId24"/>
    <p:sldId id="381" r:id="rId25"/>
    <p:sldId id="382" r:id="rId26"/>
    <p:sldId id="383" r:id="rId27"/>
    <p:sldId id="372" r:id="rId28"/>
    <p:sldId id="400" r:id="rId29"/>
    <p:sldId id="399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816"/>
    <a:srgbClr val="F8E8C8"/>
    <a:srgbClr val="FF0000"/>
    <a:srgbClr val="993300"/>
    <a:srgbClr val="BC0000"/>
    <a:srgbClr val="660000"/>
    <a:srgbClr val="A80000"/>
    <a:srgbClr val="C564C6"/>
    <a:srgbClr val="401A4C"/>
    <a:srgbClr val="130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3994304" y="1576187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dirty="0"/>
              <a:t>좀비 소울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511805-A962-235A-77A5-A408509C9C5A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DD3838-FD48-3552-1C41-C2E156D3C3AA}"/>
              </a:ext>
            </a:extLst>
          </p:cNvPr>
          <p:cNvSpPr txBox="1"/>
          <p:nvPr/>
        </p:nvSpPr>
        <p:spPr>
          <a:xfrm>
            <a:off x="4788495" y="3481320"/>
            <a:ext cx="2615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/>
              <a:t>GAME START</a:t>
            </a:r>
            <a:endParaRPr lang="ko-KR" altLang="en-US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A9D21-DF06-5108-9C57-BC6286E4FE9D}"/>
              </a:ext>
            </a:extLst>
          </p:cNvPr>
          <p:cNvSpPr txBox="1"/>
          <p:nvPr/>
        </p:nvSpPr>
        <p:spPr>
          <a:xfrm>
            <a:off x="5326335" y="4066095"/>
            <a:ext cx="1539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TAP TO PLAY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58FF88-A879-664F-E473-62B134CF975F}"/>
              </a:ext>
            </a:extLst>
          </p:cNvPr>
          <p:cNvSpPr txBox="1"/>
          <p:nvPr/>
        </p:nvSpPr>
        <p:spPr>
          <a:xfrm>
            <a:off x="4365365" y="5995810"/>
            <a:ext cx="34612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Ⓒ </a:t>
            </a:r>
            <a:r>
              <a:rPr lang="en-US" altLang="ko-KR" sz="1200" dirty="0"/>
              <a:t>2026 SOZOM TEAM. ALL RIGHTS RESERVED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7C0C9-FC57-728B-599E-7F5330C7D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657062-E9F3-E3B9-29FF-06CBE84BD2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9E055F-7571-BB3E-5A08-2E4FF8ED7C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1" y="513001"/>
            <a:ext cx="10368000" cy="5831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94260-61E8-B2E0-0679-3D839FF84322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9846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E0CDCF-5F11-7C0E-7EAD-59470D9F2415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E1E6-7032-E978-9754-90B92239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AD26F1-BCA5-DBB4-9545-02063169BAEE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A7B238-1362-5932-4B64-67C396116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06" y="502666"/>
            <a:ext cx="10382388" cy="585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676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72833" y="586988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메인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500187" y="5863907"/>
              <a:ext cx="13388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업그레이드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879158" y="5863907"/>
              <a:ext cx="7280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도감</a:t>
              </a:r>
              <a:r>
                <a:rPr lang="ko-KR" altLang="ko-KR" dirty="0"/>
                <a:t>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99233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장비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625634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상점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C8EAD3-1226-C05C-9AA5-B567671E70EA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22D24-E1EA-765A-2FE6-155DC2C40872}"/>
              </a:ext>
            </a:extLst>
          </p:cNvPr>
          <p:cNvSpPr/>
          <p:nvPr/>
        </p:nvSpPr>
        <p:spPr>
          <a:xfrm>
            <a:off x="1015474" y="668841"/>
            <a:ext cx="468000" cy="46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EF00F-42B6-D618-B47C-9D57A5C8AAAF}"/>
              </a:ext>
            </a:extLst>
          </p:cNvPr>
          <p:cNvSpPr txBox="1"/>
          <p:nvPr/>
        </p:nvSpPr>
        <p:spPr>
          <a:xfrm>
            <a:off x="1479623" y="668841"/>
            <a:ext cx="10807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플레이어 이름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37CB327-8A78-F680-98A2-E98DF03253E6}"/>
              </a:ext>
            </a:extLst>
          </p:cNvPr>
          <p:cNvGrpSpPr/>
          <p:nvPr/>
        </p:nvGrpSpPr>
        <p:grpSpPr>
          <a:xfrm>
            <a:off x="1534549" y="930451"/>
            <a:ext cx="216000" cy="220490"/>
            <a:chOff x="9395687" y="677422"/>
            <a:chExt cx="527673" cy="363888"/>
          </a:xfrm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93DA491-A964-4818-9006-E63089BD5CFD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AC13BEDB-02D2-FD4A-49DD-BAEF3E386067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7EFAE8BA-3F71-CB6F-AC4C-8DA616E01826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C6949D95-EF2C-27F7-AC62-AA3C7A0EA630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1CDA7E2-BBA7-8F72-74FA-3CA5EE3B960C}"/>
              </a:ext>
            </a:extLst>
          </p:cNvPr>
          <p:cNvSpPr txBox="1"/>
          <p:nvPr/>
        </p:nvSpPr>
        <p:spPr>
          <a:xfrm>
            <a:off x="1710985" y="902841"/>
            <a:ext cx="5998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/>
              <a:t>13,460</a:t>
            </a:r>
            <a:endParaRPr lang="ko-KR" altLang="en-US" sz="12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4EE1D2B-F95A-FDE9-3694-6EEC363B7E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781" t="5563" r="2353" b="7002"/>
          <a:stretch>
            <a:fillRect/>
          </a:stretch>
        </p:blipFill>
        <p:spPr>
          <a:xfrm>
            <a:off x="10760762" y="573028"/>
            <a:ext cx="454926" cy="453236"/>
          </a:xfrm>
          <a:prstGeom prst="rect">
            <a:avLst/>
          </a:prstGeom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BECF8FDD-F1F6-01C6-3AC4-31D4AA0AFE6F}"/>
              </a:ext>
            </a:extLst>
          </p:cNvPr>
          <p:cNvGrpSpPr/>
          <p:nvPr/>
        </p:nvGrpSpPr>
        <p:grpSpPr>
          <a:xfrm>
            <a:off x="10762088" y="1159535"/>
            <a:ext cx="453600" cy="453600"/>
            <a:chOff x="10762088" y="1076284"/>
            <a:chExt cx="453600" cy="453600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183B18A-EA3F-7B29-CD23-70E58C6A646E}"/>
                </a:ext>
              </a:extLst>
            </p:cNvPr>
            <p:cNvSpPr/>
            <p:nvPr/>
          </p:nvSpPr>
          <p:spPr>
            <a:xfrm>
              <a:off x="10762088" y="107628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74488FE9-EAC1-6911-DCF7-6F4E59E15E90}"/>
                </a:ext>
              </a:extLst>
            </p:cNvPr>
            <p:cNvGrpSpPr/>
            <p:nvPr/>
          </p:nvGrpSpPr>
          <p:grpSpPr>
            <a:xfrm>
              <a:off x="10815187" y="1188489"/>
              <a:ext cx="346075" cy="223118"/>
              <a:chOff x="9430174" y="1388809"/>
              <a:chExt cx="291676" cy="223118"/>
            </a:xfrm>
            <a:solidFill>
              <a:srgbClr val="F8E8C8"/>
            </a:solidFill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91763930-820B-496F-54F0-9E8DEDE0A602}"/>
                  </a:ext>
                </a:extLst>
              </p:cNvPr>
              <p:cNvSpPr/>
              <p:nvPr/>
            </p:nvSpPr>
            <p:spPr>
              <a:xfrm>
                <a:off x="9430175" y="1388809"/>
                <a:ext cx="291675" cy="223118"/>
              </a:xfrm>
              <a:prstGeom prst="rect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B2BAA914-F2B1-FB91-C21C-BFED66DD1F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1226DE56-D9E9-1E14-F34F-E024B036DC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이등변 삼각형 54">
                <a:extLst>
                  <a:ext uri="{FF2B5EF4-FFF2-40B4-BE49-F238E27FC236}">
                    <a16:creationId xmlns:a16="http://schemas.microsoft.com/office/drawing/2014/main" id="{3543BF1C-7DAF-B6C7-DF88-1103EC99A37F}"/>
                  </a:ext>
                </a:extLst>
              </p:cNvPr>
              <p:cNvSpPr/>
              <p:nvPr/>
            </p:nvSpPr>
            <p:spPr>
              <a:xfrm rot="10800000">
                <a:off x="9430174" y="1388809"/>
                <a:ext cx="291675" cy="153305"/>
              </a:xfrm>
              <a:prstGeom prst="triangle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BC70E3F1-CAE8-2E18-8ED0-A35D2D526D56}"/>
              </a:ext>
            </a:extLst>
          </p:cNvPr>
          <p:cNvGrpSpPr/>
          <p:nvPr/>
        </p:nvGrpSpPr>
        <p:grpSpPr>
          <a:xfrm>
            <a:off x="10760762" y="1766744"/>
            <a:ext cx="453600" cy="453600"/>
            <a:chOff x="10760762" y="1583864"/>
            <a:chExt cx="453600" cy="45360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782705F8-53F3-FB41-708F-95EC8D3F8DCB}"/>
                </a:ext>
              </a:extLst>
            </p:cNvPr>
            <p:cNvSpPr/>
            <p:nvPr/>
          </p:nvSpPr>
          <p:spPr>
            <a:xfrm>
              <a:off x="10760762" y="158386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rgbClr val="9933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637EB1-4D08-5524-E0DD-1B2D99AE0507}"/>
                </a:ext>
              </a:extLst>
            </p:cNvPr>
            <p:cNvGrpSpPr/>
            <p:nvPr/>
          </p:nvGrpSpPr>
          <p:grpSpPr>
            <a:xfrm>
              <a:off x="10955162" y="1665445"/>
              <a:ext cx="64800" cy="290438"/>
              <a:chOff x="7885256" y="930451"/>
              <a:chExt cx="64800" cy="290438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4BB6DDF4-5779-E1B4-3680-EBC3F2560395}"/>
                  </a:ext>
                </a:extLst>
              </p:cNvPr>
              <p:cNvSpPr/>
              <p:nvPr/>
            </p:nvSpPr>
            <p:spPr>
              <a:xfrm>
                <a:off x="7891463" y="930451"/>
                <a:ext cx="52387" cy="187200"/>
              </a:xfrm>
              <a:prstGeom prst="rect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C88A064F-56CE-0639-AC9C-961E6CDC880F}"/>
                  </a:ext>
                </a:extLst>
              </p:cNvPr>
              <p:cNvSpPr/>
              <p:nvPr/>
            </p:nvSpPr>
            <p:spPr>
              <a:xfrm>
                <a:off x="7885256" y="1156089"/>
                <a:ext cx="64800" cy="64800"/>
              </a:xfrm>
              <a:prstGeom prst="ellipse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3D3CF240-EC16-737D-2E77-2461615DF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999" y="2073963"/>
            <a:ext cx="1800000" cy="1800000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E3EB57AF-4525-FDA7-93EB-DCBB56D056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34"/>
          <a:stretch>
            <a:fillRect/>
          </a:stretch>
        </p:blipFill>
        <p:spPr>
          <a:xfrm>
            <a:off x="976312" y="690044"/>
            <a:ext cx="609600" cy="44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2DAF-6467-FD3C-CFBC-220559D8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85FF772-ED3B-4743-56EC-208CA3D5D47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F8FD5-4D37-D1CF-E53A-F6B5445BE5A4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6B2DB-1E5D-2381-5305-BBB21DED8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" y="513000"/>
            <a:ext cx="10368000" cy="583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555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C490E-6191-EFA0-2F77-DB511998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BAD3F53B-5248-726E-B499-608DE2CEC71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5D69D1-26BF-46C5-0B63-D13F784C5F7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A0E7B4B8-9841-7B73-1E62-D3A7396BF639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E1E1231-6CE6-B6B0-B271-31E32A35ECAD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8A790926-42F3-5BF9-A0A5-B182181A19A0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F03C46B5-DD3D-EE2E-8946-8DE5A081CB59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20B5D5A2-8066-3DE3-B9BD-1D1FF052332D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99552F77-670A-83EC-498D-050EA3771103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B2D43BC-493F-4AD8-2679-B0847CDCF883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E661387-F6C9-2638-B9EB-51A87E1FADCB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C234DC0-3AA3-3A9A-4925-02B72705C7B0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0DC293B-3940-1C6F-5204-AC4C706314F3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2FE1CEF-E841-7002-EAC3-21D57ACCEF0B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3EADDEB0-675F-9BF9-30CD-6893346836E4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BDBC955B-2B58-9F8F-17AF-AA939297C31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87A9C72-9FDA-5E4A-6DF6-C651F439839A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44AD303-1526-84B6-5688-FD7691E80665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973EAA-85B5-CD71-5271-067254050C0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22B8D2B-1628-D0B3-9426-1FA0B4167EF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30F782B9-B0A7-1A64-7038-3EFB288F3C6E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011F512-365B-4ED3-2091-DA5D0003EC11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A1F5060-DDA8-E0B0-4956-5B7D5C2F973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C91E0A5-5D81-3B16-DE2A-23CE874B54F9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5C1DF7F9-0AE9-5A25-D565-FE68C5097691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2F2AF4F-E8B6-9AE2-6BD2-65F3DEE96EE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D30A25D-A88A-C400-97BC-E89D0660E2F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23F57CA4-EDC8-1622-CEF4-65B9F79303EB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AF42C6E6-D8B0-921D-A98E-6EB7EE342056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56F91-DC20-47A3-96DD-A87EB2C23E8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EEE6842-CABA-1804-775E-DCB3840E5D8D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CAFCF588-1DDC-ABB1-E6BA-1B3AF8BA6B28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F37082E8-9BFB-1EBB-1C66-37048B8D69E0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8F5C9B19-3B8D-6B3C-B574-8748BE42EB70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288E0267-F554-9FE7-0DA0-8AB1D9F7B442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B1D5F970-78A0-4B4D-6D68-D3E6CB8CEA5F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8E5620E1-174F-5E22-5849-596CA3AFCF2C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A0C6D845-1998-FD00-5A4C-E7D56D473D7C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326A78B3-3455-EBC2-0F2E-F080E3A1B3A5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47492FEE-BFD8-2682-FCDD-80798F0A20FC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00CD3150-C542-93E2-1529-7C0C5A9024DA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C52932A0-0CAF-FE64-75F4-24CC61437682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73CF2EF4-8781-E67B-4630-4A8D12245B35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111840EC-162B-BBC5-08CB-ACCF90FFFBF0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4FC11E7-31E8-AB3E-D3D6-1161221BA6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8DD2A218-3DE5-A375-136D-0D68CA77F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D4B692A5-1B1E-2409-613A-AC2BD65E3C24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FE5BE273-F6DC-FDA6-9DF4-C0F08571A8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116183AA-0E81-BA1B-B210-5CDB2252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E5B208DA-177E-8AB1-14CA-FB0FE1FD5052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70FFBB6E-D909-ADDA-576D-4F7BDA5BF1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0C0AEB5A-1509-1BB4-2CF5-C250156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AA7F2D63-5E58-558E-C639-82353D0552B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9D89DAB2-66D5-97AD-71D9-97403F8074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87782F9C-670A-CC79-E5B2-6C39882D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B7529E9A-298C-A3AF-6809-AEF4CBF0C054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BA497-F7EC-89BC-DB64-289EEC7D88D6}"/>
              </a:ext>
            </a:extLst>
          </p:cNvPr>
          <p:cNvSpPr txBox="1"/>
          <p:nvPr/>
        </p:nvSpPr>
        <p:spPr>
          <a:xfrm>
            <a:off x="912000" y="67859"/>
            <a:ext cx="353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스킬 및 증강 선택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7DEC902-7A06-978D-EEDB-E7B45DD07463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5299C3-751E-67A6-3556-1E96B1E97ED7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</p:spTree>
    <p:extLst>
      <p:ext uri="{BB962C8B-B14F-4D97-AF65-F5344CB8AC3E}">
        <p14:creationId xmlns:p14="http://schemas.microsoft.com/office/powerpoint/2010/main" val="2614939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76274-34F4-BAC1-9A27-E7441F7E0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C708FB0D-08EF-A257-650B-45576FA6A92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38215B0-379E-1CD7-6879-6C1F5905CEC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F106FA3D-BD39-484A-6385-031097E681EA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D509268-1028-AB0A-DB8C-37FB66F0939F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B0B3ACCA-2557-5F01-C063-F47894131E6D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8E2F1505-B332-F5B3-8805-FCF0A763033C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EF2D68A6-08AF-08F5-A850-015D4F2CD1FC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7C94EED8-CD4A-6265-93E6-81AE2C54965B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5CDC6DC2-1EA0-5F8B-964B-2322443151A6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7B76E73A-C634-2F34-F91A-13F5814B8D88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685527C-3048-4A75-B273-EF2C5D1FE4BD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CFD873A-832B-34FD-726A-188C13652D9D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0FA8A3C-BAD9-F1EE-7AB7-B0E192D4B81D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822CB6C-41DA-5CA8-B1D1-221BC4B91CE5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26A95D3-6C6C-40CD-349D-2DBDF16CA7C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2726A6EA-DDD2-5334-AC5E-F21914669C22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818805A-5992-F3BE-B1C7-FF0C4F6062A8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E7BBA1-6DAC-677F-FDEF-906759BCCDED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C7AA515-57F0-F683-C650-5775371F8756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40380890-B7D6-E15B-32EF-3450C20F43CF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F17FFF2-C8E8-6753-BF81-F37C8652AF6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18CA1D-8DEB-DAAF-FCC3-AA12A584032F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435C66C-A122-9661-7700-200CB517C1E3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9FE5A4CD-ED72-2AF0-8E53-2EB6B9A0E3AE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D1103F-81E9-84B3-4879-16FFB6EB26C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EBAE18F-3E7D-8ACE-E555-06B50568DFA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49A99DD8-DE28-5BE0-7728-294EAD603665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FE15046A-1C83-1B33-43B5-F31F284F14E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4079911-AD00-5767-EB50-1E7CA36C377D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DE7A95D-DCCD-5826-680B-2DB7D30D1561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0CA4682C-354E-B670-5A9E-1796A79EEC04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CCADA948-C259-9E78-22C6-008B97211E62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9CDF5DE4-60BB-E7C2-B160-83BF04734099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DE9CC77E-4909-592C-D9DD-5052778C6789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FB651AA4-26DC-9773-58A9-5828D0C7FAA6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B7B4B5DD-5F52-8B69-D3C2-2AA621FA0565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33CE4028-5CD7-8981-5D3C-4CE9E307699F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BE0CE728-B501-BF9D-48C0-386AF965F5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7E506EA7-7567-8464-345A-7E07F126A416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B7822CD8-791C-6A48-3CFF-64ADA55D5359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76BFEF06-4F5B-B76E-1695-581FA56E2FAC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1D36B61F-7921-D897-C385-FB5BFDBD86B9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3887C03C-A354-1564-71D3-84D7D4F04354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2468C33-64F7-8F16-4B66-02EA377B0F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797292D6-97A5-27EA-5331-737AB5BC41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FA565131-B40C-2A25-1EE8-83F8E1F80D03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65C040F4-8513-BED7-8793-F85AF2C5F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BADB78A7-21ED-D388-486D-8FB8668FA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C6BAE623-FF78-1F30-2A3E-232D407E1867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C0276E01-53D9-84A7-E795-5292C65C2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24A7113C-DE21-590E-8827-B499B896D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82CE0CCE-483E-7C2E-C788-246C18F6840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BCFD212C-83A8-B2BB-D0F5-C8C3CD3E24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B03FB99C-D2E6-22EF-2A74-3AA5FD986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C70ADD5A-4668-4790-0608-E02827D63CD1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507904-6634-6F31-0E68-9C06A6D13382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ABEC9-5815-F8BA-7285-1ECC7896A479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A7D6303-A23A-841C-360F-CC9E799C7780}"/>
              </a:ext>
            </a:extLst>
          </p:cNvPr>
          <p:cNvCxnSpPr>
            <a:cxnSpLocks/>
            <a:stCxn id="70" idx="3"/>
            <a:endCxn id="43" idx="1"/>
          </p:cNvCxnSpPr>
          <p:nvPr/>
        </p:nvCxnSpPr>
        <p:spPr>
          <a:xfrm flipV="1">
            <a:off x="4252823" y="3272480"/>
            <a:ext cx="7474357" cy="4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4BA094B-849E-0445-4714-D6BA13AF80DC}"/>
              </a:ext>
            </a:extLst>
          </p:cNvPr>
          <p:cNvCxnSpPr>
            <a:cxnSpLocks/>
            <a:stCxn id="193" idx="3"/>
            <a:endCxn id="42" idx="1"/>
          </p:cNvCxnSpPr>
          <p:nvPr/>
        </p:nvCxnSpPr>
        <p:spPr>
          <a:xfrm flipV="1">
            <a:off x="3241800" y="1493549"/>
            <a:ext cx="8485380" cy="7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9F063E6D-939E-49CD-551A-55C8C0BD6572}"/>
              </a:ext>
            </a:extLst>
          </p:cNvPr>
          <p:cNvCxnSpPr>
            <a:cxnSpLocks/>
            <a:stCxn id="64" idx="0"/>
            <a:endCxn id="41" idx="1"/>
          </p:cNvCxnSpPr>
          <p:nvPr/>
        </p:nvCxnSpPr>
        <p:spPr>
          <a:xfrm rot="5400000" flipH="1" flipV="1">
            <a:off x="7857533" y="-2670176"/>
            <a:ext cx="259480" cy="74798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9EA771FD-73E5-53E5-9C7E-173CA8026DEE}"/>
              </a:ext>
            </a:extLst>
          </p:cNvPr>
          <p:cNvCxnSpPr>
            <a:cxnSpLocks/>
            <a:stCxn id="3" idx="0"/>
            <a:endCxn id="37" idx="1"/>
          </p:cNvCxnSpPr>
          <p:nvPr/>
        </p:nvCxnSpPr>
        <p:spPr>
          <a:xfrm rot="5400000" flipH="1" flipV="1">
            <a:off x="8827797" y="-2716504"/>
            <a:ext cx="115020" cy="568374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1A87D55-057C-EC7F-8C16-50EFDB55043A}"/>
              </a:ext>
            </a:extLst>
          </p:cNvPr>
          <p:cNvSpPr txBox="1"/>
          <p:nvPr/>
        </p:nvSpPr>
        <p:spPr>
          <a:xfrm>
            <a:off x="11727180" y="-11680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제목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5F56A5-B272-2590-055D-1A34DED5D14D}"/>
              </a:ext>
            </a:extLst>
          </p:cNvPr>
          <p:cNvSpPr txBox="1"/>
          <p:nvPr/>
        </p:nvSpPr>
        <p:spPr>
          <a:xfrm>
            <a:off x="11727180" y="75532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자세히 보기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AFD278-BB95-728E-486F-674047BBD3A0}"/>
              </a:ext>
            </a:extLst>
          </p:cNvPr>
          <p:cNvSpPr txBox="1"/>
          <p:nvPr/>
        </p:nvSpPr>
        <p:spPr>
          <a:xfrm>
            <a:off x="11727180" y="13088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아이콘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71BA20-7572-E164-5B78-116415D739B8}"/>
              </a:ext>
            </a:extLst>
          </p:cNvPr>
          <p:cNvSpPr txBox="1"/>
          <p:nvPr/>
        </p:nvSpPr>
        <p:spPr>
          <a:xfrm>
            <a:off x="11727180" y="30878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FD82E1-D2D0-2531-FF47-F66B58E41672}"/>
              </a:ext>
            </a:extLst>
          </p:cNvPr>
          <p:cNvSpPr txBox="1"/>
          <p:nvPr/>
        </p:nvSpPr>
        <p:spPr>
          <a:xfrm>
            <a:off x="11688202" y="52435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3F7856-21F0-51B3-4667-AD84EA0C2480}"/>
              </a:ext>
            </a:extLst>
          </p:cNvPr>
          <p:cNvSpPr txBox="1"/>
          <p:nvPr/>
        </p:nvSpPr>
        <p:spPr>
          <a:xfrm>
            <a:off x="11727180" y="5797077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r>
              <a:rPr lang="ko-KR" altLang="en-US" dirty="0"/>
              <a:t> 횟수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C3E124A-3238-F608-F6DD-C314F1A31611}"/>
              </a:ext>
            </a:extLst>
          </p:cNvPr>
          <p:cNvCxnSpPr>
            <a:cxnSpLocks/>
            <a:stCxn id="24" idx="6"/>
            <a:endCxn id="44" idx="1"/>
          </p:cNvCxnSpPr>
          <p:nvPr/>
        </p:nvCxnSpPr>
        <p:spPr>
          <a:xfrm flipV="1">
            <a:off x="3188608" y="5428185"/>
            <a:ext cx="8499594" cy="31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52E5DF9-788A-20F9-E016-D2D69B5726DB}"/>
              </a:ext>
            </a:extLst>
          </p:cNvPr>
          <p:cNvCxnSpPr>
            <a:cxnSpLocks/>
            <a:stCxn id="361" idx="3"/>
            <a:endCxn id="45" idx="1"/>
          </p:cNvCxnSpPr>
          <p:nvPr/>
        </p:nvCxnSpPr>
        <p:spPr>
          <a:xfrm>
            <a:off x="11162915" y="5981743"/>
            <a:ext cx="5642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00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0E36B-647A-20D7-CDD2-41C89ABE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1555A1A-F55B-8B1A-94A3-A6AD8EC78817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12D697-EF36-B8FE-F160-7E31130E008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F15C1B-285C-D13A-4750-56EFDC862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5B36EA-96D7-7C4E-B5C9-FD06CF0523B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E30EE4-D265-3ABA-9A05-B855B98D84D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A4C3006-A481-8178-A4FA-80C589FCF3D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95C0CC-FD43-F646-B525-61100CD0126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E21CC9B-E85D-2280-575E-D24875DF233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87F43E-33EC-7EAC-2EEB-AAF47E38BE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0C11FDE-DE7F-DB0E-BE9A-BF5B6D814DFD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F62DC3B-B36D-C625-C6EE-557139E7C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187059F-097D-DBF1-A391-0C42039FF8DC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614643B-E735-47E9-F3E5-7011234BA64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2AC67-7DD6-E914-8FF1-1686AEEE0DF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6F9B23-5A15-BA6B-F3B2-FAA4CE1FF6C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3C5ED0D9-0389-E381-F7E6-494E26D4EB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128F53-BDDF-A17E-2367-988C6DCF5DE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B8337C1-30AC-4B10-19FC-D6BF745C2581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71BF14A-4AAF-92C2-A0FD-A8858403734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FBED3BC-1015-8DE7-76D5-A4DE80D1C2C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14D2DE-50C3-C168-91EE-B9901608D8EF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AB2447-F441-73D3-64F1-4FAF57C22FF0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757C72D-044A-D76D-17DD-A46D7C971937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FE6017B9-6AFA-A14A-3443-3F543280F8EC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FC996753-0A7F-690F-6DCC-1A49ED4F3AA6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3A36E63-501F-70D5-A816-9683DE6EDE4A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BCA7169-2DB6-6415-A980-62E261D383D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FB690F8-F67C-0964-8A16-40852D5992D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A06EA2C-719A-CFDE-13AD-E6B01C2E86E2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C45A8E06-EE75-EF71-FD73-9400DD111894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E88C33E6-90A7-07C4-BE1A-BF0C0DE0F5B8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AB2CEE4-9C8D-B4FB-2E0A-0619D01DFD10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23A67574-54FC-0379-4343-265FB7407C9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8EF1C6A9-3229-6908-9E10-3A9F846602C9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50BFF71B-4EA2-911C-F306-724D5F189D89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81257842-4390-EC02-25E8-45E6C8AF8319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4FBF0F3A-ECC8-EF49-492C-4052292E2944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CD1CC9E7-8EBE-6B79-5CF0-7A9AC8F8FB1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AEAD99A5-B030-3358-1D55-AD0288375A22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EE45935D-A32E-1FB3-7DDC-F6E2A47A2452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46A8142-98B5-17E0-354B-5EFFA48C582A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BEEDF8AD-23B6-53E1-220C-829AB9B89943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07B9A1E3-86E3-BC20-4257-A53867D93D59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1C532A3-D50B-62A7-EAB6-63A9A5B104B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2E44800F-85AF-73AC-55AA-1F3C5A566051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0C2A2B2-0C81-06C0-3066-8324E3A95402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41DB400-FEE7-EB52-540F-8D2CFF799B6E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660CE8B-080B-C429-D555-A073EDF722F4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3A00DE0-C712-F4FC-AAED-64BDCD53D687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B4D3FA2D-C51D-0159-F7A2-2144792FF10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049CF91E-E3AD-B5F0-894C-964931E4FE1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831A137-25B7-D68A-48CD-9FBA76FDA980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2228F8F5-69A7-2BF3-62F8-AEABFB29C844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036C8DA-E2A1-0BE2-D3C1-D3C59F82ACA7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074CDC8-BA61-C318-34B8-4E5D1F459001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FE4A4D4F-FACB-1F0B-ED78-04F84EE442F8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59194A47-22AC-B5C8-C129-35E428A853BC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03EA329E-C8BC-1D46-E8F7-598E97F204C1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46C40D7-6E9E-9C26-5968-43D2923D511A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96A6538-70C4-04A0-58BF-BE2253D6E76A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E0937EB-C282-5D9B-1B23-7C1E04E3F1EA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2E5ABAD7-6853-362D-67C8-97F6389DC40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D26EF5A6-E2FF-6B82-B1B8-BFBEC08A311D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D447342-A74A-5FE5-B095-1E80D0C2DB03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B7F0E48-F024-F1A9-733F-3CC283E833E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788339D-2B43-7F7C-C2C3-2EB1ADD2713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A62AF152-0B4C-CA8B-5F17-8CA00AA8A86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F535B9E-B22E-16A0-E708-F651A88BB51E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D6D3874-4D45-7D02-2F42-15782F67A4EA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22AD31AA-F16C-B86C-DCFB-3BEBCCB812EB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C16F56B8-21AC-C815-A93A-99B19B155962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CA8D7E09-0DCB-DCC0-F4A4-BD9ABF624B0A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8E48118D-6874-81AA-3D2D-34578F3031CD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83354BA2-D475-93E5-0D23-BFFDA4064F6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EDB5EEB3-6951-315B-6A90-92552DAB111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FCFA6C95-CC46-9493-83F4-1A07ED2E30B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74FC7DB-127A-3D87-316E-0BE7ECBBD1FD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8250472E-D356-7F4D-EB78-217609BDAA75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5402F70E-9756-ED12-294E-BD55D20E50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6771D43D-030E-020B-D59E-71427CF60737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C1DEA1D9-6B38-2236-04C0-89FD4E3CD9BB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2EDB70F5-5B50-D8E5-9D3B-A56FF3BD75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95BC5A79-D66F-EF78-989A-63B021667DA8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41C3EF5-6B4C-0090-E414-4E56633E93E1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13A089B-19E3-0EB9-95B6-7E54630E62C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1B9286DF-7E59-FAC6-6D19-3557F6D61948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0BF645AA-EFD6-ED15-D1D2-EE80836A6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B3A61BA3-4288-E69A-380C-CF42F1AAF598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6C9A790-C131-60F0-151F-6EB29906EDC9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5452CAA-A6E2-3157-1843-093885EEF85B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231FAF1-8D33-8B9A-64F7-6902254B515B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8F4C512-1924-1A69-DD32-416BB363AB84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59814C-7D35-8B8E-982C-13FAD1B08E20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3199B04-DCD9-5014-4264-0C535765501C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733209E-BE90-578D-A636-70525D195BD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844E14C-93E4-BC7B-B63A-8A10D1383BBA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A131759-CD8E-4CC5-D621-8AE6FF1B539D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036FE09-BDF0-D142-2E4B-52D5A232795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153059-7B41-AB63-D730-8273B66EEE32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04B39E-5E49-68DA-75E7-E56044630A2C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230D1A-0D47-753E-02CF-96D458327B5D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CA8DF1B-A5C6-4CAA-678D-904B62454D7E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E001E8-DDEB-4C14-DBD0-E22C8694D70E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575BA6F-C235-E459-2BA8-7ECE67D30B43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91D8FBC-67D5-9E82-0D35-FFB16B78EC04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6BE09D1-B03C-E6B0-E83D-52B14CBB7B95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6EE7B80E-15EC-387E-5772-7AEB968B8CA3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826DCF1C-273E-6CF8-C41D-862081D0E681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B9A0B36A-D3F3-4484-B6D9-4D53DA1AB845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03BFBCB1-64F9-9275-082F-7E4CC4EFBFDA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D722CEA3-1A40-A0E7-3CFC-092D9E27EFE2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D4C6B872-D15E-E286-CF44-C764CB2CB5C9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80C1D34A-1FB2-48C5-F30C-D38A3561A589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AA4F8270-8FFF-15A1-77B4-51178F640F5F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0A50F67A-B8DA-4605-50B0-1E7DEF1C5436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7F548D8-8039-1199-5CB5-304BA9EC7A9E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502DEDA2-ADDD-380A-E349-CAADCECE968A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4CA96472-2CF1-8DF7-7FD0-F1BA3022BAF3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85FF5F99-78BC-2BD6-FF4A-B7D2219442A3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3F4EA56F-D4EB-00C0-E060-E664A56D9E86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953AB49-D2FC-2D02-CFB3-69DF926758E0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E6EF8A90-CF25-6688-2CE1-089442A0CC06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9EB4EA2-9F49-C940-DA2D-DECB3F3BCD76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E2FBF8E-B858-B797-E5A4-79A8C4957B70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8000BED8-E30B-984B-7541-00AE85E9A53B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7D43C64-718C-D708-B2ED-15FEF58F3DE2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81DBC574-A5E6-111B-F12C-840E91ED9E1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9EAC7D04-4012-9190-248E-35FC98A5E431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8A8ACCF-3CE8-FFFD-60F4-65856088F4BD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8EBCE6A-FD46-5251-7E4C-992900DF7607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E1A836A-83F2-12BC-674D-B2C893DA22DD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28773C7-64E4-DCA9-1935-98C1D77A376B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85FBC75C-2C5F-2A6F-5B29-48B1A33CAA74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BFEAF3D-5A69-3F7E-C723-29F7FA6F0E9E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78B087-76D9-AFAA-1A2B-DCDCE78E1741}"/>
              </a:ext>
            </a:extLst>
          </p:cNvPr>
          <p:cNvSpPr txBox="1"/>
          <p:nvPr/>
        </p:nvSpPr>
        <p:spPr>
          <a:xfrm>
            <a:off x="912000" y="67859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09722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9A71-E509-7A5E-560D-826D7B60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442DA968-FEC6-8FF3-13E9-4B301BC25D1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3CE5F-0658-0ED0-17B9-7624557DB30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1DE63D1-36CD-CAB7-9561-C70253111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DEE4115-4465-423F-590B-FDB31D94C6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398EDD6-5165-8C20-E2B4-AB090942F10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FFF40AA-9E53-53A9-8B12-65BD3512AEC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21E9CCE-F38C-5454-2EB0-08BFD32F5C1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3421D3-4096-70D2-9C83-FB055D9598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8A4F51D-53B2-BA54-F1D7-5DB84B7C39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D886849B-732D-D6F1-B134-AF57FCFA0E3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142AF39-2263-77D3-C49B-31FF67D88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FBFA4E3-ADD0-C5D6-00D9-336B4E0BE25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7841C1BA-0827-15F6-6B6B-918FE94C968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1A6B897-0D41-3FC4-B058-A2FEF0CC8889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6376B22-19DC-178E-51F0-C92B4B292773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D2D7D58-B1DA-7CAD-2A70-B589794F60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B282777-EA04-9CEB-99F0-D60C373B99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6762B85-AFAC-EB65-B822-1332F384ABA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E854051-D925-6921-F52E-B8886904A7D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9AAAD166-9538-CCCB-2231-C4161F09A0B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71C58-9143-CCB1-70D1-B0D2480C6D4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27FD70-63F2-EF89-2D16-0F0FD2D572EB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688EEEB-6662-7FA8-205E-30727E9AF44A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8C9998F1-6860-1ADF-D277-9C4F283CF388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9CC2E49E-32A2-C801-4561-DBFF052100CB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C06261E-8CC5-E2BE-3FED-E9234ADE55A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6392A18-1F75-411F-652E-722C2E4F86EF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7ACF88FC-DE31-347A-3881-E2921581CB12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6845EDC-ADAB-713C-DFD5-DB2F0168CCFF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F30C4D1E-A8EB-ED07-1508-2740372D4C09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ADC4858-611D-2ADF-03D9-81DDBE18BF44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0244890-D77D-56EA-39C3-8F1A194BC243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EDEF71F0-E7A1-E58E-6163-9BF0044A4AB2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ED0F45CB-241D-6F84-771A-CFD07CDA7760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F6CC8395-3B27-48CF-ACAC-66476E7A8437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249B1FE-74F6-CF18-FFBA-6201F8AF5F1D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61290C3-16D9-D249-D8F8-D277DD082486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A41F1F0F-B693-32C4-A109-C45EA78C8CC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C24FAC0-B415-AA5C-6107-33BABB12AF97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12BB53ED-7AC4-2985-4224-E1C9E7851C50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CC6F867-C916-F0AB-BFAC-D5DCD18E461B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61366D68-031C-8D12-F70A-7AD3D5071AE9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17A6E39-1EB6-572D-22D8-97144189AD07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11CED4AF-833F-60E1-EFC1-8DAC9663211D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7FE9709-08E6-BF0B-C7B0-557D88EE5BD2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8F2BF4F-C7B4-25FB-2F00-FD039380CDF7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E347F84A-AB2A-FDD9-A0B0-AB4FBA4EEC71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2FBB27A-D5FD-AC32-CEC5-47A0D942F751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EB0268F-3B46-6509-7DF4-BC71ED3D8B50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0FA11EB-AFFC-8FDD-15E2-21E92F0DAFFE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84E2F2CD-1C3E-A980-6177-AD232AF7F766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D1E1D06-E77D-D914-A613-566C5199DB9F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D6CEB589-CF04-04EC-0EFB-50E940091616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CA7F756-34C5-AEE2-6877-8D04A871CCA4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7A70AF5-687C-1003-C8A3-3576C37A11FB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C064968-049F-C03C-C29E-C1886FD0A645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8DC6D11-041F-C8D9-352F-6930C66FF4D9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2A26981-A36B-AA68-1AA4-017C813912F2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8724405-E3A4-F46E-391E-7D3747265231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C6FBBA8-D932-1908-CB42-FE81046D454D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B052FD91-C46C-5433-A2FA-198F675A55C4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459B032-1F3E-CB8B-98E2-DE3B8F7998C0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50CF6A3F-9401-9842-C5EF-95A81106EC21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B9E54FEA-F90B-A36E-99AD-19C357E9B8D8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47F40E2-14EA-1C5B-341D-D8C1C153E66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332A1-4779-331E-FA50-2514EC7C16F5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18DD86F-8774-BAB6-4737-3FBCFE2D171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929B1236-B9EF-2342-0C1F-BAA37043C9D8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20A0E9E-8A56-E356-0776-6D92C0A39BC4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02184ED-40E3-1345-68D0-4B8A3D610064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73C9E4F0-F162-0343-2D36-0F45E318C4A9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7C7CBE7-C836-E734-2B3F-D2C3DDE0EB2C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B3D7C38B-3148-4589-E528-337ACC27B43A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A880D2A-5CE2-BFB4-CF3E-218C1E78D853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F86D9633-CCC6-938D-D4B8-A2A44A13B42C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18C01C2-7A19-4739-42D9-23ED1C9AD86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6BC8BB01-55DE-739F-C534-1F6B9614E06C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B812080-C422-4C9A-C0A3-828963898C56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D43F1141-85CA-E22C-F603-AEECED9809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0B8275A1-62F4-698D-9413-65F283DC74BF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800C82D4-25EE-40D4-2454-EA2EBEACBA00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D0ABBC2A-7360-3997-C6AD-EA1353C25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3C4E8CFC-5D78-C872-1F0C-170A80F68715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2420AAA-8511-711E-D895-9A5564AA9D0C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D870A7E3-124D-C729-73DD-877B4D520D42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F535BB47-6FCB-F00D-E478-9E9792F60D27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39BDDC5-651F-B0AE-88B3-4A5345BC8C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F74F7ED8-DF11-8FBF-4154-1CA8285F6C91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3735F18-1BE1-0323-7249-CD25962FEC18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FA8739B-BEB1-2FAC-514F-5935ED831977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73FF3C7-B1A2-F464-7B19-75BAFB4CDA0F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92080C-6C7E-C97B-3FEC-E441B5499E9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0AA599-7F43-97A2-10B5-291DBFC6EA9A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C3C5597-1D79-3416-BFE8-15D2B174EF21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E8BDB01-690A-E43E-F51F-1BB64EDE7706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4D511D7-7918-4C0E-5D3D-E9D482929F95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8C2C8D-7703-0591-9FCD-2DD4F157E081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3DA61AA-A70E-2961-EB0D-CA563F3CECD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6A77835-E534-05C6-80CD-4E6E006F5F6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0F7C330-5C8A-1587-7848-F008FE915B2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0A00AA3-26A4-E645-2056-2A5291206EA2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05539-67AD-5459-20EB-BB8416B77921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0101DE5-E775-197D-4848-2D661A3C2678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0628D84-2EB6-1B8D-F90F-82EC310BE6EB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11EED2A-0862-9F0D-0094-B23694C5FCCB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5970825-46AA-8C02-B425-5484348D3721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B35EBC-567C-51CE-8A83-E869F036238B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BAB359D6-9C99-3166-89D6-D25CE106A005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9162549-5017-61D0-4A52-3F554AF39DA8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D5EC594E-1267-4E35-C2A1-03E5A65FCC12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E0A6C22-FA18-4957-388C-352593407F96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9A0ABABA-60F5-7333-AE36-CD9C0628D546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8272959-541D-0375-E340-63AB42A3D480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9B66196B-F803-DDC9-7641-1DB32F5B5EA6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BE44829-B1AD-8EBB-77D0-13A86C3B0F33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D91FCB-8F33-36E9-2EE3-2030B733CA70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0ECDFAD-A148-9C53-4D95-9CDB9B0F684C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9C446D1E-5743-5F20-F134-3FCF860E662F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9878389-3398-8184-86DE-80945A022445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5FD888-78D0-18A6-1EFA-FA5678604DB5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4E246E5-B3E0-4D1A-6005-FB9B7119C4EE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B7274ED-7041-2EA2-AE80-1DD6A3C20D5F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518F831-D72F-DEE4-3CD8-3897E979A857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F460199F-B417-FD02-E3C6-0E7D671BA691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29A2DDEB-5F34-7EC7-1487-EE6770D4D196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D88A719E-A898-E90F-19A5-68F60CC755E4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10F0B08E-EE15-F78D-7D72-778EBC730BFF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66A45EC-4C51-224D-A99C-D98ED387329E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8699D31-FF82-8911-E137-B0D98805E133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66D0FE9F-4BAC-359B-D82B-50E900868D43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894982C-E82E-AB8D-711D-BD0D6C03D395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E260F52F-0943-0B6B-53E8-781C9ED7C579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B4357F07-8268-AB8C-8636-D2FF29A8A830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6F0CC6A-F9A4-E3FD-96F7-5492845E1CCB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075A5F39-58A5-CA9E-A7A7-84462C3333CC}"/>
              </a:ext>
            </a:extLst>
          </p:cNvPr>
          <p:cNvCxnSpPr>
            <a:cxnSpLocks/>
            <a:stCxn id="91" idx="3"/>
            <a:endCxn id="169" idx="1"/>
          </p:cNvCxnSpPr>
          <p:nvPr/>
        </p:nvCxnSpPr>
        <p:spPr>
          <a:xfrm>
            <a:off x="10201275" y="2576153"/>
            <a:ext cx="13811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BD1FBEED-7B9A-26A8-04E8-6C4A4CC74BE7}"/>
              </a:ext>
            </a:extLst>
          </p:cNvPr>
          <p:cNvCxnSpPr>
            <a:cxnSpLocks/>
            <a:stCxn id="30" idx="0"/>
            <a:endCxn id="40" idx="1"/>
          </p:cNvCxnSpPr>
          <p:nvPr/>
        </p:nvCxnSpPr>
        <p:spPr>
          <a:xfrm rot="5400000" flipH="1" flipV="1">
            <a:off x="7923090" y="-1818718"/>
            <a:ext cx="10581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8B41A2D-6942-A4A2-BB5D-715F0969376D}"/>
              </a:ext>
            </a:extLst>
          </p:cNvPr>
          <p:cNvSpPr txBox="1"/>
          <p:nvPr/>
        </p:nvSpPr>
        <p:spPr>
          <a:xfrm>
            <a:off x="11582400" y="597758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공격 스킬</a:t>
            </a:r>
          </a:p>
        </p:txBody>
      </p:sp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5BD9D86A-121F-F119-6BFA-3F679AEEC785}"/>
              </a:ext>
            </a:extLst>
          </p:cNvPr>
          <p:cNvCxnSpPr>
            <a:cxnSpLocks/>
            <a:stCxn id="42" idx="0"/>
            <a:endCxn id="159" idx="1"/>
          </p:cNvCxnSpPr>
          <p:nvPr/>
        </p:nvCxnSpPr>
        <p:spPr>
          <a:xfrm rot="5400000" flipH="1" flipV="1">
            <a:off x="7849490" y="-549079"/>
            <a:ext cx="12053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266C2810-6329-93EF-0F03-FD08FC4EF0A9}"/>
              </a:ext>
            </a:extLst>
          </p:cNvPr>
          <p:cNvSpPr txBox="1"/>
          <p:nvPr/>
        </p:nvSpPr>
        <p:spPr>
          <a:xfrm>
            <a:off x="11582400" y="179379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유물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A85087C-9CAB-E65C-A4EA-F13A9F5955C4}"/>
              </a:ext>
            </a:extLst>
          </p:cNvPr>
          <p:cNvSpPr txBox="1"/>
          <p:nvPr/>
        </p:nvSpPr>
        <p:spPr>
          <a:xfrm>
            <a:off x="11582400" y="239148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전략 스킬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DD48376-6D21-B073-E8A0-2984D490F305}"/>
              </a:ext>
            </a:extLst>
          </p:cNvPr>
          <p:cNvSpPr txBox="1"/>
          <p:nvPr/>
        </p:nvSpPr>
        <p:spPr>
          <a:xfrm>
            <a:off x="11597125" y="5056259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뒤로가기</a:t>
            </a:r>
            <a:endParaRPr lang="ko-KR" altLang="en-US" dirty="0"/>
          </a:p>
        </p:txBody>
      </p: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A746C4DF-FD85-69DA-1D93-522F2B28ED07}"/>
              </a:ext>
            </a:extLst>
          </p:cNvPr>
          <p:cNvCxnSpPr>
            <a:cxnSpLocks/>
            <a:stCxn id="59" idx="3"/>
            <a:endCxn id="174" idx="1"/>
          </p:cNvCxnSpPr>
          <p:nvPr/>
        </p:nvCxnSpPr>
        <p:spPr>
          <a:xfrm flipV="1">
            <a:off x="10457903" y="5240925"/>
            <a:ext cx="1139222" cy="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344FC85-DF85-A45E-B9B2-CAE2E256E2D8}"/>
              </a:ext>
            </a:extLst>
          </p:cNvPr>
          <p:cNvSpPr txBox="1"/>
          <p:nvPr/>
        </p:nvSpPr>
        <p:spPr>
          <a:xfrm>
            <a:off x="11597125" y="3969661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증강</a:t>
            </a:r>
          </a:p>
        </p:txBody>
      </p:sp>
      <p:cxnSp>
        <p:nvCxnSpPr>
          <p:cNvPr id="192" name="연결선: 꺾임 191">
            <a:extLst>
              <a:ext uri="{FF2B5EF4-FFF2-40B4-BE49-F238E27FC236}">
                <a16:creationId xmlns:a16="http://schemas.microsoft.com/office/drawing/2014/main" id="{E757EA46-9142-6598-8450-ADC080CE697E}"/>
              </a:ext>
            </a:extLst>
          </p:cNvPr>
          <p:cNvCxnSpPr>
            <a:cxnSpLocks/>
            <a:stCxn id="54" idx="0"/>
            <a:endCxn id="191" idx="1"/>
          </p:cNvCxnSpPr>
          <p:nvPr/>
        </p:nvCxnSpPr>
        <p:spPr>
          <a:xfrm rot="5400000" flipH="1" flipV="1">
            <a:off x="8464459" y="1463026"/>
            <a:ext cx="441365" cy="58239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2AC61B75-C899-7F39-C62D-233A2BC1BCD2}"/>
              </a:ext>
            </a:extLst>
          </p:cNvPr>
          <p:cNvCxnSpPr>
            <a:cxnSpLocks/>
            <a:stCxn id="96" idx="0"/>
            <a:endCxn id="198" idx="1"/>
          </p:cNvCxnSpPr>
          <p:nvPr/>
        </p:nvCxnSpPr>
        <p:spPr>
          <a:xfrm rot="5400000" flipH="1" flipV="1">
            <a:off x="6382472" y="-3859581"/>
            <a:ext cx="1133765" cy="92660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BAF41711-D1EB-6390-4201-A0F6167FD1A8}"/>
              </a:ext>
            </a:extLst>
          </p:cNvPr>
          <p:cNvSpPr txBox="1"/>
          <p:nvPr/>
        </p:nvSpPr>
        <p:spPr>
          <a:xfrm>
            <a:off x="11582400" y="219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스탯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CE0D869-73E4-FED7-B7CC-BF222825D13C}"/>
              </a:ext>
            </a:extLst>
          </p:cNvPr>
          <p:cNvCxnSpPr>
            <a:cxnSpLocks/>
            <a:stCxn id="72" idx="6"/>
            <a:endCxn id="204" idx="1"/>
          </p:cNvCxnSpPr>
          <p:nvPr/>
        </p:nvCxnSpPr>
        <p:spPr>
          <a:xfrm flipV="1">
            <a:off x="10558878" y="1443230"/>
            <a:ext cx="1023522" cy="26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C5F76315-4B0D-02FD-E6DD-816707651AF8}"/>
              </a:ext>
            </a:extLst>
          </p:cNvPr>
          <p:cNvSpPr txBox="1"/>
          <p:nvPr/>
        </p:nvSpPr>
        <p:spPr>
          <a:xfrm>
            <a:off x="11582400" y="1258564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옵션</a:t>
            </a:r>
          </a:p>
        </p:txBody>
      </p:sp>
    </p:spTree>
    <p:extLst>
      <p:ext uri="{BB962C8B-B14F-4D97-AF65-F5344CB8AC3E}">
        <p14:creationId xmlns:p14="http://schemas.microsoft.com/office/powerpoint/2010/main" val="4175328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9971-63A4-E8C3-F6EC-A2826A5E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B989E31-EF53-EDAC-84FB-7328289517E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22FADC-938C-1A93-3253-226A1DAB11B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E75988A-F39D-6162-762E-D91AAF2EB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49A071B-83FC-89D3-F25A-5FC8FC0364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6625EB-982B-4117-79DB-E125DC6BC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F18595-7C5F-8A1F-AFBC-A28CF8B4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FC980D5-D69E-94E0-090B-8F1A7458346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55F0DFA-F72E-80C8-BCCD-B853CF12587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5ED046C-7CD9-C362-50BC-DDDECF24D2A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5D558C0-B42A-F966-950B-5CA062E88A4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45322D3-D803-606C-6DA9-1D3A422E2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E37D21-54F1-F87D-A637-EB1E4BDCBEC1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2490AA-2306-E1BA-FEAD-CE52CFEB653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936937D-D786-2A3A-CC16-E3CD6CF8A9B3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76FE4D-32F9-DEBF-41B2-FE57F8C8887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C3084EF-92C5-9401-B94A-4CA56AC42E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0F0ADC6-58C9-678E-9BD2-71E88AD769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1FEAC5F0-3DF8-9EFC-4969-A1FF2604A93F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8734588-FE13-5A4A-F2F1-5D8D54E67AA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7F1FFF4-7EFF-FE92-2704-7A67F5A5F18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DEE8D9-FE26-9458-2689-64FFBFA4E014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E2D54BE-350E-94D6-BCAC-75C6375D3348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999E5D1-3911-858B-5A6D-B104FA2A71E5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B425AF4A-9A59-E600-E91E-3A2D838734A5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F469CEF-61A5-752C-D166-837885CF1CB8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5C8264C-0E46-847F-DC39-B7F8258E621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2C52BA3B-7062-8BFC-DF90-4B0D6739E72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06D29D6-BB78-C95F-F3FB-14A94E52158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851C410-B6AE-D816-E111-3B1F666A6A0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4117AE6A-97CF-2046-25CE-C4B9518F794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474CE166-4909-91CA-EC70-8AA94156A269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937D8826-4099-D325-1292-2F4E478E4758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36F25B94-3E7D-B417-75EA-A67D892623B6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03FD8C5E-A909-EE5E-AC7D-CD106195C886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CDF8C2F9-55E2-CCC0-1580-40140679E3B6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2411182-029C-2DAD-97E5-AF0043AFC44F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9294499-F488-CF3D-2560-5CA46C04F9BF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D1FBCEB-3859-40A2-1DFC-158F230D0B7D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0D9F979-844C-ADF2-59BF-DA97E4B849EB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ABCB3463-B01D-D2B6-C628-6F7541A14069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F492E5D-1351-EB81-07B0-36AA8187F872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00A5A93-BF93-20CE-8C8B-4DE7946343A0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F3B89617-C2F6-C173-7A11-620695157063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F7DCD09-7003-2EF3-7DF6-B52D13DE9EC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9494D4F-51CE-E445-C245-9E4C993EE3FB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11A85C5-E25A-7DBD-0E06-9D924821E303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5CDE0A9-22BD-BB92-363E-6603A879CEEA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173C40B-F8B2-130D-E986-3C93AFECC903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D95D64E-0461-AA2D-B2DA-E1401E668A0A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A9753E7-DCC1-2E81-0345-83E9D45818C8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98627935-8E11-84A0-4B00-0CAD7B90E50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A5312AE1-78EF-B3F5-C97C-B4B28862C1FA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434FA32-185D-A008-1F46-0331035C416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3B092A6-1BC5-B07D-4787-86D2489CEEA1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92C00CA8-3D17-6AA2-67F7-8A0C646A47DA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E5DAF19D-BA89-9862-7819-AAB7E6FAD330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91F7BB0-F888-F791-9E3F-03C3B41C2610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544341D5-E777-A0F9-F75B-4F6E7A01300F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D542F89-431F-27E1-962A-2FA01073F75F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9D82275-2A0C-E199-8970-C346D972A010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9AFCC3E8-9116-65BE-77B5-88E084BBFFB7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281AE6B-E916-2B60-ED1F-452CE0EC6611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00C550AF-2AB5-139A-DB41-A39A6C7ACDB7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6EF10758-94C0-6B74-4630-9E6099B6395A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90BFCC5-E61E-64E9-CF6E-1D401ACBD02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CDBFB1C-FA86-393D-542F-C044A541E514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E1550882-E6CE-A196-0067-8AAA66EED365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3DCC478-6E2D-4115-C3DC-13848E531307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B63D536-4905-1F10-0D85-B7E60CF8757E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37847C6-2537-93ED-AB34-153ABA6CCF29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E0AF922-CADD-05E4-F789-81992A15B8CE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414D2996-8D18-F0DD-FD36-FA73CC1B1B22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5AF0970-49BB-77C7-A792-E9BA30375D89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69A0C0D4-FC40-B629-0B1D-7F4F39EDA07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26A84B8-86F6-683A-C25D-998FE394AEC3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AE7196A-17C0-B2C6-24DC-7D046B0DA32E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CA13F0A-B022-9092-822E-4DDC3D9A217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D26132-F4D4-1BCB-2652-388D36C32B79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F401CF29-1EFC-5965-E585-12262395A6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3F6C46D4-7623-CB57-9978-7403C96413A2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83013AE-A172-D773-6527-4D410EA7B9DC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03444C8-32A6-9B14-532B-1EBDC3E86E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984BD35-6417-A5A6-EB9E-3257BC642CC1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56DEBC-124B-B914-FFB0-1F66CD595150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C140EE81-31C4-0B8F-A9B9-D693EE7650CF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96A2BC0-7DE3-D9DB-772F-470E264A9D81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1AE3519A-33C6-8A51-09FC-50D63D4808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93679-9D10-EC30-5F61-989DE57BD132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79C1880-BA4D-79EB-F7C2-192DB98514E5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B4DFC7C-A430-FB3A-5770-CFC0D043A7FD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C39E9C-7F7E-08D8-4291-FFBAEFCC6BB8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15303E-D13C-FC17-B6A6-25BB20DFB0B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E7081A2-67EB-74FF-17A9-DB0D77B71045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CAA529-589E-E838-C5E1-244D5B744D78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D5B148F-BC36-F451-4158-4B9AD3B0C88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A62B9-DF22-6F34-27BD-E11AA7438ED8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22B33A-10E3-D2D5-1722-B9FB61306DDE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D7B7DFB-4A45-5AB4-30D4-ECACF760E742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B8A5AD-C1FC-A7C0-1388-76AF1DEBF88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727273-6392-CED7-8A34-C9529E6527D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CD1F5A6-405C-D0D5-DA4F-DF4633ABA280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4CCC565-1DE7-07FF-426C-243D825FEF5C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F5592-6E21-5FDF-B8F6-ED4524B41B7B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728547-9F63-406D-B660-6BE97D3C9504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A071860-9DE7-1A66-6171-FFD91EEED3F9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814F339-F935-1D94-01BD-079DEE83FA56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88B64CBD-05C6-B361-7480-B8A1C1EC3D90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58D57EF7-6164-C192-5EFA-0F9EC142E0DD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0A0152D-BF92-D2FD-3B64-E13E56D3CEE4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7B194CA-2856-C6E5-1ED6-8A17C47EE9CC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B1A107E-EBDC-761B-F6F7-3702AC4BEF6C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5C891E9-CDD6-794F-34D0-2E1FBB8F9E7A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94CABF45-F39D-3056-ED79-3A9125A1426C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FF482C4D-A65B-3A75-9067-BA0485859A42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6CCC593-0E57-2B18-0A14-9F9A7113ED5C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ECC0281B-8F22-9A10-1C33-31F8BAB337EB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F3D44C-9478-70FF-8FF8-E2393CDF323D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BF2C59E1-5DF7-8D5F-1707-2A3D4608F5CB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8EF77BE-F22C-4BF7-69AD-49247FA0979D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4068D42-DA0A-6AD3-45ED-C62A5AD0C22A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F21CED2-B755-E1BE-C5A8-437C880E9F85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A7705F7-6063-60D0-B294-49418778C353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E5D77D-3670-F156-C5E9-B0143265EBF0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FA83096-A86B-AA7E-428B-356357615D1C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30A9150C-A859-2B85-5B08-DA556633A029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0D259F12-F666-E829-0DC0-282164383A37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23E9AAA1-72E7-3F27-75B6-417239505D7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11F5A833-D470-234F-5006-29C29EFFA945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D49BB6AC-601F-8E58-9E29-780AFF567016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C6DC27F-736F-050F-D477-AB32D7F3A3FD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28CC85-4529-3C75-EF62-F7EA272CD802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7F98178-7C4C-A0D9-061C-328AA4EE414E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EA460F32-1129-779F-5881-DB42DB754885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79920EB-2B78-4984-9589-6EA05C7B0D56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3F49-0FA7-8237-E6A7-D9BA39D002B6}"/>
              </a:ext>
            </a:extLst>
          </p:cNvPr>
          <p:cNvSpPr txBox="1"/>
          <p:nvPr/>
        </p:nvSpPr>
        <p:spPr>
          <a:xfrm>
            <a:off x="912000" y="67859"/>
            <a:ext cx="474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속성별 피해량 팝업 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3523E69-4504-9E61-DBE1-0FB5BB215807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95B1E520-DC5E-49CB-7C6D-0A8F1ACE13EF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40" name="직사각형 104">
                <a:extLst>
                  <a:ext uri="{FF2B5EF4-FFF2-40B4-BE49-F238E27FC236}">
                    <a16:creationId xmlns:a16="http://schemas.microsoft.com/office/drawing/2014/main" id="{02744801-8D0B-51E7-1739-32AA8C11B9E9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85744F7A-3B65-31B1-779A-970D778D76C2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1FD7D33E-D274-23E1-2401-7CF3A839816D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1162966A-7A80-165A-CE09-72C8E9A2A5F2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D329080A-BEF2-4763-C54B-21658397881C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12ABBF5-708F-0630-A4C8-7FDFBAE446A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0085E2D4-3DA3-169A-7463-0C3952476B6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37DA6289-2AA8-C7D2-9CE9-9BACA007464F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867F606-737F-C378-22F4-EBAD20EF60A1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105E83EC-6B61-07D9-8B3E-FBA1B9DD98CA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FAD137F-740A-B9A6-BEC9-F264BCF0F365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7FF88786-97C2-746D-D0A2-468F94F4559E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09D35D6C-7F1D-75BD-3AD4-B5656BCBE16F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7" name="TextBox 166">
                  <a:extLst>
                    <a:ext uri="{FF2B5EF4-FFF2-40B4-BE49-F238E27FC236}">
                      <a16:creationId xmlns:a16="http://schemas.microsoft.com/office/drawing/2014/main" id="{AB00AFB5-6655-A3F8-0878-386CBAFFE82A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B263CF9D-1005-32FA-E8E6-603141A1579F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7D1580DB-B411-858F-DD96-D283123513AF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577EF09-9F2B-7CE2-2EE3-C8A9E0B89F8B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534DFA57-4F7A-DCFB-0556-13992BA5ACF4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9FAD4979-9C10-0DA2-F33E-31FD57428229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28883437-292E-59BA-0BE7-32E2FC7FC7E0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CEB7FBFB-5A3A-839B-ED17-644F7A68C8A7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08EE5A62-CA06-B95F-F128-49B6B542DA3B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30746C9-7F38-D418-9E75-8C5C545F815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247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5EC7-5419-3410-B1BC-D8CD1D5D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그림 302">
            <a:extLst>
              <a:ext uri="{FF2B5EF4-FFF2-40B4-BE49-F238E27FC236}">
                <a16:creationId xmlns:a16="http://schemas.microsoft.com/office/drawing/2014/main" id="{0B2D99B7-533E-B5C5-F9E6-8DF31E505F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309" r="63937" b="29160"/>
          <a:stretch>
            <a:fillRect/>
          </a:stretch>
        </p:blipFill>
        <p:spPr>
          <a:xfrm>
            <a:off x="1551038" y="1962149"/>
            <a:ext cx="3278137" cy="2401991"/>
          </a:xfrm>
          <a:prstGeom prst="rect">
            <a:avLst/>
          </a:prstGeom>
        </p:spPr>
      </p:pic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70589425-74AF-BA74-4065-CB799817ACE2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EF98BC9E-EE7D-1229-79D7-904831A4F045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212" name="직사각형 104">
                <a:extLst>
                  <a:ext uri="{FF2B5EF4-FFF2-40B4-BE49-F238E27FC236}">
                    <a16:creationId xmlns:a16="http://schemas.microsoft.com/office/drawing/2014/main" id="{E3C991DA-3134-0FB5-0EDA-38419329CAC1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3" name="그룹 212">
                <a:extLst>
                  <a:ext uri="{FF2B5EF4-FFF2-40B4-BE49-F238E27FC236}">
                    <a16:creationId xmlns:a16="http://schemas.microsoft.com/office/drawing/2014/main" id="{CE73104D-0851-5B6C-AE8B-AF74EADC4D83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5DC968B4-7CFC-61F7-3FE0-DAF61ED742F3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2E539343-6CCE-B8B1-1C9E-C4089D91BB5D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DAF2BE0F-C555-B0D4-23E7-C642BF96DAAE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ED562C8C-7FAF-FBEB-93C3-7C0DA758CFB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A3E71334-CC8D-23B3-4841-9B6CB0A6EAC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DDD4490D-8E62-AC49-1F25-EE078ADF9F6E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220" name="TextBox 219">
                  <a:extLst>
                    <a:ext uri="{FF2B5EF4-FFF2-40B4-BE49-F238E27FC236}">
                      <a16:creationId xmlns:a16="http://schemas.microsoft.com/office/drawing/2014/main" id="{5304FE3C-ABB0-0909-DD25-93BC94FFED5E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221" name="TextBox 220">
                  <a:extLst>
                    <a:ext uri="{FF2B5EF4-FFF2-40B4-BE49-F238E27FC236}">
                      <a16:creationId xmlns:a16="http://schemas.microsoft.com/office/drawing/2014/main" id="{5F830593-5210-A2E2-60E2-A469B02D53E7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222" name="TextBox 221">
                  <a:extLst>
                    <a:ext uri="{FF2B5EF4-FFF2-40B4-BE49-F238E27FC236}">
                      <a16:creationId xmlns:a16="http://schemas.microsoft.com/office/drawing/2014/main" id="{1D2D68DD-CBF7-79F1-175C-713C191EDE29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223" name="TextBox 222">
                  <a:extLst>
                    <a:ext uri="{FF2B5EF4-FFF2-40B4-BE49-F238E27FC236}">
                      <a16:creationId xmlns:a16="http://schemas.microsoft.com/office/drawing/2014/main" id="{54382B14-6A18-EBFF-DFA0-2BD63E4498C3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224" name="TextBox 223">
                  <a:extLst>
                    <a:ext uri="{FF2B5EF4-FFF2-40B4-BE49-F238E27FC236}">
                      <a16:creationId xmlns:a16="http://schemas.microsoft.com/office/drawing/2014/main" id="{59E10D86-CDF4-9A42-871A-43E7AF642766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5" name="TextBox 224">
                  <a:extLst>
                    <a:ext uri="{FF2B5EF4-FFF2-40B4-BE49-F238E27FC236}">
                      <a16:creationId xmlns:a16="http://schemas.microsoft.com/office/drawing/2014/main" id="{DC2E067F-EB7E-760E-5DFD-BA77CF3996CD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6" name="TextBox 225">
                  <a:extLst>
                    <a:ext uri="{FF2B5EF4-FFF2-40B4-BE49-F238E27FC236}">
                      <a16:creationId xmlns:a16="http://schemas.microsoft.com/office/drawing/2014/main" id="{AC196C90-E3C0-B75E-9A91-0EAE5504B625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7" name="TextBox 226">
                  <a:extLst>
                    <a:ext uri="{FF2B5EF4-FFF2-40B4-BE49-F238E27FC236}">
                      <a16:creationId xmlns:a16="http://schemas.microsoft.com/office/drawing/2014/main" id="{0FAF247C-CF4B-5766-8271-73DF484A8E70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8BA53DC1-6D4E-CE7E-E622-F98983E31906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DCA7A4B1-6B33-5402-C46A-BF0D1C691712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0" name="TextBox 229">
                  <a:extLst>
                    <a:ext uri="{FF2B5EF4-FFF2-40B4-BE49-F238E27FC236}">
                      <a16:creationId xmlns:a16="http://schemas.microsoft.com/office/drawing/2014/main" id="{9AAEEAD4-CC6F-2AF9-9A0B-D60B6B6DD4F2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1" name="TextBox 230">
                  <a:extLst>
                    <a:ext uri="{FF2B5EF4-FFF2-40B4-BE49-F238E27FC236}">
                      <a16:creationId xmlns:a16="http://schemas.microsoft.com/office/drawing/2014/main" id="{ABDA2AB7-032F-734F-C7A8-F6C21C966997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EB84697-474C-DB46-54A4-26A7DD8EC990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2AF11558-22C4-F68C-705E-BAD48A993BD5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684CCE7-767D-B170-7871-C490419624C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  <p:cxnSp>
        <p:nvCxnSpPr>
          <p:cNvPr id="305" name="직선 연결선 304">
            <a:extLst>
              <a:ext uri="{FF2B5EF4-FFF2-40B4-BE49-F238E27FC236}">
                <a16:creationId xmlns:a16="http://schemas.microsoft.com/office/drawing/2014/main" id="{057E57A5-CFEE-8D06-A720-91831CE0611C}"/>
              </a:ext>
            </a:extLst>
          </p:cNvPr>
          <p:cNvCxnSpPr>
            <a:cxnSpLocks/>
          </p:cNvCxnSpPr>
          <p:nvPr/>
        </p:nvCxnSpPr>
        <p:spPr>
          <a:xfrm>
            <a:off x="4829175" y="1962149"/>
            <a:ext cx="0" cy="2392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8" name="그림 307">
            <a:extLst>
              <a:ext uri="{FF2B5EF4-FFF2-40B4-BE49-F238E27FC236}">
                <a16:creationId xmlns:a16="http://schemas.microsoft.com/office/drawing/2014/main" id="{C654AD22-4F8F-5B2C-4A00-B6E3C5FE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464" b="26596"/>
          <a:stretch>
            <a:fillRect/>
          </a:stretch>
        </p:blipFill>
        <p:spPr>
          <a:xfrm>
            <a:off x="1659198" y="1962149"/>
            <a:ext cx="1310754" cy="2401991"/>
          </a:xfrm>
          <a:prstGeom prst="rect">
            <a:avLst/>
          </a:prstGeom>
        </p:spPr>
      </p:pic>
      <p:cxnSp>
        <p:nvCxnSpPr>
          <p:cNvPr id="310" name="직선 연결선 309">
            <a:extLst>
              <a:ext uri="{FF2B5EF4-FFF2-40B4-BE49-F238E27FC236}">
                <a16:creationId xmlns:a16="http://schemas.microsoft.com/office/drawing/2014/main" id="{C67CDD5F-7076-EB5F-1436-2BDDAB8B5219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1952519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직선 연결선 312">
            <a:extLst>
              <a:ext uri="{FF2B5EF4-FFF2-40B4-BE49-F238E27FC236}">
                <a16:creationId xmlns:a16="http://schemas.microsoft.com/office/drawing/2014/main" id="{C3AACD61-A11C-DA9D-4797-57E7686F33AF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4344165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463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498A-9DC7-C746-E70C-913D4593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B5E8B09-EFC5-5018-DB69-5A7AD3ABBF9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00AB1D-21EC-8837-8DEB-59E665413D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5676AA-76A9-AE3B-466B-509D7C3CD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FBB6D5-F3C5-D50E-5811-840DF24C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AE6C421-0C63-61C9-BD96-C3F6B508016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4AC204-4FDE-78CC-5A80-9A84AA7D90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2857E8-3DD5-4B29-177D-671676F342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AA85BBC-32B4-B891-6DBE-EE77358D8E0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D666B9A-D4C6-0E51-01E4-063AD1872F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F800473-9FAA-AEFB-CF6D-0FD328773F23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57E9B778-E459-B779-DF41-CC4308A77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FFD3C41-3476-6DE6-EC3C-01E9A5C6DC3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779DB5A-C0DB-7013-7152-9095760F940B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3603ECE-F4A9-63C1-C961-C96DFD297D48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ED26867-A78E-8F49-64D9-24FEB821F7A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6BE9429-237C-D85D-3148-0F48AEC912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EDDD51F-AFFC-23C7-D13A-2AD20E60CC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AB8DF5A-F373-01C8-CA3C-EB54A065292D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D01FDA-CC1F-E32A-7D84-23E9ECFB43D4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2C75305-1699-320E-EED2-44091FC6E1E4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3D4DE0D-DC37-BBBB-9FFF-DBB19C810F8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0394CD8-ADDE-62A3-3DAC-518FF67EC699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24748BC-73D5-C4D2-1062-A18A099E650F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CBB86E2-4BC9-2200-A512-08214D1E01F9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7E358417-8EE3-BCBB-3ECD-3A7FB843D4C1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A2C3F71-0728-453E-85B3-A13EBBDB18C3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7D126DE-E1A2-0BA8-1794-F181D2399957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8AC51AE-7E88-3B38-B11F-4789E2F4EC5A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4734554-8C49-ECA2-81F8-72FD43B85AC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A15C1CA-EC3E-E11B-495D-4C0D0C15696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4241ABF-3D13-404E-BC69-B2DAE8628FEB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4D2456E-6F27-B6B8-628D-5B6F2F2FD694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9D69EF6E-1DA4-07F0-FE5C-253EF41023D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3C926C48-8B03-EF12-6856-F34305AA9EBA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730CB90C-4331-08E8-784A-35098E5C88D8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B543553-E640-C9E7-7384-99BB46E1A4B0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CDB0CAEA-9349-6927-3E20-86BA8060CE01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2F143C1C-BA7E-BA43-9786-2037AFF3D5D4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1A8E4567-1DEB-A059-4C1C-B6127793BF84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36481DD-8F25-1649-B570-3749C4ABF82F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846DB2-2BB9-6225-B76D-EE572090F637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2C104863-DC10-C30B-DAD8-44685625DC46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E2428F8-FBA9-92CD-8BD4-82146440989A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9750B67-454A-9E24-8F63-1ED31458ED93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9684156-BC97-AB93-858C-CBEBB11DAF43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0557DAF1-708A-84D6-752F-7D4E9D2B6434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35A0BFD-F1F1-D992-CF22-C653D8DA5E32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20E73D1-6394-38A4-054D-966B79515995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B535B45-A086-57A4-99D2-5CC499F5DC81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BE957C2-6CC9-FCFF-BDFD-B0897106D98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FBDCF846-E0A9-5263-6E88-12BE96349DF9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4659E072-FAD5-551E-9337-CF283999CAA4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61F5969-7304-885E-DCB3-13B6A68F2A5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5509B89-4913-3F6B-001D-60421691C83B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2038BE19-033A-02C0-4CD2-7F9EB87639BD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74DC42A9-F279-2783-6B76-8D2FD35D41B4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8B3C0D51-7213-696D-DC95-EE0046682107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7C48C81A-FF90-20DD-69A3-0CB21E063E53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9865A72-36AA-23FC-0C66-2C785EB2D58B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46DD7384-2430-8649-5E67-20A8F985EAE3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63729184-9780-F939-6DAF-FB041F85617E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86D1E0BF-8E2E-57D7-9A4C-5A397F63435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CD2EF1C-E4E0-ACA6-88DB-B992AAE12C52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286A3010-354C-1178-AE07-CD0A76E25547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0F95791-EADC-BE67-C816-AD48A56DD01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2B35336-9E5D-2F34-0F35-8E1FAF0B527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41B594BA-308B-9BCD-DC3B-8D94E4857F87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7DEF0D6-0E69-EAD6-D596-C9760FC27BED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9E2352B-C0FC-AF6E-2A40-836ADFD81BB1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8689D31-916E-2D43-9CEB-47D6FB6CCFE1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6B076D75-8E47-AEDF-34A1-B035345D3BC4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D601AF68-BC95-1120-6B54-5094A143CB0E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91A524CC-85FD-E201-00E5-22850BED083F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ED4F5739-8FE1-1D96-67D6-8010DC63937F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BA6C7E08-0F18-F7FF-C764-060BBE33B7A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56909309-D188-96B1-93A5-22FA4F113398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33B46043-5B27-8F43-B878-FA19FB17933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A07DAB7-1498-99A3-0493-BF6E8AE6FF2D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C9A9E430-8CC2-F2A1-EBE2-B3945ED94F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222D6445-8315-8FD6-0590-83D65D15492E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DCAD38AA-6DAC-1B5D-CBA2-464F23391C5A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5BEA88A-93C3-3616-28F8-486BB2C80B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0D223D0-25FF-13D4-7451-175CEE5EC0AB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D5F8CA-B104-3126-FCCD-401F3D9F2746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dirty="0" err="1"/>
                <a:t>뒤로가기</a:t>
              </a:r>
              <a:endParaRPr lang="ko-KR" altLang="en-US" sz="1600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E919BAA1-D905-9994-C442-75420BDB049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2DCF196-7BB8-BA29-8EB7-2341297D932A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26C94D85-6240-876F-122F-D3599388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4412FB2-ABBD-218C-1287-11ACAE0EA6F6}"/>
              </a:ext>
            </a:extLst>
          </p:cNvPr>
          <p:cNvSpPr/>
          <p:nvPr/>
        </p:nvSpPr>
        <p:spPr>
          <a:xfrm>
            <a:off x="1672417" y="1477540"/>
            <a:ext cx="1287784" cy="391074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CEB46-6743-A865-2C5D-BBFCE845ACB4}"/>
              </a:ext>
            </a:extLst>
          </p:cNvPr>
          <p:cNvSpPr txBox="1"/>
          <p:nvPr/>
        </p:nvSpPr>
        <p:spPr>
          <a:xfrm>
            <a:off x="1742494" y="152691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스탯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5E3F4E5-E3A8-276A-F19B-943E0D0A5962}"/>
              </a:ext>
            </a:extLst>
          </p:cNvPr>
          <p:cNvSpPr txBox="1"/>
          <p:nvPr/>
        </p:nvSpPr>
        <p:spPr>
          <a:xfrm>
            <a:off x="1689195" y="181340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2F87E7-458F-8CDE-245F-5BE139CF3F33}"/>
              </a:ext>
            </a:extLst>
          </p:cNvPr>
          <p:cNvSpPr txBox="1"/>
          <p:nvPr/>
        </p:nvSpPr>
        <p:spPr>
          <a:xfrm>
            <a:off x="1689195" y="205686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</a:t>
            </a:r>
            <a:r>
              <a:rPr lang="ko-KR" altLang="en-US" sz="700" b="1" dirty="0" err="1"/>
              <a:t>재생량</a:t>
            </a:r>
            <a:endParaRPr lang="ko-KR" altLang="en-US" sz="7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14AAF2-2DA8-3C1F-F7F6-A7044E7130BF}"/>
              </a:ext>
            </a:extLst>
          </p:cNvPr>
          <p:cNvSpPr txBox="1"/>
          <p:nvPr/>
        </p:nvSpPr>
        <p:spPr>
          <a:xfrm>
            <a:off x="1689195" y="23003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190B06-F196-5174-EB16-1316D28902AE}"/>
              </a:ext>
            </a:extLst>
          </p:cNvPr>
          <p:cNvSpPr txBox="1"/>
          <p:nvPr/>
        </p:nvSpPr>
        <p:spPr>
          <a:xfrm>
            <a:off x="1689195" y="2543781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4945D-E605-405F-E161-3545F5DE78E6}"/>
              </a:ext>
            </a:extLst>
          </p:cNvPr>
          <p:cNvSpPr txBox="1"/>
          <p:nvPr/>
        </p:nvSpPr>
        <p:spPr>
          <a:xfrm>
            <a:off x="1689195" y="27872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2D7A28C-4AF4-FCF5-143E-07DCDF3D6A4A}"/>
              </a:ext>
            </a:extLst>
          </p:cNvPr>
          <p:cNvSpPr txBox="1"/>
          <p:nvPr/>
        </p:nvSpPr>
        <p:spPr>
          <a:xfrm>
            <a:off x="1689195" y="30306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2090EB-7EC2-FFB6-779A-7673601B9A2B}"/>
              </a:ext>
            </a:extLst>
          </p:cNvPr>
          <p:cNvSpPr txBox="1"/>
          <p:nvPr/>
        </p:nvSpPr>
        <p:spPr>
          <a:xfrm>
            <a:off x="1689195" y="32741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D2E8E8F-83C4-C4E1-B269-C4ED6FE3D005}"/>
              </a:ext>
            </a:extLst>
          </p:cNvPr>
          <p:cNvSpPr txBox="1"/>
          <p:nvPr/>
        </p:nvSpPr>
        <p:spPr>
          <a:xfrm>
            <a:off x="1689195" y="3517613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39DCAEB-AC3D-5B00-27C4-1A2D693DD7F8}"/>
              </a:ext>
            </a:extLst>
          </p:cNvPr>
          <p:cNvSpPr txBox="1"/>
          <p:nvPr/>
        </p:nvSpPr>
        <p:spPr>
          <a:xfrm>
            <a:off x="1689195" y="376107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069247-7A1A-3B65-704F-3260ECDEA7C5}"/>
              </a:ext>
            </a:extLst>
          </p:cNvPr>
          <p:cNvSpPr txBox="1"/>
          <p:nvPr/>
        </p:nvSpPr>
        <p:spPr>
          <a:xfrm>
            <a:off x="2586212" y="181340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0894EBF-A164-9584-44C2-ACEF33E446BF}"/>
              </a:ext>
            </a:extLst>
          </p:cNvPr>
          <p:cNvSpPr txBox="1"/>
          <p:nvPr/>
        </p:nvSpPr>
        <p:spPr>
          <a:xfrm>
            <a:off x="2531711" y="2056865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E3813CF-44A0-F308-6934-B8F280A1124C}"/>
              </a:ext>
            </a:extLst>
          </p:cNvPr>
          <p:cNvSpPr txBox="1"/>
          <p:nvPr/>
        </p:nvSpPr>
        <p:spPr>
          <a:xfrm>
            <a:off x="2494841" y="23003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0F5A5A0-8C01-6156-AC7A-BBD53272C5FA}"/>
              </a:ext>
            </a:extLst>
          </p:cNvPr>
          <p:cNvSpPr txBox="1"/>
          <p:nvPr/>
        </p:nvSpPr>
        <p:spPr>
          <a:xfrm>
            <a:off x="2688804" y="25437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158630F-0BF0-75BC-3C9E-43ABB69E115D}"/>
              </a:ext>
            </a:extLst>
          </p:cNvPr>
          <p:cNvSpPr txBox="1"/>
          <p:nvPr/>
        </p:nvSpPr>
        <p:spPr>
          <a:xfrm>
            <a:off x="2688804" y="27872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9E8F762-2D25-4CA0-B159-EC42B202483A}"/>
              </a:ext>
            </a:extLst>
          </p:cNvPr>
          <p:cNvSpPr txBox="1"/>
          <p:nvPr/>
        </p:nvSpPr>
        <p:spPr>
          <a:xfrm>
            <a:off x="2586212" y="30306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9AB3D79-E980-DD66-9BF8-486420566715}"/>
              </a:ext>
            </a:extLst>
          </p:cNvPr>
          <p:cNvSpPr txBox="1"/>
          <p:nvPr/>
        </p:nvSpPr>
        <p:spPr>
          <a:xfrm>
            <a:off x="2549343" y="32741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C942CDC-F450-D5C8-1FAB-F77D0451352C}"/>
              </a:ext>
            </a:extLst>
          </p:cNvPr>
          <p:cNvSpPr txBox="1"/>
          <p:nvPr/>
        </p:nvSpPr>
        <p:spPr>
          <a:xfrm>
            <a:off x="2522093" y="3517613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DAA04D-CBF6-A867-7BD8-42065872B5FF}"/>
              </a:ext>
            </a:extLst>
          </p:cNvPr>
          <p:cNvCxnSpPr/>
          <p:nvPr/>
        </p:nvCxnSpPr>
        <p:spPr>
          <a:xfrm>
            <a:off x="1742494" y="201346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07D8E885-00FB-E01C-13C1-C042BE0E0D68}"/>
              </a:ext>
            </a:extLst>
          </p:cNvPr>
          <p:cNvCxnSpPr/>
          <p:nvPr/>
        </p:nvCxnSpPr>
        <p:spPr>
          <a:xfrm>
            <a:off x="1742494" y="225692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0EB04E66-A92D-1879-0103-7CAD8E42A988}"/>
              </a:ext>
            </a:extLst>
          </p:cNvPr>
          <p:cNvCxnSpPr/>
          <p:nvPr/>
        </p:nvCxnSpPr>
        <p:spPr>
          <a:xfrm>
            <a:off x="1742494" y="250037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6652847-6477-CD68-0EB2-2BBEB79B4270}"/>
              </a:ext>
            </a:extLst>
          </p:cNvPr>
          <p:cNvCxnSpPr/>
          <p:nvPr/>
        </p:nvCxnSpPr>
        <p:spPr>
          <a:xfrm>
            <a:off x="1742494" y="274383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3B46EB96-51CD-5527-2B9A-5E0E7A41C136}"/>
              </a:ext>
            </a:extLst>
          </p:cNvPr>
          <p:cNvCxnSpPr/>
          <p:nvPr/>
        </p:nvCxnSpPr>
        <p:spPr>
          <a:xfrm>
            <a:off x="1742494" y="298729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D67162D-0C51-6CC1-AF41-668D8FD30EA9}"/>
              </a:ext>
            </a:extLst>
          </p:cNvPr>
          <p:cNvCxnSpPr/>
          <p:nvPr/>
        </p:nvCxnSpPr>
        <p:spPr>
          <a:xfrm>
            <a:off x="1742494" y="323075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6418533-F2CF-6541-F97C-84993E381086}"/>
              </a:ext>
            </a:extLst>
          </p:cNvPr>
          <p:cNvCxnSpPr/>
          <p:nvPr/>
        </p:nvCxnSpPr>
        <p:spPr>
          <a:xfrm>
            <a:off x="1742494" y="34742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2CC6D1B3-7004-7A79-AB21-EB4EB7F50EDF}"/>
              </a:ext>
            </a:extLst>
          </p:cNvPr>
          <p:cNvCxnSpPr/>
          <p:nvPr/>
        </p:nvCxnSpPr>
        <p:spPr>
          <a:xfrm>
            <a:off x="1742494" y="37176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7D039403-A718-5F2C-867B-AA8147D9FF17}"/>
              </a:ext>
            </a:extLst>
          </p:cNvPr>
          <p:cNvSpPr txBox="1"/>
          <p:nvPr/>
        </p:nvSpPr>
        <p:spPr>
          <a:xfrm>
            <a:off x="1759624" y="394815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화염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F65052F-2462-5138-B599-29B6681670A3}"/>
              </a:ext>
            </a:extLst>
          </p:cNvPr>
          <p:cNvSpPr txBox="1"/>
          <p:nvPr/>
        </p:nvSpPr>
        <p:spPr>
          <a:xfrm>
            <a:off x="1759624" y="4066457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바람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449DF72-76BB-001C-B75F-8A5E21032F0B}"/>
              </a:ext>
            </a:extLst>
          </p:cNvPr>
          <p:cNvSpPr txBox="1"/>
          <p:nvPr/>
        </p:nvSpPr>
        <p:spPr>
          <a:xfrm>
            <a:off x="1759624" y="4184759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9BF48FA-7E2D-073E-293A-74EADC0EFDA4}"/>
              </a:ext>
            </a:extLst>
          </p:cNvPr>
          <p:cNvSpPr txBox="1"/>
          <p:nvPr/>
        </p:nvSpPr>
        <p:spPr>
          <a:xfrm>
            <a:off x="1759624" y="430306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대지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B9EF9E5-208C-04D8-6C58-6BDC2D2C364B}"/>
              </a:ext>
            </a:extLst>
          </p:cNvPr>
          <p:cNvSpPr txBox="1"/>
          <p:nvPr/>
        </p:nvSpPr>
        <p:spPr>
          <a:xfrm>
            <a:off x="1759624" y="4421363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얼음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03928ED-8A46-8843-48CA-F9F27ABB5A1F}"/>
              </a:ext>
            </a:extLst>
          </p:cNvPr>
          <p:cNvSpPr txBox="1"/>
          <p:nvPr/>
        </p:nvSpPr>
        <p:spPr>
          <a:xfrm>
            <a:off x="1759624" y="45396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전기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8DD937B-8067-398F-6057-8CA664A2EC72}"/>
              </a:ext>
            </a:extLst>
          </p:cNvPr>
          <p:cNvSpPr txBox="1"/>
          <p:nvPr/>
        </p:nvSpPr>
        <p:spPr>
          <a:xfrm>
            <a:off x="1759624" y="4657967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그림자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3BC11E1-76E2-4196-CBDE-15C9AFA22D72}"/>
              </a:ext>
            </a:extLst>
          </p:cNvPr>
          <p:cNvSpPr txBox="1"/>
          <p:nvPr/>
        </p:nvSpPr>
        <p:spPr>
          <a:xfrm>
            <a:off x="1759624" y="477626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에너지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5D4DA18-6074-56B4-E3A3-470E233AD4B5}"/>
              </a:ext>
            </a:extLst>
          </p:cNvPr>
          <p:cNvSpPr txBox="1"/>
          <p:nvPr/>
        </p:nvSpPr>
        <p:spPr>
          <a:xfrm>
            <a:off x="1759624" y="489457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물리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E9B84F-7755-19EB-66F3-DA218C9509BB}"/>
              </a:ext>
            </a:extLst>
          </p:cNvPr>
          <p:cNvSpPr txBox="1"/>
          <p:nvPr/>
        </p:nvSpPr>
        <p:spPr>
          <a:xfrm>
            <a:off x="1759624" y="5012877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독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EFE8F763-33A2-1992-27CB-73718529B222}"/>
              </a:ext>
            </a:extLst>
          </p:cNvPr>
          <p:cNvSpPr txBox="1"/>
          <p:nvPr/>
        </p:nvSpPr>
        <p:spPr>
          <a:xfrm>
            <a:off x="2356662" y="394815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AA23EB2-DB30-5E91-9872-F366D9D406A6}"/>
              </a:ext>
            </a:extLst>
          </p:cNvPr>
          <p:cNvSpPr txBox="1"/>
          <p:nvPr/>
        </p:nvSpPr>
        <p:spPr>
          <a:xfrm>
            <a:off x="2356662" y="406645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093421A-2A31-D5C1-209B-8A5D26C46764}"/>
              </a:ext>
            </a:extLst>
          </p:cNvPr>
          <p:cNvSpPr txBox="1"/>
          <p:nvPr/>
        </p:nvSpPr>
        <p:spPr>
          <a:xfrm>
            <a:off x="2356662" y="418475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FC8F81C-2F04-9DD9-65A3-56C846A84AAD}"/>
              </a:ext>
            </a:extLst>
          </p:cNvPr>
          <p:cNvSpPr txBox="1"/>
          <p:nvPr/>
        </p:nvSpPr>
        <p:spPr>
          <a:xfrm>
            <a:off x="2356662" y="430306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72ED091-C557-1B76-2983-4C6F28FCC2A1}"/>
              </a:ext>
            </a:extLst>
          </p:cNvPr>
          <p:cNvSpPr txBox="1"/>
          <p:nvPr/>
        </p:nvSpPr>
        <p:spPr>
          <a:xfrm>
            <a:off x="2356662" y="4421363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887FD26-5571-90E3-80F6-0F7DE66894D7}"/>
              </a:ext>
            </a:extLst>
          </p:cNvPr>
          <p:cNvSpPr txBox="1"/>
          <p:nvPr/>
        </p:nvSpPr>
        <p:spPr>
          <a:xfrm>
            <a:off x="2356662" y="453966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D8F7A88-9A56-D28E-25AA-38CDDD9BC4BF}"/>
              </a:ext>
            </a:extLst>
          </p:cNvPr>
          <p:cNvSpPr txBox="1"/>
          <p:nvPr/>
        </p:nvSpPr>
        <p:spPr>
          <a:xfrm>
            <a:off x="2356662" y="465796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E229D14-5A44-38DB-8E80-A7FA5E9A82BD}"/>
              </a:ext>
            </a:extLst>
          </p:cNvPr>
          <p:cNvSpPr txBox="1"/>
          <p:nvPr/>
        </p:nvSpPr>
        <p:spPr>
          <a:xfrm>
            <a:off x="2356662" y="477626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BEBE7F-0644-6873-94EB-9D3E89CE6A2D}"/>
              </a:ext>
            </a:extLst>
          </p:cNvPr>
          <p:cNvSpPr txBox="1"/>
          <p:nvPr/>
        </p:nvSpPr>
        <p:spPr>
          <a:xfrm>
            <a:off x="2356662" y="489457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5577C54-CF22-15B7-E348-5566E8FCF2BD}"/>
              </a:ext>
            </a:extLst>
          </p:cNvPr>
          <p:cNvSpPr txBox="1"/>
          <p:nvPr/>
        </p:nvSpPr>
        <p:spPr>
          <a:xfrm>
            <a:off x="2356662" y="501287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15A88522-98AE-AFD5-94A6-B1A5639D9D78}"/>
              </a:ext>
            </a:extLst>
          </p:cNvPr>
          <p:cNvSpPr txBox="1"/>
          <p:nvPr/>
        </p:nvSpPr>
        <p:spPr>
          <a:xfrm>
            <a:off x="2494841" y="3756157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B554401-DEB7-3D8B-CD70-51C89F3BE007}"/>
              </a:ext>
            </a:extLst>
          </p:cNvPr>
          <p:cNvSpPr/>
          <p:nvPr/>
        </p:nvSpPr>
        <p:spPr>
          <a:xfrm>
            <a:off x="904874" y="509265"/>
            <a:ext cx="10374821" cy="5858294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4240612-D967-0B8B-4AFC-130E496F8E13}"/>
              </a:ext>
            </a:extLst>
          </p:cNvPr>
          <p:cNvGrpSpPr/>
          <p:nvPr/>
        </p:nvGrpSpPr>
        <p:grpSpPr>
          <a:xfrm>
            <a:off x="3965172" y="1392261"/>
            <a:ext cx="3902845" cy="4163897"/>
            <a:chOff x="4152591" y="1516467"/>
            <a:chExt cx="3902845" cy="4163897"/>
          </a:xfrm>
        </p:grpSpPr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2FB61B3B-430E-C13B-BCC1-45BF30CBF3CC}"/>
                </a:ext>
              </a:extLst>
            </p:cNvPr>
            <p:cNvSpPr/>
            <p:nvPr/>
          </p:nvSpPr>
          <p:spPr>
            <a:xfrm>
              <a:off x="4152591" y="1762126"/>
              <a:ext cx="3883368" cy="391823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854556D-3AF6-3101-7160-C7F83630BD7E}"/>
                </a:ext>
              </a:extLst>
            </p:cNvPr>
            <p:cNvSpPr/>
            <p:nvPr/>
          </p:nvSpPr>
          <p:spPr>
            <a:xfrm>
              <a:off x="5406143" y="1516467"/>
              <a:ext cx="1376263" cy="484199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195A67C-76A6-01C6-79F2-5DF6DF4377E3}"/>
                </a:ext>
              </a:extLst>
            </p:cNvPr>
            <p:cNvSpPr txBox="1"/>
            <p:nvPr/>
          </p:nvSpPr>
          <p:spPr>
            <a:xfrm>
              <a:off x="5769897" y="156253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설정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8BA16C-8893-FF00-40D7-BC9D9009D83D}"/>
                </a:ext>
              </a:extLst>
            </p:cNvPr>
            <p:cNvSpPr txBox="1"/>
            <p:nvPr/>
          </p:nvSpPr>
          <p:spPr>
            <a:xfrm>
              <a:off x="4443206" y="2333417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BGM</a:t>
              </a:r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BEF97B8-0591-0C2F-0C6E-6469B4435AE4}"/>
                </a:ext>
              </a:extLst>
            </p:cNvPr>
            <p:cNvSpPr/>
            <p:nvPr/>
          </p:nvSpPr>
          <p:spPr>
            <a:xfrm>
              <a:off x="5404930" y="2433510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A6E890B-7E96-EF03-6592-1336710E6F59}"/>
                </a:ext>
              </a:extLst>
            </p:cNvPr>
            <p:cNvSpPr txBox="1"/>
            <p:nvPr/>
          </p:nvSpPr>
          <p:spPr>
            <a:xfrm>
              <a:off x="4351034" y="287135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효과음</a:t>
              </a: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8665152-7904-BC12-C0A9-9A0E1F8BB6F7}"/>
                </a:ext>
              </a:extLst>
            </p:cNvPr>
            <p:cNvSpPr/>
            <p:nvPr/>
          </p:nvSpPr>
          <p:spPr>
            <a:xfrm>
              <a:off x="5404930" y="2971452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0388035-0FF1-0974-F8FB-76101E65D3B5}"/>
                </a:ext>
              </a:extLst>
            </p:cNvPr>
            <p:cNvSpPr txBox="1"/>
            <p:nvPr/>
          </p:nvSpPr>
          <p:spPr>
            <a:xfrm>
              <a:off x="4466450" y="3409300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전체</a:t>
              </a: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BD45D9FF-188A-EC4B-1DC6-CE9AB70E3CBC}"/>
                </a:ext>
              </a:extLst>
            </p:cNvPr>
            <p:cNvSpPr/>
            <p:nvPr/>
          </p:nvSpPr>
          <p:spPr>
            <a:xfrm>
              <a:off x="5404930" y="3509393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9019C517-EFC3-5F5D-C969-DED4A1C71A7D}"/>
                </a:ext>
              </a:extLst>
            </p:cNvPr>
            <p:cNvGrpSpPr/>
            <p:nvPr/>
          </p:nvGrpSpPr>
          <p:grpSpPr>
            <a:xfrm>
              <a:off x="5508847" y="4956907"/>
              <a:ext cx="1168430" cy="338554"/>
              <a:chOff x="5404930" y="5516163"/>
              <a:chExt cx="1168430" cy="338554"/>
            </a:xfrm>
          </p:grpSpPr>
          <p:sp>
            <p:nvSpPr>
              <p:cNvPr id="179" name="사각형: 둥근 모서리 178">
                <a:extLst>
                  <a:ext uri="{FF2B5EF4-FFF2-40B4-BE49-F238E27FC236}">
                    <a16:creationId xmlns:a16="http://schemas.microsoft.com/office/drawing/2014/main" id="{05B78E99-2164-E532-D8B1-DF5FB4210727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73E794D9-3479-CE1D-BF84-C651FFD6BAE8}"/>
                  </a:ext>
                </a:extLst>
              </p:cNvPr>
              <p:cNvSpPr txBox="1"/>
              <p:nvPr/>
            </p:nvSpPr>
            <p:spPr>
              <a:xfrm>
                <a:off x="5691627" y="5516163"/>
                <a:ext cx="59503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dirty="0"/>
                  <a:t>확인</a:t>
                </a: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29E2768-0EC7-1409-45DD-45EE08E6C553}"/>
                </a:ext>
              </a:extLst>
            </p:cNvPr>
            <p:cNvSpPr txBox="1"/>
            <p:nvPr/>
          </p:nvSpPr>
          <p:spPr>
            <a:xfrm>
              <a:off x="4194743" y="3980592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패드 타입</a:t>
              </a:r>
            </a:p>
          </p:txBody>
        </p:sp>
        <p:grpSp>
          <p:nvGrpSpPr>
            <p:cNvPr id="158" name="그룹 157">
              <a:extLst>
                <a:ext uri="{FF2B5EF4-FFF2-40B4-BE49-F238E27FC236}">
                  <a16:creationId xmlns:a16="http://schemas.microsoft.com/office/drawing/2014/main" id="{0089DE3E-A500-84FC-80E8-3E4FF2E4B685}"/>
                </a:ext>
              </a:extLst>
            </p:cNvPr>
            <p:cNvGrpSpPr/>
            <p:nvPr/>
          </p:nvGrpSpPr>
          <p:grpSpPr>
            <a:xfrm>
              <a:off x="5550002" y="4020472"/>
              <a:ext cx="907381" cy="338554"/>
              <a:chOff x="5404930" y="5516163"/>
              <a:chExt cx="1168430" cy="338554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4972199E-C20F-696C-EA81-BA06C7081148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70E7228-9BEA-C0D0-72D9-F92E0B3809B4}"/>
                  </a:ext>
                </a:extLst>
              </p:cNvPr>
              <p:cNvSpPr txBox="1"/>
              <p:nvPr/>
            </p:nvSpPr>
            <p:spPr>
              <a:xfrm>
                <a:off x="5466703" y="5516163"/>
                <a:ext cx="10448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A</a:t>
                </a:r>
                <a:endParaRPr lang="ko-KR" altLang="en-US" sz="1600" b="1" dirty="0"/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0C47D38-E44C-73CC-DDC1-C207B86E2816}"/>
                </a:ext>
              </a:extLst>
            </p:cNvPr>
            <p:cNvGrpSpPr/>
            <p:nvPr/>
          </p:nvGrpSpPr>
          <p:grpSpPr>
            <a:xfrm>
              <a:off x="6677277" y="4020472"/>
              <a:ext cx="907381" cy="338554"/>
              <a:chOff x="5404930" y="5516163"/>
              <a:chExt cx="1168430" cy="338554"/>
            </a:xfrm>
          </p:grpSpPr>
          <p:sp>
            <p:nvSpPr>
              <p:cNvPr id="162" name="사각형: 둥근 모서리 161">
                <a:extLst>
                  <a:ext uri="{FF2B5EF4-FFF2-40B4-BE49-F238E27FC236}">
                    <a16:creationId xmlns:a16="http://schemas.microsoft.com/office/drawing/2014/main" id="{72ABC0E2-15ED-CA96-6DE4-93B9A18DB450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rgbClr val="D5D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29F8653-11A5-D163-234C-76DA7E67264A}"/>
                  </a:ext>
                </a:extLst>
              </p:cNvPr>
              <p:cNvSpPr txBox="1"/>
              <p:nvPr/>
            </p:nvSpPr>
            <p:spPr>
              <a:xfrm>
                <a:off x="5474960" y="5516163"/>
                <a:ext cx="10283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B</a:t>
                </a:r>
                <a:endParaRPr lang="ko-KR" altLang="en-US" sz="1600" b="1" dirty="0"/>
              </a:p>
            </p:txBody>
          </p:sp>
        </p:grp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3964994-8697-1769-83D3-98D4B4F3864E}"/>
                </a:ext>
              </a:extLst>
            </p:cNvPr>
            <p:cNvSpPr txBox="1"/>
            <p:nvPr/>
          </p:nvSpPr>
          <p:spPr>
            <a:xfrm>
              <a:off x="7421929" y="2344877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4AEFBD6-8D1F-794C-BBF7-9A6C9B7A7804}"/>
                </a:ext>
              </a:extLst>
            </p:cNvPr>
            <p:cNvSpPr txBox="1"/>
            <p:nvPr/>
          </p:nvSpPr>
          <p:spPr>
            <a:xfrm>
              <a:off x="7414090" y="2893031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45837DAD-7406-D1AD-86DE-7EFC7521D0C3}"/>
                </a:ext>
              </a:extLst>
            </p:cNvPr>
            <p:cNvSpPr txBox="1"/>
            <p:nvPr/>
          </p:nvSpPr>
          <p:spPr>
            <a:xfrm>
              <a:off x="7389163" y="3426330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B1101FC5-8FD1-3CAC-4B37-07836DA6AEDC}"/>
              </a:ext>
            </a:extLst>
          </p:cNvPr>
          <p:cNvGrpSpPr/>
          <p:nvPr/>
        </p:nvGrpSpPr>
        <p:grpSpPr>
          <a:xfrm>
            <a:off x="5572126" y="2222511"/>
            <a:ext cx="82550" cy="226845"/>
            <a:chOff x="4095750" y="65255"/>
            <a:chExt cx="82550" cy="226845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6E84564F-8B9C-2858-978D-8931D07E2955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03EC26C0-DE5D-BC23-1E18-5B609DC2F19F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66A85FAD-D5B7-F81B-619A-458E494C236F}"/>
              </a:ext>
            </a:extLst>
          </p:cNvPr>
          <p:cNvGrpSpPr/>
          <p:nvPr/>
        </p:nvGrpSpPr>
        <p:grpSpPr>
          <a:xfrm>
            <a:off x="6129338" y="2760449"/>
            <a:ext cx="82550" cy="226845"/>
            <a:chOff x="4095750" y="65255"/>
            <a:chExt cx="82550" cy="226845"/>
          </a:xfrm>
        </p:grpSpPr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643AB16B-DA6A-915E-42BE-A4E0653B8C1B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F8D2797A-9FD1-0F80-763E-84527231114C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BBEC27C3-BCED-0D14-AB00-A6AC91331EB3}"/>
              </a:ext>
            </a:extLst>
          </p:cNvPr>
          <p:cNvGrpSpPr/>
          <p:nvPr/>
        </p:nvGrpSpPr>
        <p:grpSpPr>
          <a:xfrm>
            <a:off x="7037398" y="3297966"/>
            <a:ext cx="82550" cy="226845"/>
            <a:chOff x="4095750" y="65255"/>
            <a:chExt cx="82550" cy="226845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882390C1-882E-642D-9156-3B8AA3954093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46D7D19-2102-0B5D-4970-5E214C187F5B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BDEC635-990D-2D2B-C6C3-9CB95C4ED710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옵션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78526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096EA-2793-0009-ED72-1D36666F5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6C23D07-D29E-E325-A4FD-7EE8B7CB72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5EF774-F590-8671-0AF5-8822D834CB6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C2A0FB-9D2D-4CA0-6C27-B3DC0B86A6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22256F3-2BCE-A095-70CC-6EEE127C954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5892F19-7F67-E013-AF62-998F0F8676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1C31303-916F-5876-4B8A-D456A1A8480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BE7C3AF-9586-0BAD-33BB-C09CEB02263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4C0B33-B0E5-311F-6B05-E2AEF0D6B71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5C2E77C-ED4F-EAA1-A53B-B42E193E720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B64B4EA-F960-D68D-62FA-841985BCA3A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80EF2C6-A4AD-4740-3691-80D72D8A0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04B7B899-241A-5363-64C1-B75A15302A2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31DF7705-2B97-5552-CE1F-7B972C820DC9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F33A48E7-F360-AE24-63B0-5AE48CEFABB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4CC6633E-EA11-187E-D0EB-E0B0F0DAC096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C8800BE-A103-65BF-51FB-B0A284FEFC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2A8AA03-EC10-FA3F-3A66-1888F94B41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BF3CAB1-9E6B-4D6F-25D2-627B23401A51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부활</a:t>
            </a:r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39FBE33-F5D9-361C-CE0C-D5D94B9E9DFD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47C122-513A-B2B2-B820-33DCD5022F4A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DCCCAC2B-6C78-1A6F-F97E-FACBE81153FC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27ADA26-B2A6-187B-9522-816135734442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A363C150-E909-871D-BFF1-61ED403DC186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2094FC4-D2C4-3CC3-28EB-C0FFCD7CF8D5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C743596F-EFB8-0012-8F05-DE80CE34935F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4FD7E6D4-4D5F-AEE0-500A-E51D231F4D9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C9F1BE22-6709-C272-B364-D10F72BF26BD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7DA59803-0A45-1255-AE46-FC383E1CF130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E54E2888-3336-4BF3-2034-DC7B706430C0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21E47744-CD4C-310B-EC6B-492D8A5A9621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136F7396-AB8A-4DB2-3705-E6A8CA205032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939FDB6A-B8FA-0D61-15E3-25A7EB82BECE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BFB379CA-1908-1124-1D64-767C37B4D95E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F69C9F14-A5AA-961C-4717-E0E1776F3469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064ED7F-74E6-268E-D8C4-C6272FBAEC52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A5988A7-20B6-6A73-449B-0CB95DADE996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1A5E550-DD29-FA40-0767-FDA4C46FE4AD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6B355A5-0B4D-2B97-240C-7A262B16FDF6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F1FE2D91-9CD5-6117-6C7A-41FE8D85B303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70CEC244-5F46-038C-A3E2-174D2B9B9B45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A964EC38-8D10-C085-2B87-1875C12C31E4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136BFC6-E7F3-CEE8-3B46-09C7C5614E73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4535B1C2-3A2B-CA87-1AE1-91D425E67EC7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108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CCACB4E3-BAEB-7626-95EB-2F4A8DBE91A2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A9984D-D197-21F5-EA59-B90CB614B3D9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230D29A1-BED6-FE98-44C8-D7215138C9CA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FBA1415-5039-03FB-1E8F-72955ED05AF9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1152064-0CDC-26A1-69BA-95802D29E3A1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CDC6688-F940-A9E8-33E8-6EC2F642134D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5983BE3-3F05-A946-5CEA-B9A2EA24A444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EB098C10-230D-1D9C-7E04-E12BA11A62F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0B648D5D-505C-9F4E-87DD-C9EEE1BDF2E9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E03E117E-9761-2634-B245-2D2E28630724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A95D24C4-EAE3-7D24-26F8-6329CC74A88D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743FED71-1D0F-FF56-DEB5-E1D7B6AC5D6F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8016ADED-3824-F4CA-B344-EF6B59F65559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A39260AC-D045-9B90-FC16-4AA9B285F542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F9E7753-14F5-48EE-97EA-A925E198B9DF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598C875C-C167-6F5B-AB28-B0E9CA51B8D8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7A7300A-F871-F205-350A-64E001DCE75D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B372438-8C64-96BB-E56B-2F9F27B3F68E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92D888B-0E18-8B0E-C51F-E156D410BB17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CD65BF0-2C59-3607-D47A-52797097EA80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40C37030-1B02-9137-12E4-8971F129302B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45FCB1D4-BA71-C66A-829F-5069409DE799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79407385-ABD1-D329-8627-B07D7018CAA9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6929E44-7462-BE35-627A-DB7712A64546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39D61019-A674-1658-45B6-C39B0E79BEC0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33F48-0F01-3959-F49D-38EFF37AAC7F}"/>
              </a:ext>
            </a:extLst>
          </p:cNvPr>
          <p:cNvCxnSpPr>
            <a:cxnSpLocks/>
            <a:stCxn id="84" idx="3"/>
            <a:endCxn id="28" idx="1"/>
          </p:cNvCxnSpPr>
          <p:nvPr/>
        </p:nvCxnSpPr>
        <p:spPr>
          <a:xfrm>
            <a:off x="7357980" y="3573661"/>
            <a:ext cx="42164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B5EEA04-4017-2863-6835-E6F19F01D872}"/>
              </a:ext>
            </a:extLst>
          </p:cNvPr>
          <p:cNvCxnSpPr>
            <a:cxnSpLocks/>
            <a:stCxn id="81" idx="3"/>
            <a:endCxn id="41" idx="1"/>
          </p:cNvCxnSpPr>
          <p:nvPr/>
        </p:nvCxnSpPr>
        <p:spPr>
          <a:xfrm flipV="1">
            <a:off x="7357979" y="4379606"/>
            <a:ext cx="4216401" cy="43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8E4F4393-9763-F120-92E2-BDF817BED13F}"/>
              </a:ext>
            </a:extLst>
          </p:cNvPr>
          <p:cNvCxnSpPr>
            <a:cxnSpLocks/>
            <a:stCxn id="72" idx="3"/>
            <a:endCxn id="42" idx="1"/>
          </p:cNvCxnSpPr>
          <p:nvPr/>
        </p:nvCxnSpPr>
        <p:spPr>
          <a:xfrm flipV="1">
            <a:off x="6639071" y="5191318"/>
            <a:ext cx="4935310" cy="2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7D81935-EF52-2012-1225-DB01D31E49BC}"/>
              </a:ext>
            </a:extLst>
          </p:cNvPr>
          <p:cNvSpPr txBox="1"/>
          <p:nvPr/>
        </p:nvSpPr>
        <p:spPr>
          <a:xfrm>
            <a:off x="11574381" y="338899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소모품 부활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BDB663-6E42-3469-8F77-4574A90A445E}"/>
              </a:ext>
            </a:extLst>
          </p:cNvPr>
          <p:cNvSpPr txBox="1"/>
          <p:nvPr/>
        </p:nvSpPr>
        <p:spPr>
          <a:xfrm>
            <a:off x="11574380" y="419494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광고 부활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7DE7C6-33D8-D840-0716-DDA2007CE80E}"/>
              </a:ext>
            </a:extLst>
          </p:cNvPr>
          <p:cNvSpPr txBox="1"/>
          <p:nvPr/>
        </p:nvSpPr>
        <p:spPr>
          <a:xfrm>
            <a:off x="11574381" y="5006652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오버</a:t>
            </a:r>
          </a:p>
        </p:txBody>
      </p:sp>
    </p:spTree>
    <p:extLst>
      <p:ext uri="{BB962C8B-B14F-4D97-AF65-F5344CB8AC3E}">
        <p14:creationId xmlns:p14="http://schemas.microsoft.com/office/powerpoint/2010/main" val="3261248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263E5D31-6651-4F85-D7DF-BE2A86FEBE33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2DA4432-726C-C5E8-51C4-3C823FF5B408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5F57D7-3C04-C982-8E5B-B07A23F26108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F75C1-2C63-2AE4-FF5E-341E96AE6F1F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697B770-0F19-DD4C-2E16-07D72BAEBBF9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448B6EC-6A85-3B50-3806-F30266C17ADB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2A5F01-488B-65AA-75D0-8ED006CED45C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A316EE-A211-5561-5E82-E8B12229424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B76E1F3-09BD-5668-16BA-0B92D3299F46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91364F-841B-46A3-7D9F-48022962CDF7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3961519-49A5-3CA3-2398-1C57926E90AB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5D6025-B9D8-8674-5BD7-02EC3D9FE6EA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6B0CB882-4579-9F1B-AF7B-51F39173B34C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D25D5890-14D8-AEC5-8916-7298069E1C8A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38F7E22-2ED1-2243-3918-B2B5DB87C8E0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52E51C5-717E-CBB4-0E1A-833C495F6B50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5C1FE25E-1801-F7E7-BE80-B34A8446F68D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5A0544C-3489-98E7-C83E-07259A19AED3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2CF6B56-8D6C-AB13-98FE-A1B9902573A7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2908D18-0B10-4F04-8B16-401E82F52D5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69124394-4FA6-993D-C144-77780049773B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EC875847-9691-C79E-9B00-6CD83C2FEEC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0815743-F09C-8168-54C9-C2222F3312BD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09C6A6A-567B-3DB2-D642-5FDA8A898218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F052A4E-3F70-9EC2-FB08-DF0598540DC8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65858A85-36B1-0285-EE7E-227BA7C625DA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007BCFE-F23A-F15F-1CF8-CE90C75E26DA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331B22C5-2D3C-B59A-98C1-3133CA20CA7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038476A-184F-DB48-B22E-660102A1DF81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8714BEA-9E89-3A06-E5D9-8B0788F2BE4D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8C364BE-CB4A-FD64-410A-700FF2C157DB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9B73EBA-5E81-7395-83AF-DC13B0E21C02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4A754A6-B2C9-0DDE-5240-DAFF257C4BE4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C191506D-5C9E-B0F3-4760-7DC61CB27D1C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EDAB6989-6514-6EE7-D1AB-98E8AED25281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5B644A31-A157-AA0A-7F19-1124F970847B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EDCD035-12DD-B609-A497-860F2FCFE2A6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16F9E047-A927-31B4-F740-128ACFCB4F0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72A04366-0720-D255-7540-0C40EA81C4C8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362F967-37E8-97BA-01CC-F659DAFA5300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BB1BBCD8-B073-813A-949D-AC5F48D0579E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F5603FB3-CDB5-C4D3-1520-0D2C40D67565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9C5A0A9-09FF-AA91-FE71-88F584B7077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584F0BB8-B0AE-6D76-4DF2-717845F7B032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7300B051-D129-DB8B-794F-9A5D7EDF9AE6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416A230A-8EE2-1906-06C2-DD0CD31DA04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8A5D3EA3-DE41-B09A-4CB4-4BEC0C89EF6A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6AF4ACD3-AD24-AA0D-AD9F-AE8635B98EEE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D20B56C-79C1-E9E5-46E7-927B5A4F26B8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E60A90-AD01-4C6F-A8E0-83A2BEB17879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E4C69C7-1E37-62CB-2228-BDE026D04C5E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9D22E9E-1CEC-2575-BE79-A4E9CA7A4F5A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82ABF3E-FD4E-44AF-78D1-0E1D5FD6D2E0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BFB5A0C-8C6B-3CAE-E612-CABC3DB2158E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658173F-CCCF-C148-31A6-6222C92C6818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FA0EE6B-E063-BA6F-C495-D09DF9DE2A3A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15784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3D838-22E9-1A9C-732E-A01CD125B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A77E87FE-EC56-9864-A2C2-E562213B46F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8D25FA-E97C-FF63-C82C-E948AC98773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C24E63E-C552-78A8-EFB8-A0DE79370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A8D8B8-93C9-F0E6-35F8-177F1F09803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BFFB6CF-6172-61FE-640C-DC97C5792FD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B5DF479-D8D3-E716-EB10-410E5D02B77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1318AA-E556-22F0-24AA-C60CF090531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605A423-F6A8-626E-2F1B-72CD720EB20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C33CDBF-C11B-08DF-52C8-2509F8C820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989B255-9003-2CAB-85F1-26085B2BC630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0B8F337-7A8C-16C3-D507-BAA4B60A8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7501C2-0278-652E-38E4-7A20CCFACEA5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5AEA26D-474B-FBF8-8F21-44A9989D488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A1B4065-C0E9-B117-E1C9-70403FE592A2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498431-2ADA-A5B5-2E29-56938509A6FF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BE9EB632-30F9-C118-F40B-34358CF00B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9F41CAB-9BFA-010F-7ECB-9435B3FD5C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1BAA2478-4986-55AE-220B-EE24203A900B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F6C8203-8707-BA38-9D08-4B3A300E1C4E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2E4DEF-8660-DCFE-CA7A-E6E9FE16F743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D65AA7-6F4C-B358-F4C6-26FE4891A3F9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D0ABA7F-A2C0-FDA9-B7B9-6150AE15E044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682C75B5-4A03-04A7-51E8-800CB67BD73C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CFE10F-AC39-B282-5203-48B37035BEAD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CCC2152-32FB-7AC1-2581-D4BA7CE842F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55E1AB-0FF1-BF01-49BA-447D6CE29793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A051003-7FBE-6CCB-673B-73C4E908CECC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BF1A856-F2C0-5046-BD18-2F9E436FE69A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4EBF255-DD83-22E5-A851-38E2FF71F958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2F21A4-64AD-D192-EE3E-1B603184F217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E7B79C83-1154-100B-41C8-33963F00F369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3B54432-50D3-CFFF-B4B9-297D832C014A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85E106A6-93B2-17C7-F0DD-789BBB427CC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ACCD785-3946-2380-82F7-5CE9546ECD92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68A04D-6FD3-0FF2-3BA7-2A09F6AF7017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F237DEB-976F-B339-CA74-D42CF98F3BDD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0DD95D-5DA7-7E2B-ABA3-F17B3EDE3D7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FAC24B0-7619-F5AD-1387-24CAB12DEECD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31D2E71-3B37-0102-0A87-E7024027E691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11EBC1E4-2B71-F058-0B0A-267F9A4BF440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16E4D06-E94C-8A01-6D0F-9BA4C29596D7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7BC4BA1-9A75-3F13-4627-73AC5C6E2D76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78CB675-599A-3574-D423-447D10FDCD7B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5B292AC-A6B9-443E-66C9-7901122510CD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B916D85-4030-FB59-DC26-E918F0774DF6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814A4625-3898-919D-A17F-8C30D301F21E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4C9F2F63-3E2D-BC59-3B69-A41C9E0CB4BF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03916F22-4120-3A59-9F8C-8DB9CF14EDC9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7490C97-7D47-ACE9-9F08-3225B56DC40E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7BAE40CD-0BEA-FCA1-2729-A1A6C587CD5F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4F359DB-D115-8CDD-5202-E6CE21ACC914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20547AF4-E804-7352-9A13-9D7FBD2D6B6A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7B38F4F-8988-CAB9-4100-D250593C3BB7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B11696A-B6A5-7346-BCD6-AC65322174EC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41396B14-DE61-49A0-C6BD-F6E78239A0B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787BD6A-ACA2-242E-0E5B-5FD9C767AE57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34A0D14-026A-9699-5013-F994707020CF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7595F78-B041-77F1-77A6-DDA96958431F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410446-6863-7BED-8A81-3618695217C7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FAE74C2-4852-41A1-BB3C-AE4AA4F75A81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FFD84512-BC8C-A272-DBD9-A51DA8BA88EC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ABA9437A-E71A-8507-FD85-0C189F7906ED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B7FF10A5-167A-5924-D049-EF44BFEB64D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64C2BF4D-606D-3671-ABDA-1E7A8C91F745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4F1779A-32D4-C8E1-98B0-E76173C9AA40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344A47A-3CF1-F0C6-17EE-D20AE1ECBB04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13D907F-6773-8325-7918-6ABB505F25B3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F1D496C-2768-064A-9FB9-21F50DDCD55F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28683FB-5E90-5F4A-EB43-91FBD8F805FB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7B976C2-39CD-C097-6619-2B857EA2A9A2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D1E32C-D7B1-52C3-9858-9A886CC2CF5A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2AEAC97-7EB1-C843-80F4-F207F2989734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5C3E93-B771-7EDF-DA88-E2812329E07A}"/>
              </a:ext>
            </a:extLst>
          </p:cNvPr>
          <p:cNvCxnSpPr>
            <a:cxnSpLocks/>
            <a:stCxn id="79" idx="3"/>
            <a:endCxn id="28" idx="1"/>
          </p:cNvCxnSpPr>
          <p:nvPr/>
        </p:nvCxnSpPr>
        <p:spPr>
          <a:xfrm flipV="1">
            <a:off x="8679692" y="2991307"/>
            <a:ext cx="300748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E246508-8CA5-B112-3210-C36373EC83A7}"/>
              </a:ext>
            </a:extLst>
          </p:cNvPr>
          <p:cNvSpPr txBox="1"/>
          <p:nvPr/>
        </p:nvSpPr>
        <p:spPr>
          <a:xfrm>
            <a:off x="11687175" y="161301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게임오버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0F55D2-8631-8BF8-7BD2-37158D429D8B}"/>
              </a:ext>
            </a:extLst>
          </p:cNvPr>
          <p:cNvSpPr txBox="1"/>
          <p:nvPr/>
        </p:nvSpPr>
        <p:spPr>
          <a:xfrm>
            <a:off x="11687175" y="28066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A24DF-1B9F-DF2A-1565-E52FB2543249}"/>
              </a:ext>
            </a:extLst>
          </p:cNvPr>
          <p:cNvSpPr txBox="1"/>
          <p:nvPr/>
        </p:nvSpPr>
        <p:spPr>
          <a:xfrm>
            <a:off x="11687175" y="373669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성장치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D09DE0F-59B6-4B96-430E-832BBBD65AEE}"/>
              </a:ext>
            </a:extLst>
          </p:cNvPr>
          <p:cNvCxnSpPr>
            <a:cxnSpLocks/>
            <a:stCxn id="5" idx="3"/>
            <a:endCxn id="27" idx="1"/>
          </p:cNvCxnSpPr>
          <p:nvPr/>
        </p:nvCxnSpPr>
        <p:spPr>
          <a:xfrm>
            <a:off x="7887515" y="1797682"/>
            <a:ext cx="3799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5583B35-3DE2-F837-761C-DDE342A57C80}"/>
              </a:ext>
            </a:extLst>
          </p:cNvPr>
          <p:cNvCxnSpPr>
            <a:cxnSpLocks/>
            <a:stCxn id="52" idx="3"/>
            <a:endCxn id="71" idx="1"/>
          </p:cNvCxnSpPr>
          <p:nvPr/>
        </p:nvCxnSpPr>
        <p:spPr>
          <a:xfrm>
            <a:off x="8192007" y="3921363"/>
            <a:ext cx="34951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509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95AA9-9D4D-BF32-4874-1B5C1DD8D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4B9BC80-171B-0B80-3FC3-1BCEE17190B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4E8E40-2218-6FDB-4A67-73DDD346B55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9C7589-7EFF-0EEA-1344-414301831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5BA23AF-08A7-8B12-22B8-B42974D76E4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8059797-0C04-B5C7-0BD8-B78003F2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5474950-D332-4726-0B16-34961F5298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272506D-21CA-F330-E395-BF4170B446D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7F338F3-BA37-8C03-AA27-0B5CFAFD252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A6EC96-87FC-7A37-2147-6999662F5C4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F6C7298-C62C-9A3F-84A8-840704FE2DF4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7949E9B-3F62-F5A7-0E3A-BA600E19B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5E5AEBC-1187-7163-101E-64FD94298B2D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AC3A90-58F9-AAC2-1749-C02E1135B6D2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B299A2A-1032-71A0-7243-EB15D104E671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DD3CC97F-A5A5-CEC1-E195-41AC04AD6E6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D4EC54D8-CF2C-6145-0075-C343961A3C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4E2CE6-BD4C-99CE-23DA-A9C3C302CE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FBA354E6-1D2D-BF6F-875F-40DB9A34D4EA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6F574AC-5DE0-08CF-F7E1-621305914526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C986CA-A35D-27F3-980B-62ED23F546F1}"/>
                </a:ext>
              </a:extLst>
            </p:cNvPr>
            <p:cNvSpPr txBox="1"/>
            <p:nvPr/>
          </p:nvSpPr>
          <p:spPr>
            <a:xfrm>
              <a:off x="3979967" y="1443739"/>
              <a:ext cx="37986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CLEAR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BA3D8B-DA49-FBE5-2E48-84379EBB33D5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E527876-58E0-5C9E-8B96-6A4563E00A73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005065A-4520-EB99-ACF3-E307716EF27F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392E27-1C4E-4E5B-0675-BD67DD33169E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54AD9D4-75EA-429E-EFFE-608BB630B22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9C0496-77A8-15CB-3366-D91A40367378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6ED7EC9-85DC-6A93-BE2E-384051C656C4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856E6B-A895-2813-4212-9B1FA20A42CE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B4F0BE5-9317-3D55-7C65-3A293CF93D33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AFC95A6-6A2A-F815-E5D7-FCEF81B6C610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53DA4724-192A-20B6-6C99-6422D0A829AE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F6E7933-506C-3312-4DF5-7F93AF3286CF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0F3F5FD0-0681-CCB4-ABE7-86C64DDA8E1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A5B68F91-0DB2-5100-14AE-A57A301777E6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717D7F-B294-8B79-1567-EE530AC7112A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089B0FA-672C-7B33-6FC5-2E1EE6D6CBFF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FC3DE777-4502-A325-45C0-3AFC9A01AEA8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89DADA2-AE34-A8EA-A1FC-BBF14B2862E1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701FB526-18D6-69CE-1C78-D75F33B6559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7E0C838-B292-C0F5-D251-572EE3F0855C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A832C794-F7F0-1A46-2F82-9C8919191394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38060C5-A55C-181D-CB24-0EFC0013FD6B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222CFF5D-0F6B-055B-EB6A-D94540854798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0377F769-2A6D-171E-7023-A2127E8D83F6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51B5956-B6DA-7AB1-8B9F-41106802EA5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D51B00D-984C-8DE0-98BE-0ECA1F604DAF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DE53C9A-3B63-0EEF-285C-246E48471B45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1956D02D-7AE7-37B5-70F3-5624192388CC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30910B5A-A536-64B8-82AE-E5E9C3820A7A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987B247-4D9E-8769-4280-446308CA7F56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1BF52224-29B9-E551-3828-8FB65D4473F8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7706137-AE8D-A753-BB17-2F2904290A0E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05CE071E-7B6F-0546-498A-B83386E87783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23086CA-1C4F-ABA7-F7E0-A24D4A8F39AA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B17C8076-8F3B-43C0-F652-CBF52DD5E793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9B7C445-F4AF-7CBF-10B5-9D467CF251FA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0C3D519C-C594-F4F9-563A-AE0D0A92749E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72B53931-E968-40AF-AF49-025E84D4D0A9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872ED37-60E6-7909-7E16-5B3EDBA92BC9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3EB2A72-1268-75A8-D009-CD451AB0BB3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C9D66EE6-E199-2419-0910-B82E607D3C53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B1184C9A-A01F-992D-6EF5-8B6437C650FA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51492A6-75AB-832D-979B-860A152A783D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F2A88E-B912-E790-D4DE-7C597F9433FD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46C723F0-93E8-EAF6-D6DF-8C7B0DC7FB56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FFC7D26-28ED-6EA0-BA15-594C471DE8F6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9EA56D0-0865-3C9D-333E-45C5794CB248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E64F0FA-C26C-46E2-7DB6-C8503349CF33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5B00364-E318-B827-C2C6-9BBB6A5FA46E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4C43546-9AD0-F90E-5204-ED8763BC37D1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1B22E67-4234-A0E0-2B65-03E18159FF02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E60C700-CB0B-F280-C4F9-19E646245FF9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4E703C-753C-BAC4-C945-5778990A88E4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5882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93EF-5470-A3F1-4056-30105862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F66CE15-1A39-7449-8A03-E5DA94A6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322" y="1347581"/>
            <a:ext cx="1800000" cy="1800000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EE01DDE-4D4B-DAF6-3C1C-F2F909467C36}"/>
              </a:ext>
            </a:extLst>
          </p:cNvPr>
          <p:cNvSpPr/>
          <p:nvPr/>
        </p:nvSpPr>
        <p:spPr>
          <a:xfrm>
            <a:off x="2391729" y="191148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5652A6E-5314-3FB2-1D45-3F59DF48D7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019E317-EAD8-75CF-3BA1-F98BB1773632}"/>
              </a:ext>
            </a:extLst>
          </p:cNvPr>
          <p:cNvSpPr/>
          <p:nvPr/>
        </p:nvSpPr>
        <p:spPr>
          <a:xfrm>
            <a:off x="6096000" y="1076908"/>
            <a:ext cx="4513053" cy="502640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774A390-FB8C-611A-A2B2-60F06DECA02B}"/>
              </a:ext>
            </a:extLst>
          </p:cNvPr>
          <p:cNvSpPr/>
          <p:nvPr/>
        </p:nvSpPr>
        <p:spPr>
          <a:xfrm>
            <a:off x="8901021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22B5741-A85D-C854-2417-C23A4CB010DA}"/>
              </a:ext>
            </a:extLst>
          </p:cNvPr>
          <p:cNvSpPr/>
          <p:nvPr/>
        </p:nvSpPr>
        <p:spPr>
          <a:xfrm>
            <a:off x="8067704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96F1E7-9AB1-ADC9-96B0-E85349F9AFC0}"/>
              </a:ext>
            </a:extLst>
          </p:cNvPr>
          <p:cNvSpPr/>
          <p:nvPr/>
        </p:nvSpPr>
        <p:spPr>
          <a:xfrm>
            <a:off x="7234387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04E226-E465-31F4-4C49-4EEDDBDD528B}"/>
              </a:ext>
            </a:extLst>
          </p:cNvPr>
          <p:cNvSpPr/>
          <p:nvPr/>
        </p:nvSpPr>
        <p:spPr>
          <a:xfrm>
            <a:off x="6401070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D578C7E-A4C7-9DDF-60B4-017819E5198A}"/>
              </a:ext>
            </a:extLst>
          </p:cNvPr>
          <p:cNvSpPr/>
          <p:nvPr/>
        </p:nvSpPr>
        <p:spPr>
          <a:xfrm>
            <a:off x="9734338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DE481A5-47D9-5B42-B4B3-F5438A43DBF2}"/>
              </a:ext>
            </a:extLst>
          </p:cNvPr>
          <p:cNvSpPr/>
          <p:nvPr/>
        </p:nvSpPr>
        <p:spPr>
          <a:xfrm>
            <a:off x="8901021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7A1B9C3-632B-0B89-D061-6BFFCF40C26F}"/>
              </a:ext>
            </a:extLst>
          </p:cNvPr>
          <p:cNvSpPr/>
          <p:nvPr/>
        </p:nvSpPr>
        <p:spPr>
          <a:xfrm>
            <a:off x="8067704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3A4059-6F3C-5ED6-A591-738D8A3E5E70}"/>
              </a:ext>
            </a:extLst>
          </p:cNvPr>
          <p:cNvSpPr/>
          <p:nvPr/>
        </p:nvSpPr>
        <p:spPr>
          <a:xfrm>
            <a:off x="7234387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061C470-B858-912B-BA0F-551CF7F1926E}"/>
              </a:ext>
            </a:extLst>
          </p:cNvPr>
          <p:cNvSpPr/>
          <p:nvPr/>
        </p:nvSpPr>
        <p:spPr>
          <a:xfrm>
            <a:off x="6401070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3E4560D-8D40-5D7C-A321-02AF559C8E6E}"/>
              </a:ext>
            </a:extLst>
          </p:cNvPr>
          <p:cNvSpPr/>
          <p:nvPr/>
        </p:nvSpPr>
        <p:spPr>
          <a:xfrm>
            <a:off x="9734338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39CA191-6AF6-6C14-F3D4-C7B20EF55C4D}"/>
              </a:ext>
            </a:extLst>
          </p:cNvPr>
          <p:cNvSpPr/>
          <p:nvPr/>
        </p:nvSpPr>
        <p:spPr>
          <a:xfrm>
            <a:off x="8901021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43B9FF-3209-B30B-9D94-7C820418815A}"/>
              </a:ext>
            </a:extLst>
          </p:cNvPr>
          <p:cNvSpPr/>
          <p:nvPr/>
        </p:nvSpPr>
        <p:spPr>
          <a:xfrm>
            <a:off x="8067704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B177125-3949-FD3A-2750-924236DEE323}"/>
              </a:ext>
            </a:extLst>
          </p:cNvPr>
          <p:cNvSpPr/>
          <p:nvPr/>
        </p:nvSpPr>
        <p:spPr>
          <a:xfrm>
            <a:off x="7234387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E2B69BA-6509-733B-CF03-821DE27915B7}"/>
              </a:ext>
            </a:extLst>
          </p:cNvPr>
          <p:cNvSpPr/>
          <p:nvPr/>
        </p:nvSpPr>
        <p:spPr>
          <a:xfrm>
            <a:off x="6401070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44A48C3-9DC1-26B8-21C4-940C4C97E7AB}"/>
              </a:ext>
            </a:extLst>
          </p:cNvPr>
          <p:cNvSpPr/>
          <p:nvPr/>
        </p:nvSpPr>
        <p:spPr>
          <a:xfrm>
            <a:off x="9734338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9E05F2CF-5CB0-B805-B923-D4B32A66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333" b="50000"/>
          <a:stretch>
            <a:fillRect/>
          </a:stretch>
        </p:blipFill>
        <p:spPr>
          <a:xfrm>
            <a:off x="6410474" y="5824222"/>
            <a:ext cx="3884103" cy="27739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01E9B2C5-1636-F4E1-C38E-EB5D7A3769F0}"/>
              </a:ext>
            </a:extLst>
          </p:cNvPr>
          <p:cNvSpPr txBox="1"/>
          <p:nvPr/>
        </p:nvSpPr>
        <p:spPr>
          <a:xfrm>
            <a:off x="6208144" y="114320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AEB7FF0-F62E-76C6-D404-9E0EC3D6BF39}"/>
              </a:ext>
            </a:extLst>
          </p:cNvPr>
          <p:cNvSpPr/>
          <p:nvPr/>
        </p:nvSpPr>
        <p:spPr>
          <a:xfrm>
            <a:off x="8901021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34268C-A061-4899-2286-EDE4E0520066}"/>
              </a:ext>
            </a:extLst>
          </p:cNvPr>
          <p:cNvSpPr/>
          <p:nvPr/>
        </p:nvSpPr>
        <p:spPr>
          <a:xfrm>
            <a:off x="8067704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62A4CD1-0280-A18E-8D95-EB3D67D0F2D9}"/>
              </a:ext>
            </a:extLst>
          </p:cNvPr>
          <p:cNvSpPr/>
          <p:nvPr/>
        </p:nvSpPr>
        <p:spPr>
          <a:xfrm>
            <a:off x="7234387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4A09DC-9543-16B5-DB76-E2874841DB13}"/>
              </a:ext>
            </a:extLst>
          </p:cNvPr>
          <p:cNvSpPr/>
          <p:nvPr/>
        </p:nvSpPr>
        <p:spPr>
          <a:xfrm>
            <a:off x="6401070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5C405FB-A64B-A1E7-A36B-868ABAF1A4A1}"/>
              </a:ext>
            </a:extLst>
          </p:cNvPr>
          <p:cNvSpPr/>
          <p:nvPr/>
        </p:nvSpPr>
        <p:spPr>
          <a:xfrm>
            <a:off x="9734338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5A7ABF3-9972-2687-FFB3-09755469BF67}"/>
              </a:ext>
            </a:extLst>
          </p:cNvPr>
          <p:cNvSpPr/>
          <p:nvPr/>
        </p:nvSpPr>
        <p:spPr>
          <a:xfrm>
            <a:off x="8901021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4897239-EB2C-53CF-8C2E-CADC5124D162}"/>
              </a:ext>
            </a:extLst>
          </p:cNvPr>
          <p:cNvSpPr/>
          <p:nvPr/>
        </p:nvSpPr>
        <p:spPr>
          <a:xfrm>
            <a:off x="8067704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C39CF-53FF-7711-3195-AB5E2EC750E7}"/>
              </a:ext>
            </a:extLst>
          </p:cNvPr>
          <p:cNvSpPr/>
          <p:nvPr/>
        </p:nvSpPr>
        <p:spPr>
          <a:xfrm>
            <a:off x="7234387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445BB55-F01E-99AE-B18B-41189B8AC1C9}"/>
              </a:ext>
            </a:extLst>
          </p:cNvPr>
          <p:cNvSpPr/>
          <p:nvPr/>
        </p:nvSpPr>
        <p:spPr>
          <a:xfrm>
            <a:off x="6401070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95304E4-77E2-F65A-F9B7-EF82EF8DB4E9}"/>
              </a:ext>
            </a:extLst>
          </p:cNvPr>
          <p:cNvSpPr/>
          <p:nvPr/>
        </p:nvSpPr>
        <p:spPr>
          <a:xfrm>
            <a:off x="9734338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CF9F04-1C0F-D69C-6394-F7A0961F893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장비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217C06C-750E-B75D-2F57-B19B161963D1}"/>
              </a:ext>
            </a:extLst>
          </p:cNvPr>
          <p:cNvSpPr/>
          <p:nvPr/>
        </p:nvSpPr>
        <p:spPr>
          <a:xfrm>
            <a:off x="1865054" y="3203262"/>
            <a:ext cx="3049846" cy="28834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493CB4-BD30-F4C6-6364-C832232B2AAF}"/>
              </a:ext>
            </a:extLst>
          </p:cNvPr>
          <p:cNvSpPr txBox="1"/>
          <p:nvPr/>
        </p:nvSpPr>
        <p:spPr>
          <a:xfrm>
            <a:off x="1967550" y="328175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2BAC5-9EB1-C73A-9EA2-F1497B47529D}"/>
              </a:ext>
            </a:extLst>
          </p:cNvPr>
          <p:cNvSpPr txBox="1"/>
          <p:nvPr/>
        </p:nvSpPr>
        <p:spPr>
          <a:xfrm>
            <a:off x="1908463" y="371778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6E113F-D2EF-21B4-F7E9-880103585659}"/>
              </a:ext>
            </a:extLst>
          </p:cNvPr>
          <p:cNvSpPr txBox="1"/>
          <p:nvPr/>
        </p:nvSpPr>
        <p:spPr>
          <a:xfrm>
            <a:off x="1908463" y="3931954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A5F117-A490-413F-3827-40D67E8CBD4A}"/>
              </a:ext>
            </a:extLst>
          </p:cNvPr>
          <p:cNvSpPr txBox="1"/>
          <p:nvPr/>
        </p:nvSpPr>
        <p:spPr>
          <a:xfrm>
            <a:off x="1908463" y="41594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63BEEE4-D7D1-10B2-A6A2-9A10FB816728}"/>
              </a:ext>
            </a:extLst>
          </p:cNvPr>
          <p:cNvSpPr txBox="1"/>
          <p:nvPr/>
        </p:nvSpPr>
        <p:spPr>
          <a:xfrm>
            <a:off x="1908463" y="4402881"/>
            <a:ext cx="7873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 속도 증가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1F010BB-5A17-B8E9-D6AA-370C147B745B}"/>
              </a:ext>
            </a:extLst>
          </p:cNvPr>
          <p:cNvSpPr txBox="1"/>
          <p:nvPr/>
        </p:nvSpPr>
        <p:spPr>
          <a:xfrm>
            <a:off x="1908463" y="46463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10794A0-5F12-E9E6-F2C4-E3E887BCDF68}"/>
              </a:ext>
            </a:extLst>
          </p:cNvPr>
          <p:cNvSpPr txBox="1"/>
          <p:nvPr/>
        </p:nvSpPr>
        <p:spPr>
          <a:xfrm>
            <a:off x="1908463" y="48897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00D269-BA48-F2A4-DC6B-681148EEE7E4}"/>
              </a:ext>
            </a:extLst>
          </p:cNvPr>
          <p:cNvSpPr txBox="1"/>
          <p:nvPr/>
        </p:nvSpPr>
        <p:spPr>
          <a:xfrm>
            <a:off x="1908463" y="51332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335B879-F4A3-F1F7-F56D-82B6E9E36989}"/>
              </a:ext>
            </a:extLst>
          </p:cNvPr>
          <p:cNvSpPr txBox="1"/>
          <p:nvPr/>
        </p:nvSpPr>
        <p:spPr>
          <a:xfrm>
            <a:off x="1897423" y="5349447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E7F642A-AD9F-660B-EB31-B0CDEDD216AF}"/>
              </a:ext>
            </a:extLst>
          </p:cNvPr>
          <p:cNvSpPr txBox="1"/>
          <p:nvPr/>
        </p:nvSpPr>
        <p:spPr>
          <a:xfrm>
            <a:off x="1897423" y="559290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2800B10-CB22-7971-17D2-04E011591912}"/>
              </a:ext>
            </a:extLst>
          </p:cNvPr>
          <p:cNvSpPr txBox="1"/>
          <p:nvPr/>
        </p:nvSpPr>
        <p:spPr>
          <a:xfrm>
            <a:off x="2832075" y="371778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F5483F4-D7D5-6F25-DE1C-4B59323303B2}"/>
              </a:ext>
            </a:extLst>
          </p:cNvPr>
          <p:cNvSpPr txBox="1"/>
          <p:nvPr/>
        </p:nvSpPr>
        <p:spPr>
          <a:xfrm>
            <a:off x="2777574" y="3931954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2685317-1A1B-4439-522C-29C81B1AAE1F}"/>
              </a:ext>
            </a:extLst>
          </p:cNvPr>
          <p:cNvSpPr txBox="1"/>
          <p:nvPr/>
        </p:nvSpPr>
        <p:spPr>
          <a:xfrm>
            <a:off x="2740704" y="41594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E75A158-7C3E-0FAB-2E76-1567609AF117}"/>
              </a:ext>
            </a:extLst>
          </p:cNvPr>
          <p:cNvSpPr txBox="1"/>
          <p:nvPr/>
        </p:nvSpPr>
        <p:spPr>
          <a:xfrm>
            <a:off x="2934667" y="44028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49B6E2A-8756-5F73-0E2F-7195B74F7A9D}"/>
              </a:ext>
            </a:extLst>
          </p:cNvPr>
          <p:cNvSpPr txBox="1"/>
          <p:nvPr/>
        </p:nvSpPr>
        <p:spPr>
          <a:xfrm>
            <a:off x="2934667" y="46463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F28DF9-018E-8F7F-A0B1-595AA0551035}"/>
              </a:ext>
            </a:extLst>
          </p:cNvPr>
          <p:cNvSpPr txBox="1"/>
          <p:nvPr/>
        </p:nvSpPr>
        <p:spPr>
          <a:xfrm>
            <a:off x="2832075" y="48897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B20DED5-6E6D-B4FD-BB78-8F2A2060DD6F}"/>
              </a:ext>
            </a:extLst>
          </p:cNvPr>
          <p:cNvSpPr txBox="1"/>
          <p:nvPr/>
        </p:nvSpPr>
        <p:spPr>
          <a:xfrm>
            <a:off x="2795206" y="51332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6DF54D-8D23-C411-07ED-E550E75F487A}"/>
              </a:ext>
            </a:extLst>
          </p:cNvPr>
          <p:cNvSpPr txBox="1"/>
          <p:nvPr/>
        </p:nvSpPr>
        <p:spPr>
          <a:xfrm>
            <a:off x="2730321" y="5349447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11FE370-DACE-30E7-775B-4874F2D6207A}"/>
              </a:ext>
            </a:extLst>
          </p:cNvPr>
          <p:cNvSpPr txBox="1"/>
          <p:nvPr/>
        </p:nvSpPr>
        <p:spPr>
          <a:xfrm>
            <a:off x="2703069" y="5587991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7E0CD54-717B-9D6A-C9AC-C582A7DD5147}"/>
              </a:ext>
            </a:extLst>
          </p:cNvPr>
          <p:cNvSpPr txBox="1"/>
          <p:nvPr/>
        </p:nvSpPr>
        <p:spPr>
          <a:xfrm>
            <a:off x="1897423" y="5834022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B21DF57-CB2E-ED9B-1D1E-D2B59B4A9863}"/>
              </a:ext>
            </a:extLst>
          </p:cNvPr>
          <p:cNvSpPr txBox="1"/>
          <p:nvPr/>
        </p:nvSpPr>
        <p:spPr>
          <a:xfrm>
            <a:off x="2897033" y="5829108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82BED8-7E31-3D86-ABA8-6184ABC03757}"/>
              </a:ext>
            </a:extLst>
          </p:cNvPr>
          <p:cNvSpPr txBox="1"/>
          <p:nvPr/>
        </p:nvSpPr>
        <p:spPr>
          <a:xfrm>
            <a:off x="2391729" y="5603538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5F748D3-2CCA-08FB-9FB3-8B55D72BD501}"/>
              </a:ext>
            </a:extLst>
          </p:cNvPr>
          <p:cNvSpPr/>
          <p:nvPr/>
        </p:nvSpPr>
        <p:spPr>
          <a:xfrm>
            <a:off x="4823188" y="3203262"/>
            <a:ext cx="91712" cy="2883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62CE0A38-D52F-210E-F30A-09A47A7114B9}"/>
              </a:ext>
            </a:extLst>
          </p:cNvPr>
          <p:cNvSpPr/>
          <p:nvPr/>
        </p:nvSpPr>
        <p:spPr>
          <a:xfrm>
            <a:off x="4823188" y="3207966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780976A8-B74D-7DDE-0B48-BCE75989F9E7}"/>
              </a:ext>
            </a:extLst>
          </p:cNvPr>
          <p:cNvSpPr/>
          <p:nvPr/>
        </p:nvSpPr>
        <p:spPr>
          <a:xfrm>
            <a:off x="10518099" y="1226718"/>
            <a:ext cx="91712" cy="46438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A96EAA19-78BB-55C4-89A2-BC41D6BB216D}"/>
              </a:ext>
            </a:extLst>
          </p:cNvPr>
          <p:cNvSpPr/>
          <p:nvPr/>
        </p:nvSpPr>
        <p:spPr>
          <a:xfrm>
            <a:off x="10518099" y="1226718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05" name="표 204">
            <a:extLst>
              <a:ext uri="{FF2B5EF4-FFF2-40B4-BE49-F238E27FC236}">
                <a16:creationId xmlns:a16="http://schemas.microsoft.com/office/drawing/2014/main" id="{00527C0F-2966-8B90-E4CA-88F1F19BE918}"/>
              </a:ext>
            </a:extLst>
          </p:cNvPr>
          <p:cNvGraphicFramePr>
            <a:graphicFrameLocks noGrp="1"/>
          </p:cNvGraphicFramePr>
          <p:nvPr/>
        </p:nvGraphicFramePr>
        <p:xfrm>
          <a:off x="3563771" y="3981109"/>
          <a:ext cx="920353" cy="198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3570">
                  <a:extLst>
                    <a:ext uri="{9D8B030D-6E8A-4147-A177-3AD203B41FA5}">
                      <a16:colId xmlns:a16="http://schemas.microsoft.com/office/drawing/2014/main" val="2668802746"/>
                    </a:ext>
                  </a:extLst>
                </a:gridCol>
                <a:gridCol w="466783">
                  <a:extLst>
                    <a:ext uri="{9D8B030D-6E8A-4147-A177-3AD203B41FA5}">
                      <a16:colId xmlns:a16="http://schemas.microsoft.com/office/drawing/2014/main" val="917208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화염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49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바람</a:t>
                      </a:r>
                      <a:endParaRPr lang="en-US" altLang="ko-KR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888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1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대지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68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얼음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950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전기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54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그림자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942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에너지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80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2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998723"/>
                  </a:ext>
                </a:extLst>
              </a:tr>
            </a:tbl>
          </a:graphicData>
        </a:graphic>
      </p:graphicFrame>
      <p:sp>
        <p:nvSpPr>
          <p:cNvPr id="206" name="TextBox 205">
            <a:extLst>
              <a:ext uri="{FF2B5EF4-FFF2-40B4-BE49-F238E27FC236}">
                <a16:creationId xmlns:a16="http://schemas.microsoft.com/office/drawing/2014/main" id="{74B05CCB-6B59-4F6D-BC43-8F9FEF651BB1}"/>
              </a:ext>
            </a:extLst>
          </p:cNvPr>
          <p:cNvSpPr txBox="1"/>
          <p:nvPr/>
        </p:nvSpPr>
        <p:spPr>
          <a:xfrm>
            <a:off x="3563072" y="3679207"/>
            <a:ext cx="9989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속성별 피해량</a:t>
            </a:r>
            <a:endParaRPr lang="ko-KR" altLang="en-US" sz="1000" b="1" dirty="0"/>
          </a:p>
        </p:txBody>
      </p: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FAF4B290-63FD-BA93-3DEB-7EB4B4C13DCA}"/>
              </a:ext>
            </a:extLst>
          </p:cNvPr>
          <p:cNvGrpSpPr/>
          <p:nvPr/>
        </p:nvGrpSpPr>
        <p:grpSpPr>
          <a:xfrm>
            <a:off x="6971576" y="1217193"/>
            <a:ext cx="540000" cy="246221"/>
            <a:chOff x="6971576" y="1217193"/>
            <a:chExt cx="540000" cy="246221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2C72E0C-A43B-3169-FE49-0E4FADF73EDA}"/>
                </a:ext>
              </a:extLst>
            </p:cNvPr>
            <p:cNvSpPr/>
            <p:nvPr/>
          </p:nvSpPr>
          <p:spPr>
            <a:xfrm>
              <a:off x="6971576" y="1226718"/>
              <a:ext cx="540000" cy="23111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C2B820BF-3747-A678-F6EC-85AFE7A6BCC6}"/>
                </a:ext>
              </a:extLst>
            </p:cNvPr>
            <p:cNvSpPr txBox="1"/>
            <p:nvPr/>
          </p:nvSpPr>
          <p:spPr>
            <a:xfrm>
              <a:off x="7012820" y="1217193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/>
                <a:t>무기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F2F456E-E7E8-76AF-1676-998A468E13AC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216DA-E8E6-9B81-1E2A-704BC0C2146B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장비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9845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871E-0165-D710-6411-F040F6A2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7CA719E7-2647-E0DC-9F1A-1C591F38967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23A36-2107-6FF5-AC7C-F36014716147}"/>
              </a:ext>
            </a:extLst>
          </p:cNvPr>
          <p:cNvSpPr txBox="1"/>
          <p:nvPr/>
        </p:nvSpPr>
        <p:spPr>
          <a:xfrm>
            <a:off x="962147" y="56008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업그레이드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1B9997D-B658-9E77-AD6E-12B119D9999F}"/>
              </a:ext>
            </a:extLst>
          </p:cNvPr>
          <p:cNvSpPr/>
          <p:nvPr/>
        </p:nvSpPr>
        <p:spPr>
          <a:xfrm>
            <a:off x="1769721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A9FB842-AD6A-1649-170F-2C99AD138472}"/>
              </a:ext>
            </a:extLst>
          </p:cNvPr>
          <p:cNvSpPr/>
          <p:nvPr/>
        </p:nvSpPr>
        <p:spPr>
          <a:xfrm>
            <a:off x="988227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041D04F-D385-07FA-2F9C-F96520B72DD1}"/>
              </a:ext>
            </a:extLst>
          </p:cNvPr>
          <p:cNvSpPr/>
          <p:nvPr/>
        </p:nvSpPr>
        <p:spPr>
          <a:xfrm>
            <a:off x="2928658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9A8F49B-C6D4-985C-6EEA-4F8CDF5744EC}"/>
              </a:ext>
            </a:extLst>
          </p:cNvPr>
          <p:cNvSpPr/>
          <p:nvPr/>
        </p:nvSpPr>
        <p:spPr>
          <a:xfrm>
            <a:off x="4087595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7540B70-BD27-1B56-A7AC-86E8ADAE1ED6}"/>
              </a:ext>
            </a:extLst>
          </p:cNvPr>
          <p:cNvSpPr/>
          <p:nvPr/>
        </p:nvSpPr>
        <p:spPr>
          <a:xfrm>
            <a:off x="5246532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FBB7CB8-6997-C746-48BF-9D870B18BEC5}"/>
              </a:ext>
            </a:extLst>
          </p:cNvPr>
          <p:cNvSpPr/>
          <p:nvPr/>
        </p:nvSpPr>
        <p:spPr>
          <a:xfrm>
            <a:off x="640546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3637FD6-6FB0-ED66-67A1-F0A26B4567E0}"/>
              </a:ext>
            </a:extLst>
          </p:cNvPr>
          <p:cNvSpPr/>
          <p:nvPr/>
        </p:nvSpPr>
        <p:spPr>
          <a:xfrm>
            <a:off x="7564406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DE66E-C95C-BB04-E4B5-B858163517F1}"/>
              </a:ext>
            </a:extLst>
          </p:cNvPr>
          <p:cNvSpPr/>
          <p:nvPr/>
        </p:nvSpPr>
        <p:spPr>
          <a:xfrm>
            <a:off x="8723343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DB93C74-A452-07E5-D60F-B168CDBD66C4}"/>
              </a:ext>
            </a:extLst>
          </p:cNvPr>
          <p:cNvSpPr/>
          <p:nvPr/>
        </p:nvSpPr>
        <p:spPr>
          <a:xfrm>
            <a:off x="1769721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9AE5921-A9ED-4E1D-4B07-E41E736AB4CE}"/>
              </a:ext>
            </a:extLst>
          </p:cNvPr>
          <p:cNvSpPr/>
          <p:nvPr/>
        </p:nvSpPr>
        <p:spPr>
          <a:xfrm>
            <a:off x="988227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6BB8753-DA75-44A2-43A2-BD2D5513A72C}"/>
              </a:ext>
            </a:extLst>
          </p:cNvPr>
          <p:cNvSpPr/>
          <p:nvPr/>
        </p:nvSpPr>
        <p:spPr>
          <a:xfrm>
            <a:off x="2928658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593BA03-E741-6F96-63C0-0B47E0AF9756}"/>
              </a:ext>
            </a:extLst>
          </p:cNvPr>
          <p:cNvSpPr/>
          <p:nvPr/>
        </p:nvSpPr>
        <p:spPr>
          <a:xfrm>
            <a:off x="4087595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09B5FC1-9296-ABF6-1ADF-117ACC4FE177}"/>
              </a:ext>
            </a:extLst>
          </p:cNvPr>
          <p:cNvSpPr/>
          <p:nvPr/>
        </p:nvSpPr>
        <p:spPr>
          <a:xfrm>
            <a:off x="5246532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6ADDD79-408D-192A-C6DA-FCE7AD58EFC3}"/>
              </a:ext>
            </a:extLst>
          </p:cNvPr>
          <p:cNvSpPr/>
          <p:nvPr/>
        </p:nvSpPr>
        <p:spPr>
          <a:xfrm>
            <a:off x="640546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5C6C006A-4A15-9DF5-1D6E-ED6E2835E8D0}"/>
              </a:ext>
            </a:extLst>
          </p:cNvPr>
          <p:cNvSpPr/>
          <p:nvPr/>
        </p:nvSpPr>
        <p:spPr>
          <a:xfrm>
            <a:off x="7564406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88ACE11-8496-05ED-E6DD-B52694BDC4EC}"/>
              </a:ext>
            </a:extLst>
          </p:cNvPr>
          <p:cNvSpPr/>
          <p:nvPr/>
        </p:nvSpPr>
        <p:spPr>
          <a:xfrm>
            <a:off x="8723343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1BBD27-24C4-5515-3977-22F97851EB7B}"/>
              </a:ext>
            </a:extLst>
          </p:cNvPr>
          <p:cNvSpPr/>
          <p:nvPr/>
        </p:nvSpPr>
        <p:spPr>
          <a:xfrm>
            <a:off x="1769721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05A4442-E702-685B-AFB1-1897327200BA}"/>
              </a:ext>
            </a:extLst>
          </p:cNvPr>
          <p:cNvSpPr/>
          <p:nvPr/>
        </p:nvSpPr>
        <p:spPr>
          <a:xfrm>
            <a:off x="2928658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241DE82-7DCA-E26E-1462-F005116DFA6E}"/>
              </a:ext>
            </a:extLst>
          </p:cNvPr>
          <p:cNvSpPr/>
          <p:nvPr/>
        </p:nvSpPr>
        <p:spPr>
          <a:xfrm>
            <a:off x="4087595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E649CF4-C59B-C103-D3CB-CC933B34B3D9}"/>
              </a:ext>
            </a:extLst>
          </p:cNvPr>
          <p:cNvSpPr/>
          <p:nvPr/>
        </p:nvSpPr>
        <p:spPr>
          <a:xfrm>
            <a:off x="5246532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39AF42F-1055-FBAC-3B85-8E316EA96B54}"/>
              </a:ext>
            </a:extLst>
          </p:cNvPr>
          <p:cNvSpPr/>
          <p:nvPr/>
        </p:nvSpPr>
        <p:spPr>
          <a:xfrm>
            <a:off x="640546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773EE8A-EF05-57F1-4E12-B4F4E8503062}"/>
              </a:ext>
            </a:extLst>
          </p:cNvPr>
          <p:cNvSpPr/>
          <p:nvPr/>
        </p:nvSpPr>
        <p:spPr>
          <a:xfrm>
            <a:off x="7564406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D54EB4-5719-E5D4-3A58-348FDC4B9568}"/>
              </a:ext>
            </a:extLst>
          </p:cNvPr>
          <p:cNvSpPr txBox="1"/>
          <p:nvPr/>
        </p:nvSpPr>
        <p:spPr>
          <a:xfrm>
            <a:off x="1812735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9F4E67-A431-DAE4-85F1-5CB0A4C178CF}"/>
              </a:ext>
            </a:extLst>
          </p:cNvPr>
          <p:cNvSpPr txBox="1"/>
          <p:nvPr/>
        </p:nvSpPr>
        <p:spPr>
          <a:xfrm>
            <a:off x="2812975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 재생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21BE36-99BD-F54C-E566-10FC7ABB9F8D}"/>
              </a:ext>
            </a:extLst>
          </p:cNvPr>
          <p:cNvSpPr txBox="1"/>
          <p:nvPr/>
        </p:nvSpPr>
        <p:spPr>
          <a:xfrm>
            <a:off x="4063283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피해량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C58F5-05A0-D6A5-1CC9-12D63C325FBA}"/>
              </a:ext>
            </a:extLst>
          </p:cNvPr>
          <p:cNvSpPr txBox="1"/>
          <p:nvPr/>
        </p:nvSpPr>
        <p:spPr>
          <a:xfrm>
            <a:off x="5130850" y="1924030"/>
            <a:ext cx="77136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이동 속도</a:t>
            </a:r>
            <a:br>
              <a:rPr lang="en-US" altLang="ko-KR" sz="1050" b="1" dirty="0"/>
            </a:br>
            <a:r>
              <a:rPr lang="ko-KR" altLang="en-US" sz="1050" b="1" dirty="0"/>
              <a:t>증가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768F2-7DFD-509C-2AC5-771092BB4358}"/>
              </a:ext>
            </a:extLst>
          </p:cNvPr>
          <p:cNvSpPr txBox="1"/>
          <p:nvPr/>
        </p:nvSpPr>
        <p:spPr>
          <a:xfrm>
            <a:off x="6381157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방어력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2794E7-23AB-E795-3175-5F9383E36DBF}"/>
              </a:ext>
            </a:extLst>
          </p:cNvPr>
          <p:cNvSpPr txBox="1"/>
          <p:nvPr/>
        </p:nvSpPr>
        <p:spPr>
          <a:xfrm>
            <a:off x="7607420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0B6A95-59E7-D449-1AF6-8738F8E05017}"/>
              </a:ext>
            </a:extLst>
          </p:cNvPr>
          <p:cNvSpPr txBox="1"/>
          <p:nvPr/>
        </p:nvSpPr>
        <p:spPr>
          <a:xfrm>
            <a:off x="8607660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 회복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D92B52-755E-0BC1-41A8-3373017D5832}"/>
              </a:ext>
            </a:extLst>
          </p:cNvPr>
          <p:cNvSpPr txBox="1"/>
          <p:nvPr/>
        </p:nvSpPr>
        <p:spPr>
          <a:xfrm>
            <a:off x="9790641" y="1924030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재사용</a:t>
            </a:r>
            <a:br>
              <a:rPr lang="en-US" altLang="ko-KR" sz="1050" b="1" dirty="0"/>
            </a:br>
            <a:r>
              <a:rPr lang="ko-KR" altLang="en-US" sz="1050" b="1" dirty="0"/>
              <a:t>대기시간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05AD5D-3867-B017-3943-F2B2C82D0578}"/>
              </a:ext>
            </a:extLst>
          </p:cNvPr>
          <p:cNvSpPr txBox="1"/>
          <p:nvPr/>
        </p:nvSpPr>
        <p:spPr>
          <a:xfrm>
            <a:off x="1586712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개수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B8942A-D271-D4DC-5F72-FB599CB7D936}"/>
              </a:ext>
            </a:extLst>
          </p:cNvPr>
          <p:cNvSpPr txBox="1"/>
          <p:nvPr/>
        </p:nvSpPr>
        <p:spPr>
          <a:xfrm>
            <a:off x="2745650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크기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8474D0-545B-0F38-3882-B1F7FAA55F32}"/>
              </a:ext>
            </a:extLst>
          </p:cNvPr>
          <p:cNvSpPr txBox="1"/>
          <p:nvPr/>
        </p:nvSpPr>
        <p:spPr>
          <a:xfrm>
            <a:off x="3971912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기술 범위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47C67E-3DDA-CE1C-0A45-6DCE428BDF38}"/>
              </a:ext>
            </a:extLst>
          </p:cNvPr>
          <p:cNvSpPr txBox="1"/>
          <p:nvPr/>
        </p:nvSpPr>
        <p:spPr>
          <a:xfrm>
            <a:off x="5063524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경험치 획득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974829-F158-D3DB-204F-506DAF91A7ED}"/>
              </a:ext>
            </a:extLst>
          </p:cNvPr>
          <p:cNvSpPr txBox="1"/>
          <p:nvPr/>
        </p:nvSpPr>
        <p:spPr>
          <a:xfrm>
            <a:off x="6289786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획득 반경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CACDB-E1CC-EFFB-E1E5-B7AC7EF91639}"/>
              </a:ext>
            </a:extLst>
          </p:cNvPr>
          <p:cNvSpPr txBox="1"/>
          <p:nvPr/>
        </p:nvSpPr>
        <p:spPr>
          <a:xfrm>
            <a:off x="7381397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전체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240AEE-410F-758C-E704-82CB78015FEA}"/>
              </a:ext>
            </a:extLst>
          </p:cNvPr>
          <p:cNvSpPr txBox="1"/>
          <p:nvPr/>
        </p:nvSpPr>
        <p:spPr>
          <a:xfrm>
            <a:off x="8540335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화염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D5AF1-A8DA-25D3-FE25-90FB99CBEAAB}"/>
              </a:ext>
            </a:extLst>
          </p:cNvPr>
          <p:cNvSpPr txBox="1"/>
          <p:nvPr/>
        </p:nvSpPr>
        <p:spPr>
          <a:xfrm>
            <a:off x="9699270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바람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3D5FCA-09BB-09F6-68FD-8253B3B534CA}"/>
              </a:ext>
            </a:extLst>
          </p:cNvPr>
          <p:cNvSpPr txBox="1"/>
          <p:nvPr/>
        </p:nvSpPr>
        <p:spPr>
          <a:xfrm>
            <a:off x="1586712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F34A1F-137A-857C-FE95-CED0CD670024}"/>
              </a:ext>
            </a:extLst>
          </p:cNvPr>
          <p:cNvSpPr txBox="1"/>
          <p:nvPr/>
        </p:nvSpPr>
        <p:spPr>
          <a:xfrm>
            <a:off x="2745649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대지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004FCD-6296-0B06-766C-748CC9027CEF}"/>
              </a:ext>
            </a:extLst>
          </p:cNvPr>
          <p:cNvSpPr txBox="1"/>
          <p:nvPr/>
        </p:nvSpPr>
        <p:spPr>
          <a:xfrm>
            <a:off x="3904586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얼음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A18C94-518F-731E-91E0-D2FB930B5E0A}"/>
              </a:ext>
            </a:extLst>
          </p:cNvPr>
          <p:cNvSpPr txBox="1"/>
          <p:nvPr/>
        </p:nvSpPr>
        <p:spPr>
          <a:xfrm>
            <a:off x="5063523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전기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A5DA14-A55F-1CF8-4E54-3CBEFCD1A84E}"/>
              </a:ext>
            </a:extLst>
          </p:cNvPr>
          <p:cNvSpPr txBox="1"/>
          <p:nvPr/>
        </p:nvSpPr>
        <p:spPr>
          <a:xfrm>
            <a:off x="622246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그림자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D5E47D-F14B-169E-9C6A-E4E2C50851F8}"/>
              </a:ext>
            </a:extLst>
          </p:cNvPr>
          <p:cNvSpPr txBox="1"/>
          <p:nvPr/>
        </p:nvSpPr>
        <p:spPr>
          <a:xfrm>
            <a:off x="7381397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에너지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48ACF618-1AE0-BC0C-74CC-363968395A46}"/>
              </a:ext>
            </a:extLst>
          </p:cNvPr>
          <p:cNvSpPr/>
          <p:nvPr/>
        </p:nvSpPr>
        <p:spPr>
          <a:xfrm>
            <a:off x="8689413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2838023-A953-946B-764D-BF8886C42649}"/>
              </a:ext>
            </a:extLst>
          </p:cNvPr>
          <p:cNvSpPr txBox="1"/>
          <p:nvPr/>
        </p:nvSpPr>
        <p:spPr>
          <a:xfrm>
            <a:off x="8506404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물리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F0D957F1-5358-33C1-6194-813F344DDEE2}"/>
              </a:ext>
            </a:extLst>
          </p:cNvPr>
          <p:cNvSpPr/>
          <p:nvPr/>
        </p:nvSpPr>
        <p:spPr>
          <a:xfrm>
            <a:off x="988227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FE8C66-BCA3-3556-37C1-5281D1B5375D}"/>
              </a:ext>
            </a:extLst>
          </p:cNvPr>
          <p:cNvSpPr txBox="1"/>
          <p:nvPr/>
        </p:nvSpPr>
        <p:spPr>
          <a:xfrm>
            <a:off x="969927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독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8EAE9A-8DA3-9472-FCCD-981554D92B02}"/>
              </a:ext>
            </a:extLst>
          </p:cNvPr>
          <p:cNvSpPr txBox="1"/>
          <p:nvPr/>
        </p:nvSpPr>
        <p:spPr>
          <a:xfrm>
            <a:off x="171254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B0F01BF-4EBE-3C5F-214A-9861F14A7AB2}"/>
              </a:ext>
            </a:extLst>
          </p:cNvPr>
          <p:cNvSpPr txBox="1"/>
          <p:nvPr/>
        </p:nvSpPr>
        <p:spPr>
          <a:xfrm>
            <a:off x="175663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79CEF22-0E08-453B-656F-C4687BCF86C0}"/>
              </a:ext>
            </a:extLst>
          </p:cNvPr>
          <p:cNvSpPr txBox="1"/>
          <p:nvPr/>
        </p:nvSpPr>
        <p:spPr>
          <a:xfrm>
            <a:off x="2875492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99C3D79-CFE4-D9FB-B7AE-A18CF776C14B}"/>
              </a:ext>
            </a:extLst>
          </p:cNvPr>
          <p:cNvSpPr txBox="1"/>
          <p:nvPr/>
        </p:nvSpPr>
        <p:spPr>
          <a:xfrm>
            <a:off x="2919575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77C9E9E-264A-BC15-1B56-666FE1A638D3}"/>
              </a:ext>
            </a:extLst>
          </p:cNvPr>
          <p:cNvSpPr txBox="1"/>
          <p:nvPr/>
        </p:nvSpPr>
        <p:spPr>
          <a:xfrm>
            <a:off x="4010384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847C65-05B2-5B57-FCF5-36FE164C2FA2}"/>
              </a:ext>
            </a:extLst>
          </p:cNvPr>
          <p:cNvSpPr txBox="1"/>
          <p:nvPr/>
        </p:nvSpPr>
        <p:spPr>
          <a:xfrm>
            <a:off x="4054467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9693E80-BB49-AE24-D769-AC25CB80EC8C}"/>
              </a:ext>
            </a:extLst>
          </p:cNvPr>
          <p:cNvSpPr txBox="1"/>
          <p:nvPr/>
        </p:nvSpPr>
        <p:spPr>
          <a:xfrm>
            <a:off x="5145010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5AE397C-ED19-9020-17AF-F3B12B4C9AF0}"/>
              </a:ext>
            </a:extLst>
          </p:cNvPr>
          <p:cNvSpPr txBox="1"/>
          <p:nvPr/>
        </p:nvSpPr>
        <p:spPr>
          <a:xfrm>
            <a:off x="5189093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E8BCEA-AB57-4059-9736-2CDEA1591A37}"/>
              </a:ext>
            </a:extLst>
          </p:cNvPr>
          <p:cNvSpPr txBox="1"/>
          <p:nvPr/>
        </p:nvSpPr>
        <p:spPr>
          <a:xfrm>
            <a:off x="6319711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10A8348-4FC1-F57A-2347-DD227F260DD5}"/>
              </a:ext>
            </a:extLst>
          </p:cNvPr>
          <p:cNvSpPr txBox="1"/>
          <p:nvPr/>
        </p:nvSpPr>
        <p:spPr>
          <a:xfrm>
            <a:off x="6363794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D78F4B6E-0F81-A3C6-D8AA-1FC98F5CC1F7}"/>
              </a:ext>
            </a:extLst>
          </p:cNvPr>
          <p:cNvSpPr txBox="1"/>
          <p:nvPr/>
        </p:nvSpPr>
        <p:spPr>
          <a:xfrm>
            <a:off x="753448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30FE553-8CDA-375B-36AE-6B0D9D7A354F}"/>
              </a:ext>
            </a:extLst>
          </p:cNvPr>
          <p:cNvSpPr txBox="1"/>
          <p:nvPr/>
        </p:nvSpPr>
        <p:spPr>
          <a:xfrm>
            <a:off x="757857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291C374-E2D3-52FB-E4AA-EE45E334D532}"/>
              </a:ext>
            </a:extLst>
          </p:cNvPr>
          <p:cNvSpPr txBox="1"/>
          <p:nvPr/>
        </p:nvSpPr>
        <p:spPr>
          <a:xfrm>
            <a:off x="866903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E4C5AF6-98D6-F5D8-2211-FD91535E4FDF}"/>
              </a:ext>
            </a:extLst>
          </p:cNvPr>
          <p:cNvSpPr txBox="1"/>
          <p:nvPr/>
        </p:nvSpPr>
        <p:spPr>
          <a:xfrm>
            <a:off x="871312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235CC6F-D787-7057-7DDC-6851A650A9E0}"/>
              </a:ext>
            </a:extLst>
          </p:cNvPr>
          <p:cNvSpPr txBox="1"/>
          <p:nvPr/>
        </p:nvSpPr>
        <p:spPr>
          <a:xfrm>
            <a:off x="9812285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85C5695E-A6D5-A627-457D-FD3CAF5D376F}"/>
              </a:ext>
            </a:extLst>
          </p:cNvPr>
          <p:cNvSpPr txBox="1"/>
          <p:nvPr/>
        </p:nvSpPr>
        <p:spPr>
          <a:xfrm>
            <a:off x="9856368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CB89C3-A91F-2804-8F04-DB852AED77ED}"/>
              </a:ext>
            </a:extLst>
          </p:cNvPr>
          <p:cNvSpPr txBox="1"/>
          <p:nvPr/>
        </p:nvSpPr>
        <p:spPr>
          <a:xfrm>
            <a:off x="171254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729885D-38CF-3C5C-5415-658329A88A04}"/>
              </a:ext>
            </a:extLst>
          </p:cNvPr>
          <p:cNvSpPr txBox="1"/>
          <p:nvPr/>
        </p:nvSpPr>
        <p:spPr>
          <a:xfrm>
            <a:off x="175663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E804E47-D5EC-6EB2-9663-23FD83275F15}"/>
              </a:ext>
            </a:extLst>
          </p:cNvPr>
          <p:cNvSpPr txBox="1"/>
          <p:nvPr/>
        </p:nvSpPr>
        <p:spPr>
          <a:xfrm>
            <a:off x="2875492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A12576-9A74-DB55-7792-9923B829C3F7}"/>
              </a:ext>
            </a:extLst>
          </p:cNvPr>
          <p:cNvSpPr txBox="1"/>
          <p:nvPr/>
        </p:nvSpPr>
        <p:spPr>
          <a:xfrm>
            <a:off x="2919575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A50C341-681F-7F25-EE67-C679E7C2FD4E}"/>
              </a:ext>
            </a:extLst>
          </p:cNvPr>
          <p:cNvSpPr txBox="1"/>
          <p:nvPr/>
        </p:nvSpPr>
        <p:spPr>
          <a:xfrm>
            <a:off x="4010384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9864EA7-1CDB-C4C8-2444-805BD8F287A9}"/>
              </a:ext>
            </a:extLst>
          </p:cNvPr>
          <p:cNvSpPr txBox="1"/>
          <p:nvPr/>
        </p:nvSpPr>
        <p:spPr>
          <a:xfrm>
            <a:off x="4054467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51381DC-2856-E262-4935-4588232C0C2E}"/>
              </a:ext>
            </a:extLst>
          </p:cNvPr>
          <p:cNvSpPr txBox="1"/>
          <p:nvPr/>
        </p:nvSpPr>
        <p:spPr>
          <a:xfrm>
            <a:off x="5145010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E4DBCAF-351B-79EE-87F1-5EE4202A62B2}"/>
              </a:ext>
            </a:extLst>
          </p:cNvPr>
          <p:cNvSpPr txBox="1"/>
          <p:nvPr/>
        </p:nvSpPr>
        <p:spPr>
          <a:xfrm>
            <a:off x="5189093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9264232-3FE5-3884-8A42-AD3C0861D2D8}"/>
              </a:ext>
            </a:extLst>
          </p:cNvPr>
          <p:cNvSpPr txBox="1"/>
          <p:nvPr/>
        </p:nvSpPr>
        <p:spPr>
          <a:xfrm>
            <a:off x="6319711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339C0570-A7B1-2987-D393-D938272C01DA}"/>
              </a:ext>
            </a:extLst>
          </p:cNvPr>
          <p:cNvSpPr txBox="1"/>
          <p:nvPr/>
        </p:nvSpPr>
        <p:spPr>
          <a:xfrm>
            <a:off x="6363794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C72653C-159F-B525-57A2-E98F9A09629B}"/>
              </a:ext>
            </a:extLst>
          </p:cNvPr>
          <p:cNvSpPr txBox="1"/>
          <p:nvPr/>
        </p:nvSpPr>
        <p:spPr>
          <a:xfrm>
            <a:off x="753448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2D0C763-E922-9371-8A90-15CEF4481DFC}"/>
              </a:ext>
            </a:extLst>
          </p:cNvPr>
          <p:cNvSpPr txBox="1"/>
          <p:nvPr/>
        </p:nvSpPr>
        <p:spPr>
          <a:xfrm>
            <a:off x="757857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4902A06-3D38-5210-3E1E-462DA375FA8D}"/>
              </a:ext>
            </a:extLst>
          </p:cNvPr>
          <p:cNvSpPr txBox="1"/>
          <p:nvPr/>
        </p:nvSpPr>
        <p:spPr>
          <a:xfrm>
            <a:off x="866903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E3A0975-B431-6ED1-E978-52C519C7E7A5}"/>
              </a:ext>
            </a:extLst>
          </p:cNvPr>
          <p:cNvSpPr txBox="1"/>
          <p:nvPr/>
        </p:nvSpPr>
        <p:spPr>
          <a:xfrm>
            <a:off x="871312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61F5369-7C0B-0636-34E0-58C532B99D20}"/>
              </a:ext>
            </a:extLst>
          </p:cNvPr>
          <p:cNvSpPr txBox="1"/>
          <p:nvPr/>
        </p:nvSpPr>
        <p:spPr>
          <a:xfrm>
            <a:off x="9812285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712F68B0-A742-BE80-05FA-EBCAEF8B6BA4}"/>
              </a:ext>
            </a:extLst>
          </p:cNvPr>
          <p:cNvSpPr txBox="1"/>
          <p:nvPr/>
        </p:nvSpPr>
        <p:spPr>
          <a:xfrm>
            <a:off x="9856368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A4E691B-7113-7F83-E9AE-DAD63D9196C1}"/>
              </a:ext>
            </a:extLst>
          </p:cNvPr>
          <p:cNvSpPr txBox="1"/>
          <p:nvPr/>
        </p:nvSpPr>
        <p:spPr>
          <a:xfrm>
            <a:off x="171254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11FE0DD-2B3B-E644-81DE-077C2BE56437}"/>
              </a:ext>
            </a:extLst>
          </p:cNvPr>
          <p:cNvSpPr txBox="1"/>
          <p:nvPr/>
        </p:nvSpPr>
        <p:spPr>
          <a:xfrm>
            <a:off x="175663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EE5F3B8-AF24-9328-E3A8-DE6E911C7D8D}"/>
              </a:ext>
            </a:extLst>
          </p:cNvPr>
          <p:cNvSpPr txBox="1"/>
          <p:nvPr/>
        </p:nvSpPr>
        <p:spPr>
          <a:xfrm>
            <a:off x="2875492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85559409-13EB-CDEB-1C11-3A4DF273B88F}"/>
              </a:ext>
            </a:extLst>
          </p:cNvPr>
          <p:cNvSpPr txBox="1"/>
          <p:nvPr/>
        </p:nvSpPr>
        <p:spPr>
          <a:xfrm>
            <a:off x="2919575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1610BB8-4BAC-73BA-F338-1E374A9F0431}"/>
              </a:ext>
            </a:extLst>
          </p:cNvPr>
          <p:cNvSpPr txBox="1"/>
          <p:nvPr/>
        </p:nvSpPr>
        <p:spPr>
          <a:xfrm>
            <a:off x="4010384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5950B31-4924-0B10-EA39-D79546312168}"/>
              </a:ext>
            </a:extLst>
          </p:cNvPr>
          <p:cNvSpPr txBox="1"/>
          <p:nvPr/>
        </p:nvSpPr>
        <p:spPr>
          <a:xfrm>
            <a:off x="4054467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CCE967-EAFB-F7FB-9B16-307ECCD27603}"/>
              </a:ext>
            </a:extLst>
          </p:cNvPr>
          <p:cNvSpPr txBox="1"/>
          <p:nvPr/>
        </p:nvSpPr>
        <p:spPr>
          <a:xfrm>
            <a:off x="5145010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A34BFB8A-AAC1-FC59-5C3C-2E2F86EB4D81}"/>
              </a:ext>
            </a:extLst>
          </p:cNvPr>
          <p:cNvSpPr txBox="1"/>
          <p:nvPr/>
        </p:nvSpPr>
        <p:spPr>
          <a:xfrm>
            <a:off x="5189093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704BA50-B3D6-8351-0D51-3D914CADA9AE}"/>
              </a:ext>
            </a:extLst>
          </p:cNvPr>
          <p:cNvSpPr txBox="1"/>
          <p:nvPr/>
        </p:nvSpPr>
        <p:spPr>
          <a:xfrm>
            <a:off x="6319711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346DA18-1EC8-483A-134D-38310B7A87B6}"/>
              </a:ext>
            </a:extLst>
          </p:cNvPr>
          <p:cNvSpPr txBox="1"/>
          <p:nvPr/>
        </p:nvSpPr>
        <p:spPr>
          <a:xfrm>
            <a:off x="6363794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21DA8F4-9832-D3FD-107B-CF1B15CB5670}"/>
              </a:ext>
            </a:extLst>
          </p:cNvPr>
          <p:cNvSpPr txBox="1"/>
          <p:nvPr/>
        </p:nvSpPr>
        <p:spPr>
          <a:xfrm>
            <a:off x="753448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22561FE-BE01-2A7D-951F-24DE198F2F53}"/>
              </a:ext>
            </a:extLst>
          </p:cNvPr>
          <p:cNvSpPr txBox="1"/>
          <p:nvPr/>
        </p:nvSpPr>
        <p:spPr>
          <a:xfrm>
            <a:off x="757857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A987F28-2EB9-B9FC-F0C5-37430FE9FE70}"/>
              </a:ext>
            </a:extLst>
          </p:cNvPr>
          <p:cNvSpPr txBox="1"/>
          <p:nvPr/>
        </p:nvSpPr>
        <p:spPr>
          <a:xfrm>
            <a:off x="866903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D3FAF85-FCC5-0220-6DA0-441A41BAAD41}"/>
              </a:ext>
            </a:extLst>
          </p:cNvPr>
          <p:cNvSpPr txBox="1"/>
          <p:nvPr/>
        </p:nvSpPr>
        <p:spPr>
          <a:xfrm>
            <a:off x="871312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9979AE0-7E78-D023-488F-D8A6BBBF2E9A}"/>
              </a:ext>
            </a:extLst>
          </p:cNvPr>
          <p:cNvSpPr txBox="1"/>
          <p:nvPr/>
        </p:nvSpPr>
        <p:spPr>
          <a:xfrm>
            <a:off x="9812285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4D971EA-187D-0B62-2A25-59D5EBC348DF}"/>
              </a:ext>
            </a:extLst>
          </p:cNvPr>
          <p:cNvSpPr txBox="1"/>
          <p:nvPr/>
        </p:nvSpPr>
        <p:spPr>
          <a:xfrm>
            <a:off x="9856368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9CD3D39-A1BA-D9CF-D1B7-39F0D94503D4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50128811-F880-45C2-C3E0-05B26CB2B616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46CC0FFE-DA81-5AC3-9308-57560E8EDC2D}"/>
              </a:ext>
            </a:extLst>
          </p:cNvPr>
          <p:cNvCxnSpPr>
            <a:cxnSpLocks/>
          </p:cNvCxnSpPr>
          <p:nvPr/>
        </p:nvCxnSpPr>
        <p:spPr>
          <a:xfrm>
            <a:off x="1518249" y="2819509"/>
            <a:ext cx="9187132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FB36496E-42D9-26D5-7146-2FDFB217B162}"/>
              </a:ext>
            </a:extLst>
          </p:cNvPr>
          <p:cNvCxnSpPr>
            <a:cxnSpLocks/>
          </p:cNvCxnSpPr>
          <p:nvPr/>
        </p:nvCxnSpPr>
        <p:spPr>
          <a:xfrm>
            <a:off x="1518249" y="4498185"/>
            <a:ext cx="9169879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B20B403D-7A0D-6365-67FB-0EA61C8CCA89}"/>
              </a:ext>
            </a:extLst>
          </p:cNvPr>
          <p:cNvCxnSpPr>
            <a:cxnSpLocks/>
          </p:cNvCxnSpPr>
          <p:nvPr/>
        </p:nvCxnSpPr>
        <p:spPr>
          <a:xfrm>
            <a:off x="610435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B338AEB3-E612-BDA8-CB5F-AF385A3125E8}"/>
              </a:ext>
            </a:extLst>
          </p:cNvPr>
          <p:cNvCxnSpPr>
            <a:cxnSpLocks/>
          </p:cNvCxnSpPr>
          <p:nvPr/>
        </p:nvCxnSpPr>
        <p:spPr>
          <a:xfrm>
            <a:off x="495265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A7AC91A3-E185-EA6D-41E5-4B76FADBEC4A}"/>
              </a:ext>
            </a:extLst>
          </p:cNvPr>
          <p:cNvCxnSpPr>
            <a:cxnSpLocks/>
          </p:cNvCxnSpPr>
          <p:nvPr/>
        </p:nvCxnSpPr>
        <p:spPr>
          <a:xfrm>
            <a:off x="380096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932DC97C-C4B2-124F-4185-717957D910BB}"/>
              </a:ext>
            </a:extLst>
          </p:cNvPr>
          <p:cNvCxnSpPr>
            <a:cxnSpLocks/>
          </p:cNvCxnSpPr>
          <p:nvPr/>
        </p:nvCxnSpPr>
        <p:spPr>
          <a:xfrm>
            <a:off x="264926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D705F143-A89E-F93F-7489-A73BA81AB6F5}"/>
              </a:ext>
            </a:extLst>
          </p:cNvPr>
          <p:cNvCxnSpPr>
            <a:cxnSpLocks/>
          </p:cNvCxnSpPr>
          <p:nvPr/>
        </p:nvCxnSpPr>
        <p:spPr>
          <a:xfrm>
            <a:off x="725604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직선 연결선 251">
            <a:extLst>
              <a:ext uri="{FF2B5EF4-FFF2-40B4-BE49-F238E27FC236}">
                <a16:creationId xmlns:a16="http://schemas.microsoft.com/office/drawing/2014/main" id="{8459D73F-E7FC-53E4-BD91-53D2425531A1}"/>
              </a:ext>
            </a:extLst>
          </p:cNvPr>
          <p:cNvCxnSpPr>
            <a:cxnSpLocks/>
          </p:cNvCxnSpPr>
          <p:nvPr/>
        </p:nvCxnSpPr>
        <p:spPr>
          <a:xfrm>
            <a:off x="840774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직선 연결선 252">
            <a:extLst>
              <a:ext uri="{FF2B5EF4-FFF2-40B4-BE49-F238E27FC236}">
                <a16:creationId xmlns:a16="http://schemas.microsoft.com/office/drawing/2014/main" id="{CA020D6F-D6E1-EFBA-3981-2E37F7E31982}"/>
              </a:ext>
            </a:extLst>
          </p:cNvPr>
          <p:cNvCxnSpPr>
            <a:cxnSpLocks/>
          </p:cNvCxnSpPr>
          <p:nvPr/>
        </p:nvCxnSpPr>
        <p:spPr>
          <a:xfrm>
            <a:off x="955943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직선 연결선 257">
            <a:extLst>
              <a:ext uri="{FF2B5EF4-FFF2-40B4-BE49-F238E27FC236}">
                <a16:creationId xmlns:a16="http://schemas.microsoft.com/office/drawing/2014/main" id="{F9B475F2-D703-64BF-B4F9-229696DB0FC1}"/>
              </a:ext>
            </a:extLst>
          </p:cNvPr>
          <p:cNvCxnSpPr>
            <a:cxnSpLocks/>
          </p:cNvCxnSpPr>
          <p:nvPr/>
        </p:nvCxnSpPr>
        <p:spPr>
          <a:xfrm>
            <a:off x="10711133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직선 연결선 298">
            <a:extLst>
              <a:ext uri="{FF2B5EF4-FFF2-40B4-BE49-F238E27FC236}">
                <a16:creationId xmlns:a16="http://schemas.microsoft.com/office/drawing/2014/main" id="{08713ECA-129B-63BD-C7E3-61A16C4C6162}"/>
              </a:ext>
            </a:extLst>
          </p:cNvPr>
          <p:cNvCxnSpPr>
            <a:cxnSpLocks/>
          </p:cNvCxnSpPr>
          <p:nvPr/>
        </p:nvCxnSpPr>
        <p:spPr>
          <a:xfrm>
            <a:off x="921466" y="6219082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직선 연결선 299">
            <a:extLst>
              <a:ext uri="{FF2B5EF4-FFF2-40B4-BE49-F238E27FC236}">
                <a16:creationId xmlns:a16="http://schemas.microsoft.com/office/drawing/2014/main" id="{9F656FF0-BB2C-A81B-5621-3650571A7134}"/>
              </a:ext>
            </a:extLst>
          </p:cNvPr>
          <p:cNvCxnSpPr>
            <a:cxnSpLocks/>
          </p:cNvCxnSpPr>
          <p:nvPr/>
        </p:nvCxnSpPr>
        <p:spPr>
          <a:xfrm>
            <a:off x="149757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D7D5015-84AD-B2B8-E207-24B25BE40E93}"/>
              </a:ext>
            </a:extLst>
          </p:cNvPr>
          <p:cNvSpPr txBox="1"/>
          <p:nvPr/>
        </p:nvSpPr>
        <p:spPr>
          <a:xfrm>
            <a:off x="912000" y="67859"/>
            <a:ext cx="3321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업그레이드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425997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3B740-CDD6-2210-8BF3-88EDEDC4E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ECE15B-3221-9812-8EEB-683E3DF8B2C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1251E7-A198-9A1A-8626-BFA9C962A9FA}"/>
              </a:ext>
            </a:extLst>
          </p:cNvPr>
          <p:cNvSpPr/>
          <p:nvPr/>
        </p:nvSpPr>
        <p:spPr>
          <a:xfrm>
            <a:off x="1080655" y="3731491"/>
            <a:ext cx="2152072" cy="24568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6DA95-7131-82AF-A4A1-9977411ADAA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상점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955A903-BF28-6F0F-1679-478CE1556DEB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rgbClr val="D5D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F0568E3-66ED-E409-B2BA-DC73B3DA520F}"/>
              </a:ext>
            </a:extLst>
          </p:cNvPr>
          <p:cNvSpPr/>
          <p:nvPr/>
        </p:nvSpPr>
        <p:spPr>
          <a:xfrm>
            <a:off x="3666836" y="1849513"/>
            <a:ext cx="7038109" cy="42441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7E888D0-0CBA-F472-264E-ACEACED0AAA0}"/>
              </a:ext>
            </a:extLst>
          </p:cNvPr>
          <p:cNvSpPr/>
          <p:nvPr/>
        </p:nvSpPr>
        <p:spPr>
          <a:xfrm>
            <a:off x="4408873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25CAA00-2D2E-745E-7BDA-DA6644942C25}"/>
              </a:ext>
            </a:extLst>
          </p:cNvPr>
          <p:cNvSpPr/>
          <p:nvPr/>
        </p:nvSpPr>
        <p:spPr>
          <a:xfrm>
            <a:off x="7045285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5B9B2FD-225B-0DA3-04ED-A54F32737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518"/>
          <a:stretch>
            <a:fillRect/>
          </a:stretch>
        </p:blipFill>
        <p:spPr>
          <a:xfrm>
            <a:off x="9780340" y="2531611"/>
            <a:ext cx="924605" cy="2901948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1A0C7CEF-A684-FC73-4479-C49940DCBE3A}"/>
              </a:ext>
            </a:extLst>
          </p:cNvPr>
          <p:cNvCxnSpPr/>
          <p:nvPr/>
        </p:nvCxnSpPr>
        <p:spPr>
          <a:xfrm>
            <a:off x="10704945" y="2531611"/>
            <a:ext cx="0" cy="288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BA5D9A-8124-F6B2-D926-373674AAA22A}"/>
              </a:ext>
            </a:extLst>
          </p:cNvPr>
          <p:cNvSpPr/>
          <p:nvPr/>
        </p:nvSpPr>
        <p:spPr>
          <a:xfrm flipV="1">
            <a:off x="3666836" y="5907174"/>
            <a:ext cx="7038109" cy="194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0A202DD-A1E7-C761-CC18-66647596F473}"/>
              </a:ext>
            </a:extLst>
          </p:cNvPr>
          <p:cNvSpPr/>
          <p:nvPr/>
        </p:nvSpPr>
        <p:spPr>
          <a:xfrm flipV="1">
            <a:off x="3851192" y="5907174"/>
            <a:ext cx="1392452" cy="19464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81C93F-CDB5-4E39-A352-99E3631D5E7B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2C3EF7F-445D-8EE6-BB46-50B1C173C3DE}"/>
              </a:ext>
            </a:extLst>
          </p:cNvPr>
          <p:cNvSpPr/>
          <p:nvPr/>
        </p:nvSpPr>
        <p:spPr>
          <a:xfrm>
            <a:off x="1265382" y="2070992"/>
            <a:ext cx="1826399" cy="4996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705A3A-0661-ECF4-B857-00D6E9566EC8}"/>
              </a:ext>
            </a:extLst>
          </p:cNvPr>
          <p:cNvSpPr/>
          <p:nvPr/>
        </p:nvSpPr>
        <p:spPr>
          <a:xfrm>
            <a:off x="1265382" y="2968381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6699122-D6BF-65FB-E430-113FC44C79B7}"/>
              </a:ext>
            </a:extLst>
          </p:cNvPr>
          <p:cNvSpPr/>
          <p:nvPr/>
        </p:nvSpPr>
        <p:spPr>
          <a:xfrm>
            <a:off x="1265382" y="4064660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4E8715C-B920-4E53-188C-E0003AA5E62A}"/>
              </a:ext>
            </a:extLst>
          </p:cNvPr>
          <p:cNvSpPr/>
          <p:nvPr/>
        </p:nvSpPr>
        <p:spPr>
          <a:xfrm>
            <a:off x="1265382" y="4763159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22BCA32-F5B8-CB13-665D-25244936C979}"/>
              </a:ext>
            </a:extLst>
          </p:cNvPr>
          <p:cNvSpPr/>
          <p:nvPr/>
        </p:nvSpPr>
        <p:spPr>
          <a:xfrm>
            <a:off x="1265382" y="5461658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CD56BF-7819-3CBA-F0BA-3D06AC18DFBA}"/>
              </a:ext>
            </a:extLst>
          </p:cNvPr>
          <p:cNvSpPr txBox="1"/>
          <p:nvPr/>
        </p:nvSpPr>
        <p:spPr>
          <a:xfrm>
            <a:off x="1855415" y="21361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688AD6-C951-0BC0-6DED-DA91A8333408}"/>
              </a:ext>
            </a:extLst>
          </p:cNvPr>
          <p:cNvSpPr txBox="1"/>
          <p:nvPr/>
        </p:nvSpPr>
        <p:spPr>
          <a:xfrm>
            <a:off x="1739999" y="303352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소모품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C5AD19-B97A-2BAB-29A3-996F7E5BC701}"/>
              </a:ext>
            </a:extLst>
          </p:cNvPr>
          <p:cNvSpPr txBox="1"/>
          <p:nvPr/>
        </p:nvSpPr>
        <p:spPr>
          <a:xfrm>
            <a:off x="1855414" y="412979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스킬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96D86-E984-DC4A-525E-036E495C123A}"/>
              </a:ext>
            </a:extLst>
          </p:cNvPr>
          <p:cNvSpPr txBox="1"/>
          <p:nvPr/>
        </p:nvSpPr>
        <p:spPr>
          <a:xfrm>
            <a:off x="1855414" y="48282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유물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85587-6FAA-431D-94B0-B6EF4F70C466}"/>
              </a:ext>
            </a:extLst>
          </p:cNvPr>
          <p:cNvSpPr txBox="1"/>
          <p:nvPr/>
        </p:nvSpPr>
        <p:spPr>
          <a:xfrm>
            <a:off x="1855415" y="55254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장비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7897A3F-0021-326D-8169-6D36447BA8B9}"/>
              </a:ext>
            </a:extLst>
          </p:cNvPr>
          <p:cNvGrpSpPr/>
          <p:nvPr/>
        </p:nvGrpSpPr>
        <p:grpSpPr>
          <a:xfrm>
            <a:off x="1174207" y="3546825"/>
            <a:ext cx="886896" cy="369332"/>
            <a:chOff x="4572000" y="-25086"/>
            <a:chExt cx="1182255" cy="3693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490280EC-09FA-0BF4-63C9-80F4DDBACE2F}"/>
                </a:ext>
              </a:extLst>
            </p:cNvPr>
            <p:cNvSpPr/>
            <p:nvPr/>
          </p:nvSpPr>
          <p:spPr>
            <a:xfrm>
              <a:off x="4572000" y="0"/>
              <a:ext cx="1182255" cy="2915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93012F8-ADC4-3A50-F56F-970B329B78FA}"/>
                </a:ext>
              </a:extLst>
            </p:cNvPr>
            <p:cNvSpPr txBox="1"/>
            <p:nvPr/>
          </p:nvSpPr>
          <p:spPr>
            <a:xfrm>
              <a:off x="4732339" y="-25086"/>
              <a:ext cx="8615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해금</a:t>
              </a:r>
            </a:p>
          </p:txBody>
        </p:sp>
      </p:grp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0F7BC496-A621-3BA2-075B-0D0BC7249C0A}"/>
              </a:ext>
            </a:extLst>
          </p:cNvPr>
          <p:cNvSpPr/>
          <p:nvPr/>
        </p:nvSpPr>
        <p:spPr>
          <a:xfrm>
            <a:off x="5218873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1E4A07DC-B545-EE76-3034-07A3E3B724F3}"/>
              </a:ext>
            </a:extLst>
          </p:cNvPr>
          <p:cNvSpPr/>
          <p:nvPr/>
        </p:nvSpPr>
        <p:spPr>
          <a:xfrm>
            <a:off x="7855285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C7FD0D67-6409-0229-7E20-3031CA30D9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427553" y="2908935"/>
            <a:ext cx="277391" cy="560881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0860B08B-BB02-7C43-135E-2C0F4CBA59E8}"/>
              </a:ext>
            </a:extLst>
          </p:cNvPr>
          <p:cNvSpPr txBox="1"/>
          <p:nvPr/>
        </p:nvSpPr>
        <p:spPr>
          <a:xfrm>
            <a:off x="4893998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화염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5013E43-FA89-9B62-C9EF-0BB231260A3E}"/>
              </a:ext>
            </a:extLst>
          </p:cNvPr>
          <p:cNvSpPr txBox="1"/>
          <p:nvPr/>
        </p:nvSpPr>
        <p:spPr>
          <a:xfrm>
            <a:off x="7530410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얼음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FF763D-FF26-A79E-F370-7F56EA9CA3C6}"/>
              </a:ext>
            </a:extLst>
          </p:cNvPr>
          <p:cNvSpPr txBox="1"/>
          <p:nvPr/>
        </p:nvSpPr>
        <p:spPr>
          <a:xfrm>
            <a:off x="10118738" y="35330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전기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137359-8ED5-7D10-0FCF-2031C3139CAC}"/>
              </a:ext>
            </a:extLst>
          </p:cNvPr>
          <p:cNvSpPr txBox="1"/>
          <p:nvPr/>
        </p:nvSpPr>
        <p:spPr>
          <a:xfrm>
            <a:off x="4669467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불꽃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19D4DD-3FE1-5BD7-D254-051262D98C29}"/>
              </a:ext>
            </a:extLst>
          </p:cNvPr>
          <p:cNvSpPr txBox="1"/>
          <p:nvPr/>
        </p:nvSpPr>
        <p:spPr>
          <a:xfrm>
            <a:off x="7308393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얼음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5BAB7D23-19AE-300F-CAEF-0333C3F26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425"/>
          <a:stretch>
            <a:fillRect/>
          </a:stretch>
        </p:blipFill>
        <p:spPr>
          <a:xfrm>
            <a:off x="9952995" y="4064660"/>
            <a:ext cx="751949" cy="51210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458A56C-C6EB-0DC8-E558-688DD6D2CA73}"/>
              </a:ext>
            </a:extLst>
          </p:cNvPr>
          <p:cNvSpPr txBox="1"/>
          <p:nvPr/>
        </p:nvSpPr>
        <p:spPr>
          <a:xfrm>
            <a:off x="5084754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62F0E6D-0F0B-7CFD-7A22-DD816324D113}"/>
              </a:ext>
            </a:extLst>
          </p:cNvPr>
          <p:cNvSpPr txBox="1"/>
          <p:nvPr/>
        </p:nvSpPr>
        <p:spPr>
          <a:xfrm>
            <a:off x="7721166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pic>
        <p:nvPicPr>
          <p:cNvPr id="93" name="그림 92">
            <a:extLst>
              <a:ext uri="{FF2B5EF4-FFF2-40B4-BE49-F238E27FC236}">
                <a16:creationId xmlns:a16="http://schemas.microsoft.com/office/drawing/2014/main" id="{60A03881-D105-3583-0472-A2775A7192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4167"/>
          <a:stretch>
            <a:fillRect/>
          </a:stretch>
        </p:blipFill>
        <p:spPr>
          <a:xfrm>
            <a:off x="10383811" y="4802786"/>
            <a:ext cx="321133" cy="481626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7491665A-7736-A58B-E85A-239F016F4EDD}"/>
              </a:ext>
            </a:extLst>
          </p:cNvPr>
          <p:cNvSpPr txBox="1"/>
          <p:nvPr/>
        </p:nvSpPr>
        <p:spPr>
          <a:xfrm>
            <a:off x="9875033" y="63105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3250</a:t>
            </a:r>
            <a:endParaRPr lang="ko-KR" altLang="en-US" dirty="0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20DFE3F-854F-8FF5-8E0D-49D1F544E83D}"/>
              </a:ext>
            </a:extLst>
          </p:cNvPr>
          <p:cNvGrpSpPr/>
          <p:nvPr/>
        </p:nvGrpSpPr>
        <p:grpSpPr>
          <a:xfrm>
            <a:off x="9395687" y="677422"/>
            <a:ext cx="527673" cy="363888"/>
            <a:chOff x="9395687" y="677422"/>
            <a:chExt cx="527673" cy="363888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68A977E6-7AC1-4E1B-FEFC-31A6E173FDD7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2F0F9C85-2ACF-540A-231A-110CDF4E64C5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56785F3E-9A03-341B-DC4C-8B4B2855A398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0E52D431-681F-1C8C-E110-56F7DDA7B672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00C5721D-5AA1-968A-5CB7-96CBFD9ED86F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상점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550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1F3-E9E7-8A74-B154-F9C24DA3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7824A2F-1D49-A3A0-1461-5E41ACFAD83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A0E89A-AEA2-79D3-37C1-A892666EFE23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30AE8B-77CE-8C38-89E8-AE04A50FEF5E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68AEC6-5F2A-BB16-34B4-E607518D04DE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30BB09-2A06-6A0E-5F4B-A93DF366673E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6BBACC-8534-33B2-5C8A-1FFED96D29B1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785D04-C13E-F720-2651-920AAB520293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2F171FA-CEB3-9FDB-5997-99EC5316B29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1A8221-83B0-1596-146F-954A20A46C29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EE615C-298D-2E3E-32BA-4E80FDFDEA97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BC7B653-B53F-FB7C-1578-FD0AB46AD233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81CF6-BAEE-B430-4BAE-6D3ABBF63937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D6AE70-AD08-5575-3458-E69C865D0914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C4C65-C73C-7F11-A8DD-FF411AE39905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6D2982-568D-9A09-4FC0-A045D07AA204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3AA95C-AE1E-4BB8-3CC5-1EC056A6B85F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AC740C-DDB1-CB8C-3A38-DDEF1FF68975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B01730-5C49-4B13-6DD4-0B1337411D6C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C5E341-ECAF-6288-F0E6-1CB03498C446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3ABBAEC-36DF-3B25-874D-213345D5E1C5}"/>
              </a:ext>
            </a:extLst>
          </p:cNvPr>
          <p:cNvSpPr/>
          <p:nvPr/>
        </p:nvSpPr>
        <p:spPr>
          <a:xfrm>
            <a:off x="268775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AAEBAD7-B411-61AB-EAC6-0206EFB40274}"/>
              </a:ext>
            </a:extLst>
          </p:cNvPr>
          <p:cNvSpPr/>
          <p:nvPr/>
        </p:nvSpPr>
        <p:spPr>
          <a:xfrm>
            <a:off x="337179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E38B9D7-F810-BC40-36EA-45775D409862}"/>
              </a:ext>
            </a:extLst>
          </p:cNvPr>
          <p:cNvSpPr/>
          <p:nvPr/>
        </p:nvSpPr>
        <p:spPr>
          <a:xfrm>
            <a:off x="405583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6D6657C-14E9-F551-269A-0DDC4FF090F5}"/>
              </a:ext>
            </a:extLst>
          </p:cNvPr>
          <p:cNvSpPr/>
          <p:nvPr/>
        </p:nvSpPr>
        <p:spPr>
          <a:xfrm>
            <a:off x="473987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AC33186-2560-538D-B6ED-F7C20730E8C8}"/>
              </a:ext>
            </a:extLst>
          </p:cNvPr>
          <p:cNvSpPr/>
          <p:nvPr/>
        </p:nvSpPr>
        <p:spPr>
          <a:xfrm>
            <a:off x="542392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B84C921-3854-863E-568D-46C760282960}"/>
              </a:ext>
            </a:extLst>
          </p:cNvPr>
          <p:cNvSpPr/>
          <p:nvPr/>
        </p:nvSpPr>
        <p:spPr>
          <a:xfrm>
            <a:off x="610796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D86CAE1-0C42-6C0B-9E23-42CB693C402E}"/>
              </a:ext>
            </a:extLst>
          </p:cNvPr>
          <p:cNvSpPr/>
          <p:nvPr/>
        </p:nvSpPr>
        <p:spPr>
          <a:xfrm>
            <a:off x="679200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632A580-E713-2569-B050-DB9E5358A1BB}"/>
              </a:ext>
            </a:extLst>
          </p:cNvPr>
          <p:cNvSpPr/>
          <p:nvPr/>
        </p:nvSpPr>
        <p:spPr>
          <a:xfrm>
            <a:off x="747604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3A57C07-8B87-FE74-B5E7-D4FE8BF2A061}"/>
              </a:ext>
            </a:extLst>
          </p:cNvPr>
          <p:cNvSpPr/>
          <p:nvPr/>
        </p:nvSpPr>
        <p:spPr>
          <a:xfrm>
            <a:off x="816008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AFC1CCA-99FE-5873-0F28-446B9C5AC7FD}"/>
              </a:ext>
            </a:extLst>
          </p:cNvPr>
          <p:cNvSpPr/>
          <p:nvPr/>
        </p:nvSpPr>
        <p:spPr>
          <a:xfrm>
            <a:off x="884413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9C6C49A2-C95B-8B03-105D-A9517C77F377}"/>
              </a:ext>
            </a:extLst>
          </p:cNvPr>
          <p:cNvSpPr/>
          <p:nvPr/>
        </p:nvSpPr>
        <p:spPr>
          <a:xfrm>
            <a:off x="952817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DCD5824-5E28-B789-CF78-A8CBC5FA1C41}"/>
              </a:ext>
            </a:extLst>
          </p:cNvPr>
          <p:cNvSpPr/>
          <p:nvPr/>
        </p:nvSpPr>
        <p:spPr>
          <a:xfrm>
            <a:off x="1021221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ECEF2EE-0AC6-D0F3-D37D-6F54EA7AC9AF}"/>
              </a:ext>
            </a:extLst>
          </p:cNvPr>
          <p:cNvSpPr/>
          <p:nvPr/>
        </p:nvSpPr>
        <p:spPr>
          <a:xfrm>
            <a:off x="268775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AA7D5E97-AAB9-BA26-892D-0DCDFF3911E7}"/>
              </a:ext>
            </a:extLst>
          </p:cNvPr>
          <p:cNvSpPr/>
          <p:nvPr/>
        </p:nvSpPr>
        <p:spPr>
          <a:xfrm>
            <a:off x="337179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FB97B62-DBD7-A193-8FE3-7824354540E8}"/>
              </a:ext>
            </a:extLst>
          </p:cNvPr>
          <p:cNvSpPr/>
          <p:nvPr/>
        </p:nvSpPr>
        <p:spPr>
          <a:xfrm>
            <a:off x="405583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5F0BE9C-DAAB-FDCF-8313-45FDA0D7F336}"/>
              </a:ext>
            </a:extLst>
          </p:cNvPr>
          <p:cNvSpPr/>
          <p:nvPr/>
        </p:nvSpPr>
        <p:spPr>
          <a:xfrm>
            <a:off x="473987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76DAD38A-554F-CE01-11EF-12EF416F024A}"/>
              </a:ext>
            </a:extLst>
          </p:cNvPr>
          <p:cNvSpPr/>
          <p:nvPr/>
        </p:nvSpPr>
        <p:spPr>
          <a:xfrm>
            <a:off x="542392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0B9E5698-4FB8-80A8-23C0-9F950FF34546}"/>
              </a:ext>
            </a:extLst>
          </p:cNvPr>
          <p:cNvSpPr/>
          <p:nvPr/>
        </p:nvSpPr>
        <p:spPr>
          <a:xfrm>
            <a:off x="610796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8B577B5-8A6E-0DDD-CFFA-A6276D192E03}"/>
              </a:ext>
            </a:extLst>
          </p:cNvPr>
          <p:cNvSpPr/>
          <p:nvPr/>
        </p:nvSpPr>
        <p:spPr>
          <a:xfrm>
            <a:off x="679200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1B09CB8A-9912-1126-2606-45E153F7AEE5}"/>
              </a:ext>
            </a:extLst>
          </p:cNvPr>
          <p:cNvSpPr/>
          <p:nvPr/>
        </p:nvSpPr>
        <p:spPr>
          <a:xfrm>
            <a:off x="747604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10755B5-90CB-9D77-5585-19D98A9BE063}"/>
              </a:ext>
            </a:extLst>
          </p:cNvPr>
          <p:cNvSpPr/>
          <p:nvPr/>
        </p:nvSpPr>
        <p:spPr>
          <a:xfrm>
            <a:off x="816008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8DBA99C-8096-4B0C-1ECA-A54E8ADD1F73}"/>
              </a:ext>
            </a:extLst>
          </p:cNvPr>
          <p:cNvSpPr/>
          <p:nvPr/>
        </p:nvSpPr>
        <p:spPr>
          <a:xfrm>
            <a:off x="884413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6E63851-5A9F-FCF4-E25A-CB52B75C05FF}"/>
              </a:ext>
            </a:extLst>
          </p:cNvPr>
          <p:cNvSpPr/>
          <p:nvPr/>
        </p:nvSpPr>
        <p:spPr>
          <a:xfrm>
            <a:off x="952817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064EF128-7414-0551-8559-E859D21DDD16}"/>
              </a:ext>
            </a:extLst>
          </p:cNvPr>
          <p:cNvSpPr/>
          <p:nvPr/>
        </p:nvSpPr>
        <p:spPr>
          <a:xfrm>
            <a:off x="1021221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31A7883-49E4-2658-81DA-1FC1E9EC094E}"/>
              </a:ext>
            </a:extLst>
          </p:cNvPr>
          <p:cNvSpPr/>
          <p:nvPr/>
        </p:nvSpPr>
        <p:spPr>
          <a:xfrm>
            <a:off x="268775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4924660-6B45-3097-31F5-CEFEB010127D}"/>
              </a:ext>
            </a:extLst>
          </p:cNvPr>
          <p:cNvSpPr/>
          <p:nvPr/>
        </p:nvSpPr>
        <p:spPr>
          <a:xfrm>
            <a:off x="337179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9BA11E46-7C75-852E-14F4-CF34AB05C20C}"/>
              </a:ext>
            </a:extLst>
          </p:cNvPr>
          <p:cNvSpPr/>
          <p:nvPr/>
        </p:nvSpPr>
        <p:spPr>
          <a:xfrm>
            <a:off x="405583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7B5B1D77-5A09-3EE7-493C-8EBDE69C24BA}"/>
              </a:ext>
            </a:extLst>
          </p:cNvPr>
          <p:cNvSpPr/>
          <p:nvPr/>
        </p:nvSpPr>
        <p:spPr>
          <a:xfrm>
            <a:off x="473987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EBC49B8-12B5-E121-F158-11B85DE8C0CE}"/>
              </a:ext>
            </a:extLst>
          </p:cNvPr>
          <p:cNvSpPr/>
          <p:nvPr/>
        </p:nvSpPr>
        <p:spPr>
          <a:xfrm>
            <a:off x="542392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B293F592-D247-86EF-8218-D33AAA5E47BC}"/>
              </a:ext>
            </a:extLst>
          </p:cNvPr>
          <p:cNvSpPr/>
          <p:nvPr/>
        </p:nvSpPr>
        <p:spPr>
          <a:xfrm>
            <a:off x="610796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92FBEC3F-ECBB-7BE7-10F4-C2B678B345EB}"/>
              </a:ext>
            </a:extLst>
          </p:cNvPr>
          <p:cNvSpPr/>
          <p:nvPr/>
        </p:nvSpPr>
        <p:spPr>
          <a:xfrm>
            <a:off x="679200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D7C82C-415E-6839-6B3C-E53651B4B395}"/>
              </a:ext>
            </a:extLst>
          </p:cNvPr>
          <p:cNvSpPr/>
          <p:nvPr/>
        </p:nvSpPr>
        <p:spPr>
          <a:xfrm>
            <a:off x="747604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0E51112C-FCD4-4198-FBBA-275BDF6AB940}"/>
              </a:ext>
            </a:extLst>
          </p:cNvPr>
          <p:cNvSpPr/>
          <p:nvPr/>
        </p:nvSpPr>
        <p:spPr>
          <a:xfrm>
            <a:off x="816008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DDE3955-5A6A-4D75-AAB7-8A0A741374D1}"/>
              </a:ext>
            </a:extLst>
          </p:cNvPr>
          <p:cNvSpPr/>
          <p:nvPr/>
        </p:nvSpPr>
        <p:spPr>
          <a:xfrm>
            <a:off x="884413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F2404499-93F2-78D0-BC08-645EB348C8BC}"/>
              </a:ext>
            </a:extLst>
          </p:cNvPr>
          <p:cNvSpPr/>
          <p:nvPr/>
        </p:nvSpPr>
        <p:spPr>
          <a:xfrm>
            <a:off x="952817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D097B29F-DA96-E4B7-852D-14F76BEED6DC}"/>
              </a:ext>
            </a:extLst>
          </p:cNvPr>
          <p:cNvSpPr/>
          <p:nvPr/>
        </p:nvSpPr>
        <p:spPr>
          <a:xfrm>
            <a:off x="1021221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89DCCF98-DDCA-1F8B-B69C-8409568ED0CA}"/>
              </a:ext>
            </a:extLst>
          </p:cNvPr>
          <p:cNvSpPr/>
          <p:nvPr/>
        </p:nvSpPr>
        <p:spPr>
          <a:xfrm>
            <a:off x="268775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E00E89B6-E216-751C-9CCB-D23146034A2E}"/>
              </a:ext>
            </a:extLst>
          </p:cNvPr>
          <p:cNvSpPr/>
          <p:nvPr/>
        </p:nvSpPr>
        <p:spPr>
          <a:xfrm>
            <a:off x="337179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F08B63A-A910-5EC4-DED6-857539B9AB03}"/>
              </a:ext>
            </a:extLst>
          </p:cNvPr>
          <p:cNvSpPr/>
          <p:nvPr/>
        </p:nvSpPr>
        <p:spPr>
          <a:xfrm>
            <a:off x="405583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A20A017-A0FD-DAAB-091D-E788EE2064B1}"/>
              </a:ext>
            </a:extLst>
          </p:cNvPr>
          <p:cNvSpPr/>
          <p:nvPr/>
        </p:nvSpPr>
        <p:spPr>
          <a:xfrm>
            <a:off x="473987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F54A95B0-093C-2556-D4E8-BD048D6D05D1}"/>
              </a:ext>
            </a:extLst>
          </p:cNvPr>
          <p:cNvSpPr/>
          <p:nvPr/>
        </p:nvSpPr>
        <p:spPr>
          <a:xfrm>
            <a:off x="542392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8F9DB15-3845-6335-4DB6-E2F7DD87D261}"/>
              </a:ext>
            </a:extLst>
          </p:cNvPr>
          <p:cNvSpPr/>
          <p:nvPr/>
        </p:nvSpPr>
        <p:spPr>
          <a:xfrm>
            <a:off x="610796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146ADD8-73BF-7869-EF7B-7427A9DB479A}"/>
              </a:ext>
            </a:extLst>
          </p:cNvPr>
          <p:cNvSpPr/>
          <p:nvPr/>
        </p:nvSpPr>
        <p:spPr>
          <a:xfrm>
            <a:off x="679200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16C7E285-8FAC-01A9-AE39-260BFB272C88}"/>
              </a:ext>
            </a:extLst>
          </p:cNvPr>
          <p:cNvSpPr/>
          <p:nvPr/>
        </p:nvSpPr>
        <p:spPr>
          <a:xfrm>
            <a:off x="747604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F4E2B48-3EB3-65F8-6D96-451B826DC6AA}"/>
              </a:ext>
            </a:extLst>
          </p:cNvPr>
          <p:cNvSpPr/>
          <p:nvPr/>
        </p:nvSpPr>
        <p:spPr>
          <a:xfrm>
            <a:off x="816008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4894C08A-B1E0-D07B-FC4F-F293E6F3B67B}"/>
              </a:ext>
            </a:extLst>
          </p:cNvPr>
          <p:cNvSpPr/>
          <p:nvPr/>
        </p:nvSpPr>
        <p:spPr>
          <a:xfrm>
            <a:off x="884413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18F115AA-B626-7F94-684A-5612259A74A7}"/>
              </a:ext>
            </a:extLst>
          </p:cNvPr>
          <p:cNvSpPr/>
          <p:nvPr/>
        </p:nvSpPr>
        <p:spPr>
          <a:xfrm>
            <a:off x="952817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12C4B122-8990-4F41-6361-ABCD0FCCD42C}"/>
              </a:ext>
            </a:extLst>
          </p:cNvPr>
          <p:cNvSpPr/>
          <p:nvPr/>
        </p:nvSpPr>
        <p:spPr>
          <a:xfrm>
            <a:off x="1021221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6D4A310-C132-FF67-F8A8-CA2EF3971184}"/>
              </a:ext>
            </a:extLst>
          </p:cNvPr>
          <p:cNvSpPr/>
          <p:nvPr/>
        </p:nvSpPr>
        <p:spPr>
          <a:xfrm>
            <a:off x="268775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B47DEE06-9037-F57E-721B-053BD8C9144E}"/>
              </a:ext>
            </a:extLst>
          </p:cNvPr>
          <p:cNvSpPr/>
          <p:nvPr/>
        </p:nvSpPr>
        <p:spPr>
          <a:xfrm>
            <a:off x="337179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6117BB6-18BC-6950-6D1F-AE1F9BB9C123}"/>
              </a:ext>
            </a:extLst>
          </p:cNvPr>
          <p:cNvSpPr/>
          <p:nvPr/>
        </p:nvSpPr>
        <p:spPr>
          <a:xfrm>
            <a:off x="405583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49935185-23FA-BF7E-A11F-B19E525F8944}"/>
              </a:ext>
            </a:extLst>
          </p:cNvPr>
          <p:cNvSpPr/>
          <p:nvPr/>
        </p:nvSpPr>
        <p:spPr>
          <a:xfrm>
            <a:off x="473987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041885B7-1BCD-8066-3DD8-8C9541A1A645}"/>
              </a:ext>
            </a:extLst>
          </p:cNvPr>
          <p:cNvSpPr/>
          <p:nvPr/>
        </p:nvSpPr>
        <p:spPr>
          <a:xfrm>
            <a:off x="542392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0F06B21E-CD41-0338-18F1-F91D54E15526}"/>
              </a:ext>
            </a:extLst>
          </p:cNvPr>
          <p:cNvSpPr/>
          <p:nvPr/>
        </p:nvSpPr>
        <p:spPr>
          <a:xfrm>
            <a:off x="610796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CD21D355-C3AA-CFEF-B70A-D35FA7DF74B7}"/>
              </a:ext>
            </a:extLst>
          </p:cNvPr>
          <p:cNvSpPr/>
          <p:nvPr/>
        </p:nvSpPr>
        <p:spPr>
          <a:xfrm>
            <a:off x="679200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AD2A296A-F25A-1E22-E85C-539AF0BC83A7}"/>
              </a:ext>
            </a:extLst>
          </p:cNvPr>
          <p:cNvSpPr/>
          <p:nvPr/>
        </p:nvSpPr>
        <p:spPr>
          <a:xfrm>
            <a:off x="747604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71696A0-0741-3546-DF69-254B4C2E1609}"/>
              </a:ext>
            </a:extLst>
          </p:cNvPr>
          <p:cNvSpPr/>
          <p:nvPr/>
        </p:nvSpPr>
        <p:spPr>
          <a:xfrm>
            <a:off x="816008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EBC63C3-373F-ADC8-B98E-AB451A1A5022}"/>
              </a:ext>
            </a:extLst>
          </p:cNvPr>
          <p:cNvSpPr/>
          <p:nvPr/>
        </p:nvSpPr>
        <p:spPr>
          <a:xfrm>
            <a:off x="884413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0F467319-7CB8-A653-55E8-DB7788AD33AA}"/>
              </a:ext>
            </a:extLst>
          </p:cNvPr>
          <p:cNvSpPr/>
          <p:nvPr/>
        </p:nvSpPr>
        <p:spPr>
          <a:xfrm>
            <a:off x="952817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304A163-C343-F572-D568-CE3D51DF0E7E}"/>
              </a:ext>
            </a:extLst>
          </p:cNvPr>
          <p:cNvSpPr/>
          <p:nvPr/>
        </p:nvSpPr>
        <p:spPr>
          <a:xfrm>
            <a:off x="1021221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F0213A9-19E0-611F-9103-64A9962A0B01}"/>
              </a:ext>
            </a:extLst>
          </p:cNvPr>
          <p:cNvSpPr/>
          <p:nvPr/>
        </p:nvSpPr>
        <p:spPr>
          <a:xfrm>
            <a:off x="268775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BAC508DB-2576-2BBC-690D-7821214E62DA}"/>
              </a:ext>
            </a:extLst>
          </p:cNvPr>
          <p:cNvSpPr/>
          <p:nvPr/>
        </p:nvSpPr>
        <p:spPr>
          <a:xfrm>
            <a:off x="337179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52015590-499D-5004-FB45-DE2802701EFD}"/>
              </a:ext>
            </a:extLst>
          </p:cNvPr>
          <p:cNvSpPr/>
          <p:nvPr/>
        </p:nvSpPr>
        <p:spPr>
          <a:xfrm>
            <a:off x="405583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293FA7-138B-B8C4-3647-835277F2B92A}"/>
              </a:ext>
            </a:extLst>
          </p:cNvPr>
          <p:cNvSpPr/>
          <p:nvPr/>
        </p:nvSpPr>
        <p:spPr>
          <a:xfrm>
            <a:off x="473987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9132E485-523C-27CB-033D-4F40CC4E5D89}"/>
              </a:ext>
            </a:extLst>
          </p:cNvPr>
          <p:cNvSpPr/>
          <p:nvPr/>
        </p:nvSpPr>
        <p:spPr>
          <a:xfrm>
            <a:off x="542392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E1A4FB39-7564-60B4-811A-DB71B86A2A1F}"/>
              </a:ext>
            </a:extLst>
          </p:cNvPr>
          <p:cNvSpPr/>
          <p:nvPr/>
        </p:nvSpPr>
        <p:spPr>
          <a:xfrm>
            <a:off x="610796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53F51B4-788E-EDC9-1CC6-EBDC7E2F7341}"/>
              </a:ext>
            </a:extLst>
          </p:cNvPr>
          <p:cNvSpPr/>
          <p:nvPr/>
        </p:nvSpPr>
        <p:spPr>
          <a:xfrm>
            <a:off x="679200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4D69C9F-C7F8-3C5F-9B48-A3B8283D8DF1}"/>
              </a:ext>
            </a:extLst>
          </p:cNvPr>
          <p:cNvSpPr/>
          <p:nvPr/>
        </p:nvSpPr>
        <p:spPr>
          <a:xfrm>
            <a:off x="747604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9678594A-D1D5-1037-59CF-E63F8FCBC396}"/>
              </a:ext>
            </a:extLst>
          </p:cNvPr>
          <p:cNvSpPr/>
          <p:nvPr/>
        </p:nvSpPr>
        <p:spPr>
          <a:xfrm>
            <a:off x="816008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00B0A77-F2DF-EEE9-FC75-8002E75C2818}"/>
              </a:ext>
            </a:extLst>
          </p:cNvPr>
          <p:cNvSpPr/>
          <p:nvPr/>
        </p:nvSpPr>
        <p:spPr>
          <a:xfrm>
            <a:off x="884413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44842488-D5BB-0379-ECF6-6EF4E4C7004B}"/>
              </a:ext>
            </a:extLst>
          </p:cNvPr>
          <p:cNvSpPr/>
          <p:nvPr/>
        </p:nvSpPr>
        <p:spPr>
          <a:xfrm>
            <a:off x="952817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D0320AF1-D73C-12BA-8737-B9F749588228}"/>
              </a:ext>
            </a:extLst>
          </p:cNvPr>
          <p:cNvSpPr/>
          <p:nvPr/>
        </p:nvSpPr>
        <p:spPr>
          <a:xfrm>
            <a:off x="1021221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900C09C-078E-85D3-16F5-7096C7C7D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599"/>
          <a:stretch>
            <a:fillRect/>
          </a:stretch>
        </p:blipFill>
        <p:spPr>
          <a:xfrm>
            <a:off x="2668218" y="5749693"/>
            <a:ext cx="8083997" cy="428516"/>
          </a:xfrm>
          <a:prstGeom prst="rect">
            <a:avLst/>
          </a:prstGeom>
        </p:spPr>
      </p:pic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D89C5AE5-A26D-E16B-86B9-8D2828922DAF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1840C47-84DA-DB50-53DF-29AEE5400605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FFF4F09C-FD74-573D-0D27-D4E5F354BB3F}"/>
              </a:ext>
            </a:extLst>
          </p:cNvPr>
          <p:cNvSpPr/>
          <p:nvPr/>
        </p:nvSpPr>
        <p:spPr>
          <a:xfrm>
            <a:off x="10994695" y="1373852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1EC87C1-FE4D-68F3-9BF6-A474E2F94F35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579808E-70DC-8A55-430A-4CF6DB9A22A9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1A57EFB-38BE-2AA6-A2FA-92D6E1484BBA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97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5DA6-78F8-1277-F69A-428F50BA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8067FD-42EF-86EA-1CF3-FA7FF8747D51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CBCC566-6C46-C329-17FC-FBE9EC5C10E5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BBC1FD1B-48E8-104D-DE19-5C8EB099D7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7D78A366-4295-4257-CDCF-B62FB3DF3A7A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41C10235-8E6E-EC78-180C-04CB27AB48AA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27E8C125-539F-0D69-BC05-81209314A500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B3D953-209B-E091-3B64-601DC274E58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157E200-E400-7B7A-CBAE-94C77FDA5D49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3A806EFE-F1D1-3880-7C6B-5633AD2DE4C3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423FDEB0-B87D-015F-23E0-A1A514FCFAB9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CC7211F2-DC1E-29B1-F767-C8571877EB6E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E267A4-2DCD-B1ED-B062-78DC6FFD8C58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134E7C-A96A-D10B-9837-9EA7C36B32B2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0EB3C7-89C0-AE1F-AAAE-F9A35821D9D0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BEB20D1-3B4A-ADE9-5C99-017768227E2F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012530-CC64-4BF2-727B-AEB5F9C8E203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BE7FD8-19B6-7CD6-3213-318D051CD0B2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B58F4D-4665-6CC4-C5C7-69B7C9A33C6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FCFF9DC8-4A5F-D248-ADCD-A6DE50CCFCD1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0DAC8B6-CF87-3442-C01E-2760E12356E4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3726014-9E17-2252-5EA1-2F4D0CA80F1A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A512D894-5787-EAC6-4CB1-5A1B4084FCEC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4932439-0FCE-7975-41F3-A9414C64FF82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A5110ABD-DFE9-BB73-A857-52FBA56A4999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74F4F69F-EA38-96CE-75CC-FA079CA4ECA2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AA8A14C2-BE64-0BC8-8752-78C96BA6CAE3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B38D8C84-0EE7-A79D-F2BD-C69B6E8F910D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A7D0083A-E190-885E-9758-9844A10402B4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5706C89A-2660-A1D1-A2AD-F52E7087C179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06A60793-F095-C99C-C6CF-CB54B8639E7E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4E83F5FA-3630-8841-5879-97D1DA3A52D8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5CA00C7D-5F6A-619B-6661-6466BFF144AB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9D0F091-DAA3-3000-E531-6CDED94FFFA7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A219C42-15D0-D3B4-9A51-1CDD7B342E55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D3DAEB25-4605-D2D5-482E-2A8B0B64488F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66474A2F-2EA2-8EFD-12F0-3990DC2F9C43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AAEFDAD-5ADF-EB3B-4B14-DD3A3725FE33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AB8D524F-CE69-F63F-205D-A97D88BA00A6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EAFFF704-8126-62A5-556C-C2563437A88E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F9F09EAE-DF9B-4CB9-B4F2-432E5F4D1BDB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04E8A09-A48A-FCB9-9CEB-7904AB88A8BD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3197A75E-E3D8-0D44-F351-926B40AF7AC0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3111AA7B-C77C-0239-8F20-7695A1E8EB1A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48AA667F-34D6-1E2C-CCF4-4AC3EECB1E0E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CAAE59B-1217-B5D3-BCA0-9EDA2F5AD19F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AE391191-D53D-1A73-52E5-2131CEEC5908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2AFB0EB-8303-1BDD-6A32-E334CD7C14BD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5E926D30-E4EB-A902-2C15-5DCDF2D91DD6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4519A56-AC86-A8DB-B5B4-8B09ACB28396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7A0C948-5747-D378-D097-7B151DAFCF6C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482976CF-B255-C106-33DF-E0EC2DCF452A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2CB6ABD-D340-AC7C-BE05-861BD349AF3A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0519D9A-57C6-603D-7BFE-DA6BACD378C0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3FA02D4A-E756-58A2-9ECB-2D6C51DEE611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683612-1CD0-6998-CF02-5D37DE0EA825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9DEFB57-8D85-6B13-B1DD-B512F6FC259B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6880DE38-070B-156C-013E-8CE3A90DC5CC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CC49C1DA-B08B-DE39-FB6B-4398712243B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710FD231-8057-55B9-FA00-E0BEBCED631C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A01DD990-709F-476F-35C9-68C50A3059E0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B969E66-C4D5-0E12-1C63-1246326BC7AA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6BACF48E-7C22-F4B3-184D-60ABC3AE9167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ED4B9963-4713-BF88-2F26-FB022D0C93B1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432E5440-B30E-6446-2C1C-B0BD28E10809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07F7602A-3428-21D8-F5AD-48A62A2D41B8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BA9056D-0123-327B-AED4-CAE154F39DEA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ED74C93C-CFF3-ACC5-B466-D3D26BA716AB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0B4D192-FE28-DBFA-6E52-C6A8CB0945FF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1DA6D259-BC05-9168-B66F-AE57F86F14A8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2F051E51-E96C-4674-F3FF-824F8BE6A01F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EB094DF-BC93-660C-278E-9B1C1D2645FA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415CB160-CA5F-DEE6-3972-D2A34DD6CC0F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530DDD63-FDCB-4772-F148-972902DB6D14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44FDA560-EE48-F720-812A-269A48588968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BF68A35B-FD8E-97D5-0279-59E087C60633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13D574E7-5C45-B166-32C2-D4CD326C37A1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27A0E7A5-4D98-F6BA-4DD0-1701B10C9704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A8F76EE-5982-8842-D9AF-5DA3CA0B11AF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5BD0D914-9C55-174E-248F-F872FA4EA83C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7E46B0EC-681C-440C-7818-123BCEFB29B3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2081BDEE-8004-E472-1540-D1FC24235618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C29BC5B1-A9AD-3573-817D-BA6C7BDB134B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EB52C847-7081-DE2A-692A-02B7D1A65098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6EA1A0CE-0EEC-DA87-0955-FB1E66190C51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846BE6E7-9269-C96B-379F-67BEB00F7F64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DD9B3C5B-510D-D378-191C-30FA1D748CBB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F1400607-7097-8093-B135-A1D38567C81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2DD9BA77-68A5-BEC9-9C3E-7FE504B24C92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312CFB19-7DF1-EE0A-1083-F1A84A935180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1F84BE14-8A86-4A92-3362-360B4A263E5C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7A207385-D4FB-AE5B-3313-934C660EF6C6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8733F293-7281-92A5-E283-655ED5EA135F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34C3405-D902-A003-AC48-429D7D2C0902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AC040863-7A33-6B8D-B6B1-A654AFC9D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77DF2A9-7BBF-344B-7A83-27F445E56C9E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105F4043-757D-1E43-C969-A551EA64BE59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64BB7096-C8D0-6E47-D69F-125F904217A7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E303035-C066-472B-CF60-24E3B307EE99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87615D4-10F4-69C4-0E18-27CBE17A04F4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E68B7D04-FBCB-48F8-F4C5-B2988DA08385}"/>
                </a:ext>
              </a:extLst>
            </p:cNvPr>
            <p:cNvSpPr/>
            <p:nvPr/>
          </p:nvSpPr>
          <p:spPr>
            <a:xfrm>
              <a:off x="912000" y="51300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C896A67-143F-7D89-3587-5DBC25E1F53E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55F23CC-802D-0739-C5B8-6DC9EE12749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299754CB-F115-2792-AAFA-178DDFE87E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88C6D01-37FE-AC54-955C-3109D8CCA870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77337611-393A-7B4E-D603-410A436D394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626F83-B74F-6C05-555B-3E0268A1A5D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2A2B002-F4F5-D567-00DC-3782D189D280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250307-116B-C2BD-2E24-53BC014431A9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786069D-1B07-1DD8-8FDD-C82F65C14B5C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4485D28-F6B7-850E-D52B-03725E9FD965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36" name="사각형: 둥근 모서리 35">
                <a:extLst>
                  <a:ext uri="{FF2B5EF4-FFF2-40B4-BE49-F238E27FC236}">
                    <a16:creationId xmlns:a16="http://schemas.microsoft.com/office/drawing/2014/main" id="{E383192D-218D-0FC4-C6DD-5B48E074CDFC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478B5221-E03C-8DAC-17C0-D7DA149E425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54E840B8-A2C8-7937-E121-FD0A5F832A78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3B14202-103D-1AF9-5E49-FE23F44FDB5F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5BE49685-474C-F5D7-BBF3-AA1F849EBDB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3FBABCA-9D53-E35F-3CF3-EB4036A00EB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10E1E44-59D4-F788-167F-3091C15244BF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4D600272-8BF7-3584-5D5A-AD4F01D7E381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C53514BB-1B6F-7AC9-B2FE-F1E75FCA346D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8659229-245C-FF39-C75D-EB5DF766100A}"/>
              </a:ext>
            </a:extLst>
          </p:cNvPr>
          <p:cNvSpPr txBox="1"/>
          <p:nvPr/>
        </p:nvSpPr>
        <p:spPr>
          <a:xfrm>
            <a:off x="4997776" y="116153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>
                <a:solidFill>
                  <a:srgbClr val="FF0000"/>
                </a:solidFill>
              </a:rPr>
              <a:t>상점에서 해금 가능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353EE6-7DF9-2584-00EB-1C9F2CF4C833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2931861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7C0AC-0D19-A0B4-3964-3D2CC364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26259-64CB-0BF7-AF60-97E3A0DE400D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4E36025A-7BEA-02DD-D15B-172A4FD851C6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DA9FD35-D55F-4162-E013-F28CD8A75F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64FE5CC8-0800-2610-6B54-7CFDAFD5C7E7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9BAF7DD9-27E4-43FB-6DBA-49BD950204AD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52393465-72C1-68EC-C77E-B0B058D2C9F6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7E8DE9A8-93AC-7CCE-6288-99A36B30CC0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2030A7FF-7492-1017-AAA1-0889AA51EA7F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5FA58DB0-65DE-F8DD-95CA-5EF31C318CDB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6060044B-AA3F-2A67-F00A-0EA524CF7CD4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B682EAF7-425B-DB90-A311-B341459EA972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D92719C-91C2-32BD-166E-8BE7BB726C09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70317A-5C71-3E69-A836-C418BE580E71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76BED2-54D5-2305-FF02-99C045430717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E65363-5825-3EA2-E10A-E90603C50D01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03BF29-0843-B35B-4F27-751C1C80F645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B5E847-0D59-FE16-4A9F-43F83E6F9BA1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2C66F5-407F-F35D-5C41-6B1EFB6AC19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645D054-4845-700A-DBCD-9A46BE96D278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FDF4431-AF37-2765-E650-3E0E0ED5701F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3DD765-66F2-A14F-8CFB-D021701D2633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D821493B-EBAF-93ED-3396-3F2187D86464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D8431C6A-9191-07AF-838F-2C15A1A16D54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B6AEFE06-F379-D4FA-33C8-0B536DC6133D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02AEC114-7A84-0AB4-8B75-ADCECD9CAB9C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2BF73DEB-E555-E80A-CB9D-49C9CC8B53BF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A5178C9A-4A92-F764-E91D-5A1470D13934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9619F2F8-1F73-D7D9-4146-E747F845C8D0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ED8BC40D-6955-6634-3AF1-240E7C8D39C2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45B808C9-89A1-6394-092C-F6EF77088CC7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0EC09DB7-6602-6B74-E71B-459111D038A3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C5CF8701-5BD3-8124-F363-63809A747611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5FC3EF0-6B3F-791A-AC32-A5A11AA6BC89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1B45C8F-3E4A-159B-93D0-33409506C25E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E850D014-B1B9-3507-5EA9-64C8B3E8EDFB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2B862AA2-5398-29B2-2983-A7713667A2F0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245B449-72F9-D20A-920A-5417B925DE92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EB4B9421-4B70-77D3-233C-50C56FF8AA91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D137F56E-8C33-6CA4-A669-5A40157A5DD7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855ACC22-E36C-2596-1A9C-528FB8EE0658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349676CB-5B03-A54A-AE2A-925A59AD5AFF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BE795D9F-C614-7EF5-DEA7-D394569E0E2A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CA79FAF4-4F04-4D9A-F48E-B6D322925413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843047D1-0D21-FD33-0C72-C416ADED125C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A79A83AE-C88B-BBCD-68EA-D436827E3781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0E6715C6-A5F0-37EF-CADB-7406CCAFA93B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76D0B200-4F82-5BD6-7A18-28BFDE5BC968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E26B6428-1E54-D380-D3AA-C03D2DCC29DB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17C1FB5-C75C-FC17-EF17-2ED547F0092D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D30E0B2-D668-E329-B3F1-E7C45D531EA3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75EA57BC-2BD9-9238-051F-EB70259A1D7E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7A47D9-62BD-3A55-52DB-BC1F245CC9BF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30BEC1B-09C4-AFC9-A031-0B82F777886A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5DE32D24-453B-53E6-EBE6-15054374EB25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F83EC1-3593-8D3A-5196-0FB2140F4552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7C996F7-A4AE-E5A8-A586-0A9E99610BB2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5A95B51D-8427-A589-6576-51E7EE4BC3F4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F3A67AE5-DF30-EEED-6AAD-F4A527B3180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FB0446C8-F8C3-A196-41DF-0D4E03213A28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79BB12C0-209F-A593-6940-9AAE024228BC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0377E19E-0556-AB09-C03E-585590F9781B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B8A3F9D1-2514-B027-6A2D-F05E19C84801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14266927-9BD1-9ED7-C375-30CF215A6A3D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1289DD46-76CD-EEAA-F273-42B0B86CC66D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D89C72E4-C16E-071A-58E0-1145E15F3A3A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C21CEB-B244-78B9-825A-DD1B25218826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0A4027D3-46D2-A0E1-23A6-1F34E5BBE3F7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B08802A4-E153-CF12-C19D-A39D6E229C8D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6E866274-4B44-DAF6-979A-A700717CF6DE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94A73F13-DF64-6582-72FA-578B77364378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03E362E0-528E-9536-8EEE-AA25A132BFE8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D6BA19BD-3AA4-F0DB-9295-20DCB7255847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F94576C0-753A-C220-AB92-F81C5E1BA1ED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F582B00B-178D-8527-0947-86A3C0EEC71D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4BB33F6A-13B7-FA3C-6E17-FAFC6208EE92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8F0763CC-0D00-7430-2F21-697CDAEFAC83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42110B9A-5AD4-68DC-3054-2DEC92136C5B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4EDCF4D-D55C-0C0C-D58B-757AEDBD1B16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DF6FA948-8B0F-3FAD-7505-AB71A5701F4E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C782BCF2-CCA8-16FE-9E29-A48B209B90EE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6B831C7E-AC41-84A3-03BA-97A689D3E4CB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D6C38C26-1B47-CA6B-75F4-69FD32ECFBEC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D07CE1CF-6F95-6099-70A1-B71042F2BCC3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61D9FB-E09C-2023-FCE5-A5A3C9324DC2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5EB6E17B-75EB-036A-10CC-6A545B839601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E7824432-3503-69E9-8F74-1D66233F81AE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C6B9827B-4806-C9AE-C26F-F104D89D556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18586011-5EC2-8742-29E7-B176F0C411D8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17A27509-4610-7BFB-90B3-1A2686979891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333E11CD-FE0C-251D-7170-E0C0884406A1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4409ABF2-7D16-B41C-EA8F-BEAE61D307A3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A3F36764-5000-F198-D57C-B43077030011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B23B0364-B497-A794-CECB-FF6047ECE4DA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63813BAC-4ABE-6FEE-19AF-F9EA58A1A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1B60E7A-8DD0-6762-B543-F1D95686103B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624D0245-4391-1B23-6D43-E916F7EE223D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214EF63A-5B1F-1617-66B1-84D3F6434FFC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6B07F1-529F-69E3-2EEC-5D73697192CE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243D35C-4FB9-1D50-179D-A8E2D58AE5C1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7FF50128-C1BF-0FE7-6196-5DCA031D4DF5}"/>
                </a:ext>
              </a:extLst>
            </p:cNvPr>
            <p:cNvSpPr/>
            <p:nvPr/>
          </p:nvSpPr>
          <p:spPr>
            <a:xfrm>
              <a:off x="912000" y="51300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9AD7B2E-A2F6-294B-0E0B-96D9B1CA61F3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1DBBB1-6BF9-3DA1-7D3F-E5D2FE0D8AB2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70B5ADCD-4F7D-D258-9D64-65F89FE3C66B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5625E14-732A-B076-5E9D-E592592392EB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얼음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88338D2-350B-4AEB-7FBA-D09560F44BF6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8F3FCD-39D7-75F1-A7B7-0D8E5577F9F1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7767EDB-7361-5192-3312-154ECA42AE46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661EB61-04C9-0BFD-E6A4-CAB87F9B3AD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160718B-9FC1-BEB0-748D-1B61B0BE524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0CE2CE8-4E64-74C4-E4C4-DBAE5A2AABFC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36" name="사각형: 둥근 모서리 35">
                <a:extLst>
                  <a:ext uri="{FF2B5EF4-FFF2-40B4-BE49-F238E27FC236}">
                    <a16:creationId xmlns:a16="http://schemas.microsoft.com/office/drawing/2014/main" id="{728DFEF4-A7E8-593B-91DC-83813FAEAD83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63BFFE8D-38AF-0C40-18B6-F442088FD3B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BD093E-6C9F-1EE4-0F47-FA7EBD54B623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A82DA444-6684-B5B7-C03E-366F0DC29344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CE0287E3-6200-AC4D-93E8-D1CA0776ADC9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BF5875D-699B-D622-04D5-5DE8A5C2A33F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F8DBCD1-1AA9-6751-47D4-E39C757D9F60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9CAD311-4727-744E-9C51-B598EED854B9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A2335201-1D13-5C0A-604C-D9F3EF38CCB9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7F9C2E0-0CF0-FB78-69AC-53B10743202C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7DD3760-E7CD-4813-F7F8-60229DA165A0}"/>
              </a:ext>
            </a:extLst>
          </p:cNvPr>
          <p:cNvSpPr txBox="1"/>
          <p:nvPr/>
        </p:nvSpPr>
        <p:spPr>
          <a:xfrm>
            <a:off x="4213914" y="1161534"/>
            <a:ext cx="3762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u="sng" dirty="0">
                <a:solidFill>
                  <a:schemeClr val="accent2"/>
                </a:solidFill>
              </a:rPr>
              <a:t>공사장 좀비</a:t>
            </a:r>
            <a:r>
              <a:rPr lang="ko-KR" altLang="en-US" b="1" dirty="0">
                <a:solidFill>
                  <a:schemeClr val="accent2"/>
                </a:solidFill>
              </a:rPr>
              <a:t> </a:t>
            </a:r>
            <a:r>
              <a:rPr lang="en-US" altLang="ko-KR" b="1" dirty="0">
                <a:solidFill>
                  <a:schemeClr val="accent2"/>
                </a:solidFill>
              </a:rPr>
              <a:t>100</a:t>
            </a:r>
            <a:r>
              <a:rPr lang="ko-KR" altLang="en-US" b="1" dirty="0">
                <a:solidFill>
                  <a:schemeClr val="accent2"/>
                </a:solidFill>
              </a:rPr>
              <a:t>마리 처치 시 해금</a:t>
            </a:r>
          </a:p>
        </p:txBody>
      </p:sp>
    </p:spTree>
    <p:extLst>
      <p:ext uri="{BB962C8B-B14F-4D97-AF65-F5344CB8AC3E}">
        <p14:creationId xmlns:p14="http://schemas.microsoft.com/office/powerpoint/2010/main" val="987842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B01CB-7A3F-5974-A410-DC3CC8DC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0BF70DB-8A06-58B2-635C-6433357C7BE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70BB68-E296-6BE8-D89D-E0DDDDFBB26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3A5060-34AB-D156-8182-9D9BDB883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8F3DC27-07CA-90EE-0E37-3423CB05AE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A2FBC54-6AA9-B1E3-EE69-C42632FD5D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D5A3D0-F105-293D-C20D-3A579346FE7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AF9D14D-19EF-9E76-F309-FB9638B514F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2AAA9EB-49CD-292C-7B69-D06352C8B18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9EBFB08-FF59-2AA4-601A-4AC4DB4363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86441B1-A03D-B868-588A-8953E0F2048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5633460-EF00-708A-0241-3ED3EE70F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578E0E9-FD95-4132-62D2-3807392DDB6E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088B426F-55F7-2E42-338E-AE787D0CC1A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6F3D4FC0-E53A-E22F-5C39-A88AB03AB3E7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12DF0CB-E25B-A9D2-2F77-50BB22E7F6AA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613ED04B-A5F5-DAC4-5894-4AFCEBBB5C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E1E4B09-6404-E1E5-47BE-70DFE42B84C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98C78623-D0F6-018C-9241-9EE1621E0512}"/>
              </a:ext>
            </a:extLst>
          </p:cNvPr>
          <p:cNvGrpSpPr/>
          <p:nvPr/>
        </p:nvGrpSpPr>
        <p:grpSpPr>
          <a:xfrm>
            <a:off x="1552576" y="1228725"/>
            <a:ext cx="9394462" cy="4191000"/>
            <a:chOff x="1552576" y="1228725"/>
            <a:chExt cx="9394462" cy="419100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F1D6EE3-E215-3559-6824-F82E392124D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52576" y="1228725"/>
              <a:ext cx="9101802" cy="419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D8E723B5-9552-B3AF-7A8B-CB55FFF73A93}"/>
                </a:ext>
              </a:extLst>
            </p:cNvPr>
            <p:cNvSpPr/>
            <p:nvPr/>
          </p:nvSpPr>
          <p:spPr>
            <a:xfrm>
              <a:off x="2349713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4B7BDF15-D44A-9D45-E114-4BB277630A86}"/>
                </a:ext>
              </a:extLst>
            </p:cNvPr>
            <p:cNvSpPr/>
            <p:nvPr/>
          </p:nvSpPr>
          <p:spPr>
            <a:xfrm>
              <a:off x="7708685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5E046F6-DDBB-449F-B62E-E6E630BBA5C8}"/>
                </a:ext>
              </a:extLst>
            </p:cNvPr>
            <p:cNvSpPr/>
            <p:nvPr/>
          </p:nvSpPr>
          <p:spPr>
            <a:xfrm>
              <a:off x="5029200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0C6C4A-073D-2970-7CEC-21F83DE190D5}"/>
                </a:ext>
              </a:extLst>
            </p:cNvPr>
            <p:cNvSpPr txBox="1"/>
            <p:nvPr/>
          </p:nvSpPr>
          <p:spPr>
            <a:xfrm>
              <a:off x="2686049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EC0597-0885-4137-82A9-A75CF5761895}"/>
                </a:ext>
              </a:extLst>
            </p:cNvPr>
            <p:cNvSpPr txBox="1"/>
            <p:nvPr/>
          </p:nvSpPr>
          <p:spPr>
            <a:xfrm>
              <a:off x="5383945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E19F0C-A96E-5EE0-9B3E-7B1B20F34A66}"/>
                </a:ext>
              </a:extLst>
            </p:cNvPr>
            <p:cNvSpPr txBox="1"/>
            <p:nvPr/>
          </p:nvSpPr>
          <p:spPr>
            <a:xfrm>
              <a:off x="8045021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C2B1457-2BA2-7EBC-9F47-FFE770FD3A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62592" y="1910267"/>
              <a:ext cx="484446" cy="275460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슬롯머신</a:t>
              </a:r>
              <a:endParaRPr lang="en-US" altLang="ko-KR" dirty="0"/>
            </a:p>
            <a:p>
              <a:pPr algn="ctr"/>
              <a:r>
                <a:rPr lang="ko-KR" altLang="en-US" dirty="0"/>
                <a:t> </a:t>
              </a:r>
              <a:endParaRPr lang="en-US" altLang="ko-KR" dirty="0"/>
            </a:p>
            <a:p>
              <a:pPr algn="ctr"/>
              <a:r>
                <a:rPr lang="ko-KR" altLang="en-US" dirty="0"/>
                <a:t>손잡이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871FE89-436C-259C-D940-FD62F164628C}"/>
                </a:ext>
              </a:extLst>
            </p:cNvPr>
            <p:cNvSpPr txBox="1"/>
            <p:nvPr/>
          </p:nvSpPr>
          <p:spPr>
            <a:xfrm>
              <a:off x="2720509" y="4280574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불사조 깃털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DB38B-2A29-7E32-D9DD-B30CF4446547}"/>
                </a:ext>
              </a:extLst>
            </p:cNvPr>
            <p:cNvSpPr txBox="1"/>
            <p:nvPr/>
          </p:nvSpPr>
          <p:spPr>
            <a:xfrm>
              <a:off x="5533821" y="4295536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저주 엔진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6EED01C-FB80-DB5B-A5BA-69FFD9DDA2E0}"/>
                </a:ext>
              </a:extLst>
            </p:cNvPr>
            <p:cNvSpPr txBox="1"/>
            <p:nvPr/>
          </p:nvSpPr>
          <p:spPr>
            <a:xfrm>
              <a:off x="8079481" y="4295536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토끼 머리띠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8D736E3E-68E1-E6E2-C090-8F97390DF3F8}"/>
              </a:ext>
            </a:extLst>
          </p:cNvPr>
          <p:cNvSpPr txBox="1"/>
          <p:nvPr/>
        </p:nvSpPr>
        <p:spPr>
          <a:xfrm>
            <a:off x="912000" y="67859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유물 슬롯 머신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98539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B5B59-EFE4-AE3A-1617-F8E0D100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623D4145-B4D5-08B6-8FC4-D8A73E727EA7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6E53E6B-678A-22C2-D674-DE6D15310E9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288886-F42E-7B3B-66BA-46DD17E345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C9929A-522C-6D5E-BCF3-674B8DFD95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A4A9F-18A5-802F-3789-74AEDF1966F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02B3AF4-B7BC-3875-1087-57A43276CF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E2461D6-BC6A-F91D-B0D9-CDF1B56BD6CB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46474B6-8A0E-00DE-54E5-A1EF9EBD8EA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905212-A9B1-9A60-E2D9-BF921DD2A9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124224C-6209-6116-3599-013FBD33A22D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11C02DD9-C12D-3FC8-02A0-88A1487CE96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7D19389-3375-149E-B182-7E7E4993496F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FBCA4E1F-442F-A3AE-173E-4D6C5DDED7A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A3927F-703A-A3B5-2A1F-23150CF8808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3A834B0-EB47-3AEF-AF5F-5BE749ACCD72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A155D10D-1B11-AFEF-A1C8-5B0F74948CF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C04C1B8B-1739-32EB-F84A-E33DBD91104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C1D6FBD-609C-F676-EFBD-7D0616CEF397}"/>
              </a:ext>
            </a:extLst>
          </p:cNvPr>
          <p:cNvSpPr txBox="1"/>
          <p:nvPr/>
        </p:nvSpPr>
        <p:spPr>
          <a:xfrm>
            <a:off x="912000" y="67859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유물 슬롯 머신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169972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8FAB-AE19-2FED-3C55-89B8389C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5E4A2ED-55BD-3547-EBFA-BE1552910FD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4C969E-C5DC-EA32-578E-488F8519EA1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DEA50A2-0776-5DBB-7F36-0AA206C1C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BF4FD76-349E-D72D-54E1-3F873927AD6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8F0D9A1-DDB6-4A52-7412-ACB6BDC5B5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ACF14EF-0348-AB6F-26BB-08C6ADC518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52A1900-8E32-9254-66A0-8D1C8907918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47BE01A-4B20-3391-F39E-0D6BE610769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60B4A66-E5BD-BD33-095D-F1D9384203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99194CE-70DF-2C62-5F35-5588C15C195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AA794EF-B3E9-C478-AFCA-70F10945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7CEE6B3D-6A4B-39B8-7177-4623A93782E0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23741B9-458D-8456-F060-AA638BDADE03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203F2A-C74F-262C-A99A-D169F09904A1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A208DBC4-83D5-AE0D-D29F-F147223A55C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F430C5F7-BEF2-891A-27F3-D5FEE3BBCD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A3451A2-3F2C-1D88-E673-C099DE1417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11F0E9-A19B-FA32-B416-D506E2BC1BBB}"/>
              </a:ext>
            </a:extLst>
          </p:cNvPr>
          <p:cNvGrpSpPr/>
          <p:nvPr/>
        </p:nvGrpSpPr>
        <p:grpSpPr>
          <a:xfrm>
            <a:off x="1552576" y="1228725"/>
            <a:ext cx="9394462" cy="4191000"/>
            <a:chOff x="1552576" y="1228725"/>
            <a:chExt cx="9394462" cy="419100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E8BA871-4BC5-F98D-095D-6D2C5BF174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52576" y="1228725"/>
              <a:ext cx="9101802" cy="419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CF27E5EB-165A-EBA3-DBA4-599BDD6025E9}"/>
                </a:ext>
              </a:extLst>
            </p:cNvPr>
            <p:cNvSpPr/>
            <p:nvPr/>
          </p:nvSpPr>
          <p:spPr>
            <a:xfrm>
              <a:off x="2349713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AA70BFC9-0971-EDF4-AEC3-E414720B219E}"/>
                </a:ext>
              </a:extLst>
            </p:cNvPr>
            <p:cNvSpPr/>
            <p:nvPr/>
          </p:nvSpPr>
          <p:spPr>
            <a:xfrm>
              <a:off x="7708685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ED16CE96-EE6A-F58C-06BA-EBD9C8B0DEF3}"/>
                </a:ext>
              </a:extLst>
            </p:cNvPr>
            <p:cNvSpPr/>
            <p:nvPr/>
          </p:nvSpPr>
          <p:spPr>
            <a:xfrm>
              <a:off x="5029200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05267A-C9E5-14BC-FC27-81767B052938}"/>
                </a:ext>
              </a:extLst>
            </p:cNvPr>
            <p:cNvSpPr txBox="1"/>
            <p:nvPr/>
          </p:nvSpPr>
          <p:spPr>
            <a:xfrm>
              <a:off x="2686049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BAC57E-FF44-EC57-3252-F2B99994A3AC}"/>
                </a:ext>
              </a:extLst>
            </p:cNvPr>
            <p:cNvSpPr txBox="1"/>
            <p:nvPr/>
          </p:nvSpPr>
          <p:spPr>
            <a:xfrm>
              <a:off x="5383945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6D23EA-69DD-2288-7094-815DF3853778}"/>
                </a:ext>
              </a:extLst>
            </p:cNvPr>
            <p:cNvSpPr txBox="1"/>
            <p:nvPr/>
          </p:nvSpPr>
          <p:spPr>
            <a:xfrm>
              <a:off x="8045021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A954DAD-B4BC-361B-E4B9-C40662BBEE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62592" y="1910267"/>
              <a:ext cx="484446" cy="275460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슬롯머신</a:t>
              </a:r>
              <a:endParaRPr lang="en-US" altLang="ko-KR" dirty="0"/>
            </a:p>
            <a:p>
              <a:pPr algn="ctr"/>
              <a:r>
                <a:rPr lang="ko-KR" altLang="en-US" dirty="0"/>
                <a:t> </a:t>
              </a:r>
              <a:endParaRPr lang="en-US" altLang="ko-KR" dirty="0"/>
            </a:p>
            <a:p>
              <a:pPr algn="ctr"/>
              <a:r>
                <a:rPr lang="ko-KR" altLang="en-US" dirty="0"/>
                <a:t>손잡이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80CB7B2-EA0E-F5BD-F4E2-27543949FF7C}"/>
                </a:ext>
              </a:extLst>
            </p:cNvPr>
            <p:cNvSpPr txBox="1"/>
            <p:nvPr/>
          </p:nvSpPr>
          <p:spPr>
            <a:xfrm>
              <a:off x="2720509" y="4280574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불사조 깃털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AC4248B-A38D-2B92-AAD3-452868A3CA90}"/>
                </a:ext>
              </a:extLst>
            </p:cNvPr>
            <p:cNvSpPr txBox="1"/>
            <p:nvPr/>
          </p:nvSpPr>
          <p:spPr>
            <a:xfrm>
              <a:off x="5533821" y="4295536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저주 엔진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500129A-534F-B946-5C28-BE866F2B9454}"/>
                </a:ext>
              </a:extLst>
            </p:cNvPr>
            <p:cNvSpPr txBox="1"/>
            <p:nvPr/>
          </p:nvSpPr>
          <p:spPr>
            <a:xfrm>
              <a:off x="8079481" y="4295536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토끼 머리띠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7816971F-0392-A343-3C9B-2F7DA76D58A3}"/>
              </a:ext>
            </a:extLst>
          </p:cNvPr>
          <p:cNvSpPr txBox="1"/>
          <p:nvPr/>
        </p:nvSpPr>
        <p:spPr>
          <a:xfrm>
            <a:off x="912000" y="67859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유물 슬롯 머신</a:t>
            </a:r>
            <a:endParaRPr lang="en-US" altLang="ko-KR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F356E9D-86C9-37DC-FC82-37E973697909}"/>
              </a:ext>
            </a:extLst>
          </p:cNvPr>
          <p:cNvGrpSpPr/>
          <p:nvPr/>
        </p:nvGrpSpPr>
        <p:grpSpPr>
          <a:xfrm>
            <a:off x="9955400" y="1285207"/>
            <a:ext cx="698978" cy="391437"/>
            <a:chOff x="11833854" y="1206620"/>
            <a:chExt cx="698978" cy="39143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F01F3-042D-C09D-7522-67C65AADB9B9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48AF72DA-16DB-FD66-5EF7-AF497F9BF35D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E137CF-65EE-73EA-AF7E-006440BF7348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95DE4DE-B9E6-1941-613B-05F86C923C82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A02630D-8DEB-5047-CF88-D18046D252C8}"/>
              </a:ext>
            </a:extLst>
          </p:cNvPr>
          <p:cNvGrpSpPr/>
          <p:nvPr/>
        </p:nvGrpSpPr>
        <p:grpSpPr>
          <a:xfrm>
            <a:off x="9196916" y="1285207"/>
            <a:ext cx="698978" cy="391437"/>
            <a:chOff x="11833854" y="1206620"/>
            <a:chExt cx="698978" cy="3914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6ABD196-2307-4A4B-C766-290511720E9E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600BB354-E953-C217-C32D-C4A3DEF039D8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56F8429-B588-3B66-6421-120FEC8FE869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8B49359-D591-B62E-737B-15FA7F55E07E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D5A39FB-BFFD-076C-8A87-628378E71926}"/>
              </a:ext>
            </a:extLst>
          </p:cNvPr>
          <p:cNvGrpSpPr/>
          <p:nvPr/>
        </p:nvGrpSpPr>
        <p:grpSpPr>
          <a:xfrm>
            <a:off x="8438432" y="1285207"/>
            <a:ext cx="698978" cy="391437"/>
            <a:chOff x="11833854" y="1206620"/>
            <a:chExt cx="698978" cy="391437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53D15E5-6B64-6F9A-735B-2A3C899E9161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86FA1CC-D98A-840B-6EB1-614EC5892C00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33EA002-C3F9-2E57-1F29-10EFE75AF8B4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9B716A4-1C33-F481-E7A0-80AD74FEF0EF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21D3AD62-8FA3-B37B-35EB-9871B5C67CB3}"/>
              </a:ext>
            </a:extLst>
          </p:cNvPr>
          <p:cNvGrpSpPr/>
          <p:nvPr/>
        </p:nvGrpSpPr>
        <p:grpSpPr>
          <a:xfrm>
            <a:off x="7679949" y="1285207"/>
            <a:ext cx="698978" cy="391437"/>
            <a:chOff x="11833854" y="1206620"/>
            <a:chExt cx="698978" cy="391437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E35A1B7-FA9F-CB30-1472-03D2114BF08F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3CF1B2F5-FC42-DB3B-5C93-6C69B1E33794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3DE544-82A2-776D-C7C2-AFF3D6FC681B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1DDE7AF-8B88-EEEB-2F4E-18F40601532C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F240453C-B9B8-F7ED-0652-9CAA60C1DA7D}"/>
              </a:ext>
            </a:extLst>
          </p:cNvPr>
          <p:cNvGrpSpPr/>
          <p:nvPr/>
        </p:nvGrpSpPr>
        <p:grpSpPr>
          <a:xfrm>
            <a:off x="6921466" y="1285207"/>
            <a:ext cx="698978" cy="391437"/>
            <a:chOff x="11833854" y="1206620"/>
            <a:chExt cx="698978" cy="39143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81ECE1C6-52A8-B81D-31DC-EFEEF5AF9051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4BE0F26C-2254-3623-DE13-71993CCEA16B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EFF875B-BD2E-22EB-FC5B-8CB6A5515D2C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41464E7-6521-FC4F-FBE3-4DF0766E617A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9CC9639-F6E4-4060-CB02-B2E68772A0DC}"/>
              </a:ext>
            </a:extLst>
          </p:cNvPr>
          <p:cNvGrpSpPr/>
          <p:nvPr/>
        </p:nvGrpSpPr>
        <p:grpSpPr>
          <a:xfrm>
            <a:off x="6162982" y="1285207"/>
            <a:ext cx="698978" cy="391437"/>
            <a:chOff x="11833854" y="1206620"/>
            <a:chExt cx="698978" cy="391437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77B756C-A71F-2356-CE44-DF43D18C372B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5FDECA19-45C1-F6E4-A584-C69571C71C3B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36DAC32-7A23-4B75-D2F6-4C00FBA0B698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5911617-000F-FD1E-727F-BD1B7F43F108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422F7391-3C66-487A-8FDF-D1CB785277FC}"/>
              </a:ext>
            </a:extLst>
          </p:cNvPr>
          <p:cNvGrpSpPr/>
          <p:nvPr/>
        </p:nvGrpSpPr>
        <p:grpSpPr>
          <a:xfrm>
            <a:off x="5404499" y="1285207"/>
            <a:ext cx="698978" cy="391437"/>
            <a:chOff x="11833854" y="1206620"/>
            <a:chExt cx="698978" cy="39143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3E9FADC-2D2F-EFDB-EDE8-61C2E4ADDDD7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8D37499-034A-9E5A-E781-6C9EAB0A1F95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5C4C8F8-267E-32B3-2259-B416BD858690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9C8063B-35F5-B2F3-C03F-6F3C810321EE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499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3497</TotalTime>
  <Words>1311</Words>
  <Application>Microsoft Office PowerPoint</Application>
  <PresentationFormat>와이드스크린</PresentationFormat>
  <Paragraphs>593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51</cp:revision>
  <dcterms:created xsi:type="dcterms:W3CDTF">2026-09-29T02:26:20Z</dcterms:created>
  <dcterms:modified xsi:type="dcterms:W3CDTF">2026-10-30T02:45:57Z</dcterms:modified>
</cp:coreProperties>
</file>