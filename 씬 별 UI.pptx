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303" r:id="rId2"/>
    <p:sldId id="292" r:id="rId3"/>
    <p:sldId id="311" r:id="rId4"/>
    <p:sldId id="310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E8C8"/>
    <a:srgbClr val="FEEDDA"/>
    <a:srgbClr val="FF7C80"/>
    <a:srgbClr val="F2D498"/>
    <a:srgbClr val="D5D000"/>
    <a:srgbClr val="FFCC00"/>
    <a:srgbClr val="F1FAC2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129753-701C-422E-AA23-77BD2232E42C}" v="54" dt="2026-10-21T17:57:53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79" autoAdjust="0"/>
  </p:normalViewPr>
  <p:slideViewPr>
    <p:cSldViewPr snapToGrid="0">
      <p:cViewPr varScale="1">
        <p:scale>
          <a:sx n="111" d="100"/>
          <a:sy n="111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ghyun koo" userId="0bec2bb6862b3cce" providerId="LiveId" clId="{1EA23BA3-5D3F-463F-A453-D07E05C577E6}"/>
    <pc:docChg chg="undo custSel addSld delSld modSld sldOrd">
      <pc:chgData name="donghyun koo" userId="0bec2bb6862b3cce" providerId="LiveId" clId="{1EA23BA3-5D3F-463F-A453-D07E05C577E6}" dt="2026-10-21T17:57:33.598" v="4873" actId="1076"/>
      <pc:docMkLst>
        <pc:docMk/>
      </pc:docMkLst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356874903" sldId="256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2219434030" sldId="25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46391841" sldId="25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4592365" sldId="25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4224101" sldId="26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60224849" sldId="26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391710718" sldId="26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91430312" sldId="26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695369404" sldId="26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51468446" sldId="26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37852637" sldId="26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61541436" sldId="26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81394027" sldId="268"/>
        </pc:sldMkLst>
      </pc:sldChg>
      <pc:sldChg chg="addSp delSp modSp new del mod">
        <pc:chgData name="donghyun koo" userId="0bec2bb6862b3cce" providerId="LiveId" clId="{1EA23BA3-5D3F-463F-A453-D07E05C577E6}" dt="2026-10-21T17:31:00.801" v="3853" actId="47"/>
        <pc:sldMkLst>
          <pc:docMk/>
          <pc:sldMk cId="1399550815" sldId="26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9023850" sldId="270"/>
        </pc:sldMkLst>
      </pc:sldChg>
      <pc:sldChg chg="delSp modSp add del mod ord">
        <pc:chgData name="donghyun koo" userId="0bec2bb6862b3cce" providerId="LiveId" clId="{1EA23BA3-5D3F-463F-A453-D07E05C577E6}" dt="2026-10-21T17:31:00.801" v="3853" actId="47"/>
        <pc:sldMkLst>
          <pc:docMk/>
          <pc:sldMk cId="2226467291" sldId="271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15931409" sldId="272"/>
        </pc:sldMkLst>
      </pc:sldChg>
      <pc:sldChg chg="add del">
        <pc:chgData name="donghyun koo" userId="0bec2bb6862b3cce" providerId="LiveId" clId="{1EA23BA3-5D3F-463F-A453-D07E05C577E6}" dt="2026-10-21T17:31:00.801" v="3853" actId="47"/>
        <pc:sldMkLst>
          <pc:docMk/>
          <pc:sldMk cId="3249964889" sldId="273"/>
        </pc:sldMkLst>
      </pc:sldChg>
      <pc:sldChg chg="addSp modSp add del mod">
        <pc:chgData name="donghyun koo" userId="0bec2bb6862b3cce" providerId="LiveId" clId="{1EA23BA3-5D3F-463F-A453-D07E05C577E6}" dt="2026-10-21T17:31:00.801" v="3853" actId="47"/>
        <pc:sldMkLst>
          <pc:docMk/>
          <pc:sldMk cId="209377779" sldId="274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550607649" sldId="275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019655870" sldId="276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07168252" sldId="27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060361718" sldId="27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99797517" sldId="279"/>
        </pc:sldMkLst>
      </pc:sldChg>
      <pc:sldChg chg="addSp modSp del">
        <pc:chgData name="donghyun koo" userId="0bec2bb6862b3cce" providerId="LiveId" clId="{1EA23BA3-5D3F-463F-A453-D07E05C577E6}" dt="2026-10-21T17:31:00.801" v="3853" actId="47"/>
        <pc:sldMkLst>
          <pc:docMk/>
          <pc:sldMk cId="3151085040" sldId="28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08599653" sldId="28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6330150" sldId="28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98382432" sldId="28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728552816" sldId="28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7663545" sldId="28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89648847" sldId="28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47299665" sldId="28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83457881" sldId="28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33786748" sldId="28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50448103" sldId="290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035332967" sldId="291"/>
        </pc:sldMkLst>
      </pc:sldChg>
      <pc:sldChg chg="addSp delSp modSp add mod ord">
        <pc:chgData name="donghyun koo" userId="0bec2bb6862b3cce" providerId="LiveId" clId="{1EA23BA3-5D3F-463F-A453-D07E05C577E6}" dt="2026-10-21T17:50:40.514" v="4710" actId="1076"/>
        <pc:sldMkLst>
          <pc:docMk/>
          <pc:sldMk cId="2313387955" sldId="292"/>
        </pc:sldMkLst>
        <pc:spChg chg="mod">
          <ac:chgData name="donghyun koo" userId="0bec2bb6862b3cce" providerId="LiveId" clId="{1EA23BA3-5D3F-463F-A453-D07E05C577E6}" dt="2026-10-21T17:40:59.816" v="4233" actId="14100"/>
          <ac:spMkLst>
            <pc:docMk/>
            <pc:sldMk cId="2313387955" sldId="292"/>
            <ac:spMk id="3" creationId="{F792624B-224E-4092-032D-2B8F6E8EA342}"/>
          </ac:spMkLst>
        </pc:spChg>
        <pc:spChg chg="mod">
          <ac:chgData name="donghyun koo" userId="0bec2bb6862b3cce" providerId="LiveId" clId="{1EA23BA3-5D3F-463F-A453-D07E05C577E6}" dt="2026-10-21T17:41:12.465" v="4237" actId="1076"/>
          <ac:spMkLst>
            <pc:docMk/>
            <pc:sldMk cId="2313387955" sldId="292"/>
            <ac:spMk id="4" creationId="{7F2236BF-203F-BE6D-DA5C-48775A429FF1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6" creationId="{1D05947B-342C-CCEB-663E-3CFE66E3025C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7" creationId="{513F9DF2-504E-5E97-68C9-26C0785F13D8}"/>
          </ac:spMkLst>
        </pc:spChg>
        <pc:spChg chg="add del mod">
          <ac:chgData name="donghyun koo" userId="0bec2bb6862b3cce" providerId="LiveId" clId="{1EA23BA3-5D3F-463F-A453-D07E05C577E6}" dt="2026-10-21T17:46:04.487" v="4300" actId="478"/>
          <ac:spMkLst>
            <pc:docMk/>
            <pc:sldMk cId="2313387955" sldId="292"/>
            <ac:spMk id="9" creationId="{39F051DD-65FB-B759-DF41-D95EB3036948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6" creationId="{73A19EF2-15A0-C665-4AEA-DD2D6534B2D5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7" creationId="{A16E5FA7-9220-6882-FAA3-4937B0D4D232}"/>
          </ac:spMkLst>
        </pc:spChg>
        <pc:spChg chg="add del mod">
          <ac:chgData name="donghyun koo" userId="0bec2bb6862b3cce" providerId="LiveId" clId="{1EA23BA3-5D3F-463F-A453-D07E05C577E6}" dt="2026-10-21T17:48:29.192" v="4657"/>
          <ac:spMkLst>
            <pc:docMk/>
            <pc:sldMk cId="2313387955" sldId="292"/>
            <ac:spMk id="19" creationId="{6AD5AE82-C875-E509-682B-8B33F2D708A2}"/>
          </ac:spMkLst>
        </pc:spChg>
        <pc:spChg chg="add mod">
          <ac:chgData name="donghyun koo" userId="0bec2bb6862b3cce" providerId="LiveId" clId="{1EA23BA3-5D3F-463F-A453-D07E05C577E6}" dt="2026-10-21T17:48:35.978" v="4665" actId="20577"/>
          <ac:spMkLst>
            <pc:docMk/>
            <pc:sldMk cId="2313387955" sldId="292"/>
            <ac:spMk id="21" creationId="{9ABDBFE9-31F4-16FA-BD69-9D2AA01C225E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2" creationId="{8AEB9407-819D-18A5-C2F4-38B59653EBF7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3" creationId="{00E2355B-4BFF-35C5-716F-6E6518FDCBB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4" creationId="{601DA6D0-8346-9107-5862-60F2E2F3C8EA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5" creationId="{47B0DD80-2566-CF5F-9753-757CEB171956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6" creationId="{3333F0BF-8D1F-5E20-8587-595D32117DF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7" creationId="{088FC989-1E75-C44C-286E-F73316A7D01D}"/>
          </ac:spMkLst>
        </pc:spChg>
        <pc:grpChg chg="add del mod">
          <ac:chgData name="donghyun koo" userId="0bec2bb6862b3cce" providerId="LiveId" clId="{1EA23BA3-5D3F-463F-A453-D07E05C577E6}" dt="2026-10-21T17:41:23.665" v="4238" actId="478"/>
          <ac:grpSpMkLst>
            <pc:docMk/>
            <pc:sldMk cId="2313387955" sldId="292"/>
            <ac:grpSpMk id="2" creationId="{80F685E3-7B05-655A-BDBE-9237E61072A7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8" creationId="{17701B50-BC36-97EA-CEE3-E92106B3E9CD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4" creationId="{9E2BD8F4-3F34-672A-3301-10542F895A7A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5" creationId="{5D116FFC-3DCC-B2FF-9603-5C12CB08749D}"/>
          </ac:grpSpMkLst>
        </pc:grpChg>
        <pc:grpChg chg="add mod">
          <ac:chgData name="donghyun koo" userId="0bec2bb6862b3cce" providerId="LiveId" clId="{1EA23BA3-5D3F-463F-A453-D07E05C577E6}" dt="2026-10-21T17:48:23.262" v="4654" actId="1076"/>
          <ac:grpSpMkLst>
            <pc:docMk/>
            <pc:sldMk cId="2313387955" sldId="292"/>
            <ac:grpSpMk id="18" creationId="{FC0203FE-2839-512E-DA91-4B13C372BC03}"/>
          </ac:grpSpMkLst>
        </pc:grpChg>
        <pc:grpChg chg="add mod">
          <ac:chgData name="donghyun koo" userId="0bec2bb6862b3cce" providerId="LiveId" clId="{1EA23BA3-5D3F-463F-A453-D07E05C577E6}" dt="2026-10-21T17:50:40.514" v="4710" actId="1076"/>
          <ac:grpSpMkLst>
            <pc:docMk/>
            <pc:sldMk cId="2313387955" sldId="292"/>
            <ac:grpSpMk id="28" creationId="{CA99847E-E9F8-881F-78D7-DF6EB63112E2}"/>
          </ac:grpSpMkLst>
        </pc:grp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1" creationId="{5B271E4C-7841-FBA3-A836-C0DA3A18E7E7}"/>
          </ac:picMkLst>
        </pc:pic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3" creationId="{43C79A7A-939D-F250-C146-FAFABB5D473A}"/>
          </ac:picMkLst>
        </pc:picChg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857816885" sldId="29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58755539" sldId="29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5497794" sldId="29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34033940" sldId="29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78818659" sldId="29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757397381" sldId="29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33518015" sldId="300"/>
        </pc:sldMkLst>
      </pc:sldChg>
      <pc:sldChg chg="del ord">
        <pc:chgData name="donghyun koo" userId="0bec2bb6862b3cce" providerId="LiveId" clId="{1EA23BA3-5D3F-463F-A453-D07E05C577E6}" dt="2026-10-21T17:38:54.955" v="4192" actId="47"/>
        <pc:sldMkLst>
          <pc:docMk/>
          <pc:sldMk cId="4205187418" sldId="301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1352868731" sldId="302"/>
        </pc:sldMkLst>
      </pc:sldChg>
      <pc:sldChg chg="addSp modSp mod">
        <pc:chgData name="donghyun koo" userId="0bec2bb6862b3cce" providerId="LiveId" clId="{1EA23BA3-5D3F-463F-A453-D07E05C577E6}" dt="2026-10-21T17:39:54.279" v="4208" actId="6549"/>
        <pc:sldMkLst>
          <pc:docMk/>
          <pc:sldMk cId="294198364" sldId="303"/>
        </pc:sldMkLst>
        <pc:spChg chg="add mod">
          <ac:chgData name="donghyun koo" userId="0bec2bb6862b3cce" providerId="LiveId" clId="{1EA23BA3-5D3F-463F-A453-D07E05C577E6}" dt="2026-10-21T17:39:54.279" v="4208" actId="6549"/>
          <ac:spMkLst>
            <pc:docMk/>
            <pc:sldMk cId="294198364" sldId="303"/>
            <ac:spMk id="4" creationId="{C610E48E-A950-1368-4963-A23C44C31B88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789417369" sldId="304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88025469" sldId="305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44800208" sldId="306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251368439" sldId="307"/>
        </pc:sldMkLst>
      </pc:sldChg>
      <pc:sldChg chg="addSp delSp modSp del mod">
        <pc:chgData name="donghyun koo" userId="0bec2bb6862b3cce" providerId="LiveId" clId="{1EA23BA3-5D3F-463F-A453-D07E05C577E6}" dt="2026-10-21T17:38:54.955" v="4192" actId="47"/>
        <pc:sldMkLst>
          <pc:docMk/>
          <pc:sldMk cId="1242325816" sldId="308"/>
        </pc:sldMkLst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2" creationId="{088D230D-6A4C-9D06-2B4E-634097A3A6E9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3" creationId="{DE418504-0783-E89F-F156-DB6F79CF8283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4" creationId="{545716EC-DF6B-1BAB-2022-3746A054532F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5" creationId="{CE170DD2-11D6-CD3B-E7FB-B783CD93FE2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6" creationId="{41E69CDE-2F77-A760-57CD-9188F3CD3158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7" creationId="{761DBD3B-03B9-F366-AC45-D7A3C4FE0359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8" creationId="{153A7E9B-71F2-6686-42DA-AE137CF33D7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9" creationId="{E3AE6875-651E-BC9C-A8B3-DEE43ACBADEE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079700275" sldId="309"/>
        </pc:sldMkLst>
      </pc:sldChg>
      <pc:sldChg chg="addSp delSp modSp add mod ord">
        <pc:chgData name="donghyun koo" userId="0bec2bb6862b3cce" providerId="LiveId" clId="{1EA23BA3-5D3F-463F-A453-D07E05C577E6}" dt="2026-10-21T17:39:58.161" v="4210" actId="6549"/>
        <pc:sldMkLst>
          <pc:docMk/>
          <pc:sldMk cId="958616514" sldId="310"/>
        </pc:sldMkLst>
        <pc:spChg chg="mod">
          <ac:chgData name="donghyun koo" userId="0bec2bb6862b3cce" providerId="LiveId" clId="{1EA23BA3-5D3F-463F-A453-D07E05C577E6}" dt="2026-10-21T17:36:24.398" v="4071" actId="1076"/>
          <ac:spMkLst>
            <pc:docMk/>
            <pc:sldMk cId="958616514" sldId="310"/>
            <ac:spMk id="5" creationId="{87F8F74C-9CCE-363B-4793-09EB7420A963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6" creationId="{F05A828C-AA5B-D071-7FB5-9CA75148153C}"/>
          </ac:spMkLst>
        </pc:spChg>
        <pc:spChg chg="add del">
          <ac:chgData name="donghyun koo" userId="0bec2bb6862b3cce" providerId="LiveId" clId="{1EA23BA3-5D3F-463F-A453-D07E05C577E6}" dt="2026-10-21T17:31:49.274" v="3866" actId="478"/>
          <ac:spMkLst>
            <pc:docMk/>
            <pc:sldMk cId="958616514" sldId="310"/>
            <ac:spMk id="9" creationId="{57A01D4F-9837-902C-946D-889FD9799906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1" creationId="{C8B7988A-821A-D7D6-0E40-45DB70FC30A0}"/>
          </ac:spMkLst>
        </pc:spChg>
        <pc:spChg chg="add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12" creationId="{4EB60071-E2CD-7375-C2DA-3E06A1EE16F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7" creationId="{58ACF1B2-7053-41CC-B035-E9B2076EA082}"/>
          </ac:spMkLst>
        </pc:spChg>
        <pc:spChg chg="add mod or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18" creationId="{EC5DF083-2666-AE41-E7DE-2121ACF698F9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3" creationId="{113C0873-3564-62A6-AC3C-F16BFE1BF924}"/>
          </ac:spMkLst>
        </pc:spChg>
        <pc:spChg chg="add mod or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24" creationId="{47CA90FE-EFCC-B16F-9ABA-3E5311C0EB75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6" creationId="{10B0C9E4-D790-B80D-B068-57D2568A11B6}"/>
          </ac:spMkLst>
        </pc:spChg>
        <pc:spChg chg="add del mod">
          <ac:chgData name="donghyun koo" userId="0bec2bb6862b3cce" providerId="LiveId" clId="{1EA23BA3-5D3F-463F-A453-D07E05C577E6}" dt="2026-10-21T17:36:06.429" v="4066" actId="21"/>
          <ac:spMkLst>
            <pc:docMk/>
            <pc:sldMk cId="958616514" sldId="310"/>
            <ac:spMk id="28" creationId="{DB2C8759-E4FB-95FD-3959-3D29AEA0046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0" creationId="{CB514B08-C7DF-F203-4F6D-CE34535540CC}"/>
          </ac:spMkLst>
        </pc:spChg>
        <pc:spChg chg="add del mod">
          <ac:chgData name="donghyun koo" userId="0bec2bb6862b3cce" providerId="LiveId" clId="{1EA23BA3-5D3F-463F-A453-D07E05C577E6}" dt="2026-10-21T17:35:35.238" v="4054" actId="21"/>
          <ac:spMkLst>
            <pc:docMk/>
            <pc:sldMk cId="958616514" sldId="310"/>
            <ac:spMk id="32" creationId="{BB8CAF59-D23A-23E3-1AB9-317F9A22593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3" creationId="{32889C25-8ECB-5C98-575E-14768F67B615}"/>
          </ac:spMkLst>
        </pc:spChg>
        <pc:spChg chg="add del">
          <ac:chgData name="donghyun koo" userId="0bec2bb6862b3cce" providerId="LiveId" clId="{1EA23BA3-5D3F-463F-A453-D07E05C577E6}" dt="2026-10-21T17:35:53.289" v="4062" actId="22"/>
          <ac:spMkLst>
            <pc:docMk/>
            <pc:sldMk cId="958616514" sldId="310"/>
            <ac:spMk id="36" creationId="{779DFC6E-46B2-A5DB-3E66-123948F312E7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7" creationId="{0FA94998-5DD1-E2D6-0DE8-253228B179BB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9" creationId="{2604D6D1-02C1-28C9-FF1C-75672D53F886}"/>
          </ac:spMkLst>
        </pc:spChg>
        <pc:spChg chg="add del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40" creationId="{0A31EBA7-D1B7-0F43-206B-CCE591C415C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41" creationId="{955D0C0D-2C49-4736-D377-ED0D07580665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44" creationId="{CC5C392A-4E7B-B400-A735-17AFFE6106A7}"/>
          </ac:spMkLst>
        </pc:spChg>
        <pc:spChg chg="add mod">
          <ac:chgData name="donghyun koo" userId="0bec2bb6862b3cce" providerId="LiveId" clId="{1EA23BA3-5D3F-463F-A453-D07E05C577E6}" dt="2026-10-21T17:36:52.994" v="4084" actId="1076"/>
          <ac:spMkLst>
            <pc:docMk/>
            <pc:sldMk cId="958616514" sldId="310"/>
            <ac:spMk id="49" creationId="{E6C0A54B-8E95-170E-9EC9-0EDFD4F274C7}"/>
          </ac:spMkLst>
        </pc:spChg>
        <pc:spChg chg="add mod">
          <ac:chgData name="donghyun koo" userId="0bec2bb6862b3cce" providerId="LiveId" clId="{1EA23BA3-5D3F-463F-A453-D07E05C577E6}" dt="2026-10-21T17:37:17.950" v="4094" actId="1037"/>
          <ac:spMkLst>
            <pc:docMk/>
            <pc:sldMk cId="958616514" sldId="310"/>
            <ac:spMk id="50" creationId="{6469D87F-41E3-9521-F4FE-627E70A7D6CD}"/>
          </ac:spMkLst>
        </pc:spChg>
        <pc:spChg chg="add mod">
          <ac:chgData name="donghyun koo" userId="0bec2bb6862b3cce" providerId="LiveId" clId="{1EA23BA3-5D3F-463F-A453-D07E05C577E6}" dt="2026-10-21T17:37:46.063" v="4157" actId="1076"/>
          <ac:spMkLst>
            <pc:docMk/>
            <pc:sldMk cId="958616514" sldId="310"/>
            <ac:spMk id="51" creationId="{0533024E-A9A4-DC6E-543C-E13F6D8073AD}"/>
          </ac:spMkLst>
        </pc:spChg>
        <pc:spChg chg="add del mod">
          <ac:chgData name="donghyun koo" userId="0bec2bb6862b3cce" providerId="LiveId" clId="{1EA23BA3-5D3F-463F-A453-D07E05C577E6}" dt="2026-10-21T17:38:07.924" v="4182" actId="478"/>
          <ac:spMkLst>
            <pc:docMk/>
            <pc:sldMk cId="958616514" sldId="310"/>
            <ac:spMk id="52" creationId="{F0D0C16D-7401-EE5E-CB43-85BFDCB7091B}"/>
          </ac:spMkLst>
        </pc:spChg>
        <pc:spChg chg="add del mod">
          <ac:chgData name="donghyun koo" userId="0bec2bb6862b3cce" providerId="LiveId" clId="{1EA23BA3-5D3F-463F-A453-D07E05C577E6}" dt="2026-10-21T17:39:49.200" v="4195"/>
          <ac:spMkLst>
            <pc:docMk/>
            <pc:sldMk cId="958616514" sldId="310"/>
            <ac:spMk id="53" creationId="{4E83EE68-3A4F-2BFA-46A8-6DE1DC47AB3E}"/>
          </ac:spMkLst>
        </pc:spChg>
        <pc:spChg chg="mod">
          <ac:chgData name="donghyun koo" userId="0bec2bb6862b3cce" providerId="LiveId" clId="{1EA23BA3-5D3F-463F-A453-D07E05C577E6}" dt="2026-10-21T17:37:50.708" v="4158" actId="1076"/>
          <ac:spMkLst>
            <pc:docMk/>
            <pc:sldMk cId="958616514" sldId="310"/>
            <ac:spMk id="70" creationId="{4DA258E0-1E7B-D649-85F0-4EEADF9997D8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2" creationId="{088A7AF6-D50D-0BD3-B9FE-05DFBAA35CE1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3" creationId="{6061E450-6C11-5170-D159-A961827DADE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4" creationId="{5A17AA79-CF4C-8161-22EF-E0EBD7E9F5C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5" creationId="{F82D4ADB-7802-4941-21C6-86DECF2CDD5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6" creationId="{E8355E36-8F39-ADDC-1FF8-F5A6433AD9E4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7" creationId="{92CBC7E4-C42A-6996-69B9-D032564DD9A0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8" creationId="{B334B747-44A3-F479-04D6-02042A9AEFF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9" creationId="{EFBF6B6B-36A3-C30A-B0F1-735E8C52EF74}"/>
          </ac:spMkLst>
        </pc:spChg>
        <pc:spChg chg="mod">
          <ac:chgData name="donghyun koo" userId="0bec2bb6862b3cce" providerId="LiveId" clId="{1EA23BA3-5D3F-463F-A453-D07E05C577E6}" dt="2026-10-21T17:39:58.161" v="4210" actId="6549"/>
          <ac:spMkLst>
            <pc:docMk/>
            <pc:sldMk cId="958616514" sldId="310"/>
            <ac:spMk id="90" creationId="{F0CA74B2-3ECA-30D3-0F37-617A46359A42}"/>
          </ac:spMkLst>
        </pc:spChg>
        <pc:spChg chg="del">
          <ac:chgData name="donghyun koo" userId="0bec2bb6862b3cce" providerId="LiveId" clId="{1EA23BA3-5D3F-463F-A453-D07E05C577E6}" dt="2026-10-21T17:31:37.513" v="3862" actId="478"/>
          <ac:spMkLst>
            <pc:docMk/>
            <pc:sldMk cId="958616514" sldId="310"/>
            <ac:spMk id="91" creationId="{BC931B59-AF1F-2630-5A42-3C8756EAF0EE}"/>
          </ac:spMkLst>
        </pc:spChg>
        <pc:spChg chg="del">
          <ac:chgData name="donghyun koo" userId="0bec2bb6862b3cce" providerId="LiveId" clId="{1EA23BA3-5D3F-463F-A453-D07E05C577E6}" dt="2026-10-21T17:31:38.437" v="3863" actId="478"/>
          <ac:spMkLst>
            <pc:docMk/>
            <pc:sldMk cId="958616514" sldId="310"/>
            <ac:spMk id="92" creationId="{F02F2BD1-D9C2-E706-30FD-718BEFFFC43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94" creationId="{0A3E19C4-46C5-C648-CF42-266F9D10C1D5}"/>
          </ac:spMkLst>
        </pc:spChg>
        <pc:spChg chg="del">
          <ac:chgData name="donghyun koo" userId="0bec2bb6862b3cce" providerId="LiveId" clId="{1EA23BA3-5D3F-463F-A453-D07E05C577E6}" dt="2026-10-21T17:38:19.135" v="4186" actId="478"/>
          <ac:spMkLst>
            <pc:docMk/>
            <pc:sldMk cId="958616514" sldId="310"/>
            <ac:spMk id="105" creationId="{8D452300-A26B-BA4D-9DC3-46BC63B75203}"/>
          </ac:spMkLst>
        </pc:spChg>
        <pc:grpChg chg="add mod">
          <ac:chgData name="donghyun koo" userId="0bec2bb6862b3cce" providerId="LiveId" clId="{1EA23BA3-5D3F-463F-A453-D07E05C577E6}" dt="2026-10-21T17:36:35.457" v="4073" actId="14100"/>
          <ac:grpSpMkLst>
            <pc:docMk/>
            <pc:sldMk cId="958616514" sldId="310"/>
            <ac:grpSpMk id="45" creationId="{5FA83BE0-57D0-3090-2699-931BE4246587}"/>
          </ac:grpSpMkLst>
        </pc:grpChg>
        <pc:grpChg chg="add mod">
          <ac:chgData name="donghyun koo" userId="0bec2bb6862b3cce" providerId="LiveId" clId="{1EA23BA3-5D3F-463F-A453-D07E05C577E6}" dt="2026-10-21T17:36:43.352" v="4077" actId="14100"/>
          <ac:grpSpMkLst>
            <pc:docMk/>
            <pc:sldMk cId="958616514" sldId="310"/>
            <ac:grpSpMk id="48" creationId="{A0C03F23-069F-9ABF-D533-14DD632E4391}"/>
          </ac:grpSpMkLst>
        </pc:grpChg>
        <pc:grpChg chg="del">
          <ac:chgData name="donghyun koo" userId="0bec2bb6862b3cce" providerId="LiveId" clId="{1EA23BA3-5D3F-463F-A453-D07E05C577E6}" dt="2026-10-21T17:38:16.779" v="4184" actId="478"/>
          <ac:grpSpMkLst>
            <pc:docMk/>
            <pc:sldMk cId="958616514" sldId="310"/>
            <ac:grpSpMk id="63" creationId="{F7EF5555-D2AC-8569-C814-ED974F6CE7BE}"/>
          </ac:grpSpMkLst>
        </pc:grpChg>
        <pc:picChg chg="del">
          <ac:chgData name="donghyun koo" userId="0bec2bb6862b3cce" providerId="LiveId" clId="{1EA23BA3-5D3F-463F-A453-D07E05C577E6}" dt="2026-10-21T17:38:17.496" v="4185" actId="478"/>
          <ac:picMkLst>
            <pc:docMk/>
            <pc:sldMk cId="958616514" sldId="310"/>
            <ac:picMk id="8" creationId="{CA3081FE-79FF-8FED-22DE-A08012DA97CA}"/>
          </ac:picMkLst>
        </pc:picChg>
      </pc:sldChg>
      <pc:sldChg chg="addSp delSp modSp add mod ord">
        <pc:chgData name="donghyun koo" userId="0bec2bb6862b3cce" providerId="LiveId" clId="{1EA23BA3-5D3F-463F-A453-D07E05C577E6}" dt="2026-10-21T17:57:33.598" v="4873" actId="1076"/>
        <pc:sldMkLst>
          <pc:docMk/>
          <pc:sldMk cId="189307930" sldId="311"/>
        </pc:sldMkLst>
        <pc:spChg chg="del">
          <ac:chgData name="donghyun koo" userId="0bec2bb6862b3cce" providerId="LiveId" clId="{1EA23BA3-5D3F-463F-A453-D07E05C577E6}" dt="2026-10-21T17:51:04.186" v="4728" actId="478"/>
          <ac:spMkLst>
            <pc:docMk/>
            <pc:sldMk cId="189307930" sldId="311"/>
            <ac:spMk id="2" creationId="{5E7B07C1-E900-6759-8D48-3ED4B3422B1A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3" creationId="{98E27AA8-248E-FFB8-311D-E1B877B7C0F2}"/>
          </ac:spMkLst>
        </pc:spChg>
        <pc:spChg chg="mod">
          <ac:chgData name="donghyun koo" userId="0bec2bb6862b3cce" providerId="LiveId" clId="{1EA23BA3-5D3F-463F-A453-D07E05C577E6}" dt="2026-10-21T17:51:00.603" v="4725" actId="20577"/>
          <ac:spMkLst>
            <pc:docMk/>
            <pc:sldMk cId="189307930" sldId="311"/>
            <ac:spMk id="4" creationId="{31A46E62-2315-214F-B4B7-5B3702A16A44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6" creationId="{8425D978-DB0C-AC47-BC1B-574A2126ACB8}"/>
          </ac:spMkLst>
        </pc:spChg>
        <pc:spChg chg="add mod">
          <ac:chgData name="donghyun koo" userId="0bec2bb6862b3cce" providerId="LiveId" clId="{1EA23BA3-5D3F-463F-A453-D07E05C577E6}" dt="2026-10-21T17:51:48.487" v="4753" actId="1076"/>
          <ac:spMkLst>
            <pc:docMk/>
            <pc:sldMk cId="189307930" sldId="311"/>
            <ac:spMk id="8" creationId="{38873C2F-2BAC-06D1-AB4D-BC6B6B231305}"/>
          </ac:spMkLst>
        </pc:spChg>
        <pc:spChg chg="add mod">
          <ac:chgData name="donghyun koo" userId="0bec2bb6862b3cce" providerId="LiveId" clId="{1EA23BA3-5D3F-463F-A453-D07E05C577E6}" dt="2026-10-21T17:54:34.294" v="4817" actId="164"/>
          <ac:spMkLst>
            <pc:docMk/>
            <pc:sldMk cId="189307930" sldId="311"/>
            <ac:spMk id="9" creationId="{F8AABACD-3777-0BFD-3DD6-940E58E76F43}"/>
          </ac:spMkLst>
        </pc:spChg>
        <pc:spChg chg="add mod">
          <ac:chgData name="donghyun koo" userId="0bec2bb6862b3cce" providerId="LiveId" clId="{1EA23BA3-5D3F-463F-A453-D07E05C577E6}" dt="2026-10-21T17:54:35.575" v="4818" actId="164"/>
          <ac:spMkLst>
            <pc:docMk/>
            <pc:sldMk cId="189307930" sldId="311"/>
            <ac:spMk id="11" creationId="{EEFB517D-4EEE-F1D6-7DFA-215150F32AD3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2" creationId="{D36F13CB-DD01-4F49-648F-496719B8551B}"/>
          </ac:spMkLst>
        </pc:spChg>
        <pc:spChg chg="add mod">
          <ac:chgData name="donghyun koo" userId="0bec2bb6862b3cce" providerId="LiveId" clId="{1EA23BA3-5D3F-463F-A453-D07E05C577E6}" dt="2026-10-21T17:54:36.794" v="4819" actId="164"/>
          <ac:spMkLst>
            <pc:docMk/>
            <pc:sldMk cId="189307930" sldId="311"/>
            <ac:spMk id="13" creationId="{C28EEC7B-EF41-AFBC-954B-975FC21DBC58}"/>
          </ac:spMkLst>
        </pc:spChg>
        <pc:spChg chg="add mod">
          <ac:chgData name="donghyun koo" userId="0bec2bb6862b3cce" providerId="LiveId" clId="{1EA23BA3-5D3F-463F-A453-D07E05C577E6}" dt="2026-10-21T17:57:27.659" v="4870"/>
          <ac:spMkLst>
            <pc:docMk/>
            <pc:sldMk cId="189307930" sldId="311"/>
            <ac:spMk id="14" creationId="{607541BD-8113-FFE4-85BD-D599E2886BAA}"/>
          </ac:spMkLst>
        </pc:spChg>
        <pc:spChg chg="add del mod">
          <ac:chgData name="donghyun koo" userId="0bec2bb6862b3cce" providerId="LiveId" clId="{1EA23BA3-5D3F-463F-A453-D07E05C577E6}" dt="2026-10-21T17:53:16.280" v="4775" actId="478"/>
          <ac:spMkLst>
            <pc:docMk/>
            <pc:sldMk cId="189307930" sldId="311"/>
            <ac:spMk id="15" creationId="{211696F2-72B9-902C-B813-29CAD7097232}"/>
          </ac:spMkLst>
        </pc:spChg>
        <pc:spChg chg="add del mod">
          <ac:chgData name="donghyun koo" userId="0bec2bb6862b3cce" providerId="LiveId" clId="{1EA23BA3-5D3F-463F-A453-D07E05C577E6}" dt="2026-10-21T17:53:14.370" v="4773"/>
          <ac:spMkLst>
            <pc:docMk/>
            <pc:sldMk cId="189307930" sldId="311"/>
            <ac:spMk id="16" creationId="{D4817F93-E13C-7F3E-DBE3-D459EDD79E99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7" creationId="{447F04B6-8CCD-E93D-880D-FE6E85AE8235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9" creationId="{5F7F5F0A-194D-1BAF-E7A1-4FA44B1B8F44}"/>
          </ac:spMkLst>
        </pc:spChg>
        <pc:spChg chg="add mod">
          <ac:chgData name="donghyun koo" userId="0bec2bb6862b3cce" providerId="LiveId" clId="{1EA23BA3-5D3F-463F-A453-D07E05C577E6}" dt="2026-10-21T17:55:49.449" v="4837" actId="1076"/>
          <ac:spMkLst>
            <pc:docMk/>
            <pc:sldMk cId="189307930" sldId="311"/>
            <ac:spMk id="21" creationId="{2822B3BA-E61A-31BD-231E-C5725DC9B320}"/>
          </ac:spMkLst>
        </pc:spChg>
        <pc:spChg chg="add mod">
          <ac:chgData name="donghyun koo" userId="0bec2bb6862b3cce" providerId="LiveId" clId="{1EA23BA3-5D3F-463F-A453-D07E05C577E6}" dt="2026-10-21T17:57:33.598" v="4873" actId="1076"/>
          <ac:spMkLst>
            <pc:docMk/>
            <pc:sldMk cId="189307930" sldId="311"/>
            <ac:spMk id="22" creationId="{EE77CE30-FE56-A484-977C-2BA733CF6DC2}"/>
          </ac:spMkLst>
        </pc:spChg>
        <pc:spChg chg="add mod">
          <ac:chgData name="donghyun koo" userId="0bec2bb6862b3cce" providerId="LiveId" clId="{1EA23BA3-5D3F-463F-A453-D07E05C577E6}" dt="2026-10-21T17:56:47.925" v="4866" actId="1076"/>
          <ac:spMkLst>
            <pc:docMk/>
            <pc:sldMk cId="189307930" sldId="311"/>
            <ac:spMk id="23" creationId="{6E2E2780-F6D9-8EF1-C037-1DEEBCDACCEB}"/>
          </ac:spMkLst>
        </pc:spChg>
        <pc:spChg chg="add mod">
          <ac:chgData name="donghyun koo" userId="0bec2bb6862b3cce" providerId="LiveId" clId="{1EA23BA3-5D3F-463F-A453-D07E05C577E6}" dt="2026-10-21T17:56:50.951" v="4867" actId="1076"/>
          <ac:spMkLst>
            <pc:docMk/>
            <pc:sldMk cId="189307930" sldId="311"/>
            <ac:spMk id="24" creationId="{61BE46ED-E365-380A-7409-DBA451FBDFDA}"/>
          </ac:spMkLst>
        </pc:spChg>
        <pc:grpChg chg="add mod">
          <ac:chgData name="donghyun koo" userId="0bec2bb6862b3cce" providerId="LiveId" clId="{1EA23BA3-5D3F-463F-A453-D07E05C577E6}" dt="2026-10-21T17:52:02.870" v="4758" actId="1076"/>
          <ac:grpSpMkLst>
            <pc:docMk/>
            <pc:sldMk cId="189307930" sldId="311"/>
            <ac:grpSpMk id="10" creationId="{0BF64062-EA89-162B-A372-318591B063C6}"/>
          </ac:grpSpMkLst>
        </pc:grpChg>
        <pc:grpChg chg="add mod">
          <ac:chgData name="donghyun koo" userId="0bec2bb6862b3cce" providerId="LiveId" clId="{1EA23BA3-5D3F-463F-A453-D07E05C577E6}" dt="2026-10-21T17:54:19.887" v="4811" actId="571"/>
          <ac:grpSpMkLst>
            <pc:docMk/>
            <pc:sldMk cId="189307930" sldId="311"/>
            <ac:grpSpMk id="18" creationId="{CD0B6157-6C3B-EFFE-8B38-CD396E4CF87C}"/>
          </ac:grpSpMkLst>
        </pc:grpChg>
        <pc:grpChg chg="add mod">
          <ac:chgData name="donghyun koo" userId="0bec2bb6862b3cce" providerId="LiveId" clId="{1EA23BA3-5D3F-463F-A453-D07E05C577E6}" dt="2026-10-21T17:54:34.294" v="4817" actId="164"/>
          <ac:grpSpMkLst>
            <pc:docMk/>
            <pc:sldMk cId="189307930" sldId="311"/>
            <ac:grpSpMk id="25" creationId="{8C256278-D8E2-495B-9AF9-0A40E35D435A}"/>
          </ac:grpSpMkLst>
        </pc:grpChg>
        <pc:grpChg chg="add mod">
          <ac:chgData name="donghyun koo" userId="0bec2bb6862b3cce" providerId="LiveId" clId="{1EA23BA3-5D3F-463F-A453-D07E05C577E6}" dt="2026-10-21T17:54:35.575" v="4818" actId="164"/>
          <ac:grpSpMkLst>
            <pc:docMk/>
            <pc:sldMk cId="189307930" sldId="311"/>
            <ac:grpSpMk id="26" creationId="{7BBFE23B-33DD-0497-F48E-61886457CF15}"/>
          </ac:grpSpMkLst>
        </pc:grpChg>
        <pc:grpChg chg="add mod">
          <ac:chgData name="donghyun koo" userId="0bec2bb6862b3cce" providerId="LiveId" clId="{1EA23BA3-5D3F-463F-A453-D07E05C577E6}" dt="2026-10-21T17:54:36.794" v="4819" actId="164"/>
          <ac:grpSpMkLst>
            <pc:docMk/>
            <pc:sldMk cId="189307930" sldId="311"/>
            <ac:grpSpMk id="27" creationId="{74BD7096-5894-17C3-CC7B-1403F0377C17}"/>
          </ac:grpSpMkLst>
        </pc:grpChg>
        <pc:grpChg chg="add mod">
          <ac:chgData name="donghyun koo" userId="0bec2bb6862b3cce" providerId="LiveId" clId="{1EA23BA3-5D3F-463F-A453-D07E05C577E6}" dt="2026-10-21T17:57:27.659" v="4870"/>
          <ac:grpSpMkLst>
            <pc:docMk/>
            <pc:sldMk cId="189307930" sldId="311"/>
            <ac:grpSpMk id="28" creationId="{A12703B8-32B7-F067-0C22-1A33DE63041A}"/>
          </ac:grpSpMkLst>
        </pc:grpChg>
      </pc:sldChg>
      <pc:sldChg chg="new del">
        <pc:chgData name="donghyun koo" userId="0bec2bb6862b3cce" providerId="LiveId" clId="{1EA23BA3-5D3F-463F-A453-D07E05C577E6}" dt="2026-10-21T17:47:32.610" v="4550" actId="680"/>
        <pc:sldMkLst>
          <pc:docMk/>
          <pc:sldMk cId="3866657164" sldId="311"/>
        </pc:sldMkLst>
      </pc:sldChg>
      <pc:sldChg chg="modSp add del mod">
        <pc:chgData name="donghyun koo" userId="0bec2bb6862b3cce" providerId="LiveId" clId="{1EA23BA3-5D3F-463F-A453-D07E05C577E6}" dt="2026-10-21T17:38:54.955" v="4192" actId="47"/>
        <pc:sldMkLst>
          <pc:docMk/>
          <pc:sldMk cId="3870268387" sldId="311"/>
        </pc:sldMkLst>
        <pc:spChg chg="mod">
          <ac:chgData name="donghyun koo" userId="0bec2bb6862b3cce" providerId="LiveId" clId="{1EA23BA3-5D3F-463F-A453-D07E05C577E6}" dt="2026-10-21T17:38:48.737" v="4191" actId="20577"/>
          <ac:spMkLst>
            <pc:docMk/>
            <pc:sldMk cId="3870268387" sldId="311"/>
            <ac:spMk id="2" creationId="{F0ABEC6F-4ABD-F755-42D9-8C5A5A1EAE8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12B5-C22A-4AF7-A62B-EF69F51B743A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B3B01-A39B-42C5-BF6B-D36FDF6935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669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FA5BE-D3CE-E7FE-C4E0-6C68FDA77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BCCE350-57F7-B567-F923-D3B9B52B1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F7554-99BA-B0D1-66C1-4A4ED5B87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CD7471-3369-8C2B-55F7-BD59D3FEF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845E9-7452-B54A-E223-65ABAA77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16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F5F6ED-B09B-73B0-32BB-CD5D71D08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47033F-2ACC-DF28-8764-2813842A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1C84CB-9899-430D-9478-6C7DB3D1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CBC257-340C-929A-D151-1DA31D7F3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D60EC0-511D-BE59-C2B5-7EFC1A3CB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122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D4514-7B0A-E067-3500-E65833A6E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1C7F0B-9D5C-4509-13F8-D576CA40F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0B6866-A91E-3E9A-FA67-90B455413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46D686-591C-F78E-2DC7-44F8A4BA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994B1E-C2B8-22D7-39BF-4EF941AF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78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89A9E-5A13-3EF1-4795-C8A51792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02351-A5F7-735E-5B83-CAD8D7A61E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1DAB14-4C23-B837-7172-BB51E4762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3691008-19E7-C2C1-1352-032F99A71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1F5B32-3C37-8E73-E4A1-905F94AE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C3FAF9-BE6C-D734-82DD-8640481E7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459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A89D4-9472-6FF8-44F9-D645D1C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BD03EA-4E7D-694F-0CE1-3CA9CBC46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E06275-5CB6-D1A6-658A-132EC2BA0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0134B6-B78E-3D9E-8FC0-71AD90496F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F110C4-6BE5-238D-368C-3F2570B47A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6DEA39-D101-22E1-F080-BDCB99EF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EDCE2C-8E0F-F121-F91B-E30BE43B4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A3F5102-7977-E7D7-EBB4-E7522F6CE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04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7B791-0178-5817-2EB0-76534412A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DE7FCBC-9BEE-05AA-F13C-BF1EE43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1C612F-A112-0EDD-5FBD-2D7287FE5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49FA60-87C2-F547-CE5F-B0791A72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1760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D5D8CB6-7B2F-ED9D-6343-BCCAA458F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D3D3776-0031-2C18-3214-CBA3D86A9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DB08E0-9035-4209-CBC3-E90DC194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4437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516C1B-C5F4-BFD9-9134-B44C283AD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E6CFCF-77C7-B27C-A8A5-88CF28015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5360EF-22FF-843A-A8B1-EC7BCFA86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0857BD-5778-E777-DC38-24EF63127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0F319F-0A5E-648D-F697-EAD73B8BC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E542AD-F27A-40DC-42E7-B26813A2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18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62611-DC21-12E2-16D7-034CAF1C7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1D0799B-161A-2CEA-0239-840F4952810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0D8D22A-11B9-F49E-2279-11BA776C5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88CA3D-B289-DCEA-A3F2-0A4630BCA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9EF81-D234-D694-6426-58094CECC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482327-E253-9E00-3B73-C1A17EF6A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5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65B6F-851B-C825-7DE3-005C868B4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41B8C0-4816-9D3A-B221-FAACD0273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88B14A-1238-19DE-E345-877C24E1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50A90E-3E11-79A7-9C13-3399BC29D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23AF7B-F059-CAD9-8D80-0DE829B2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358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35D68E5-E5AF-757F-92A0-8811FB1352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636890-2130-C5FC-A645-B9AE5753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82E57E-1175-E74A-A178-B4DAA80CB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2AF71-B94A-3F90-9BE0-D9F28D37D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3991F-68A7-EA4A-A8B0-269CB7C4D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513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4F660F-977A-EF02-95E8-89DD9182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712AED-0EF9-8F26-1865-1CCD1250C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B89E09-D438-AD3C-8C19-982A27593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FFD2B8-8ACE-204E-6C25-6F8E760A1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E9213A-EF1B-636F-D97F-A5B2962AF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420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31FB-4FCD-C0C4-EA65-AECA0E9C9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AD432EF-0810-598D-EE8B-5E4A51490B1B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1AC474-EF99-3598-C8DE-BFEDBF9F3B21}"/>
              </a:ext>
            </a:extLst>
          </p:cNvPr>
          <p:cNvSpPr txBox="1"/>
          <p:nvPr/>
        </p:nvSpPr>
        <p:spPr>
          <a:xfrm>
            <a:off x="4356581" y="2644169"/>
            <a:ext cx="34788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800" dirty="0"/>
              <a:t>모바일 게임</a:t>
            </a:r>
            <a:br>
              <a:rPr lang="en-US" altLang="ko-KR" sz="4800" dirty="0"/>
            </a:br>
            <a:r>
              <a:rPr lang="ko-KR" altLang="en-US" sz="4800" dirty="0"/>
              <a:t>좀비 소울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10E48E-A950-1368-4963-A23C44C31B88}"/>
              </a:ext>
            </a:extLst>
          </p:cNvPr>
          <p:cNvSpPr txBox="1"/>
          <p:nvPr/>
        </p:nvSpPr>
        <p:spPr>
          <a:xfrm>
            <a:off x="0" y="67859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타이틀 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4198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32830-35D0-015F-19A5-60252C36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2EECA29-BC76-2DA5-2406-08AFBF8B4B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D116FFC-3DCC-B2FF-9603-5C12CB08749D}"/>
              </a:ext>
            </a:extLst>
          </p:cNvPr>
          <p:cNvGrpSpPr/>
          <p:nvPr/>
        </p:nvGrpSpPr>
        <p:grpSpPr>
          <a:xfrm>
            <a:off x="9238532" y="4303357"/>
            <a:ext cx="1834160" cy="1871633"/>
            <a:chOff x="9238532" y="4303357"/>
            <a:chExt cx="1834160" cy="1871633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7701B50-BC36-97EA-CEE3-E92106B3E9CD}"/>
                </a:ext>
              </a:extLst>
            </p:cNvPr>
            <p:cNvGrpSpPr/>
            <p:nvPr/>
          </p:nvGrpSpPr>
          <p:grpSpPr>
            <a:xfrm>
              <a:off x="9272692" y="4314613"/>
              <a:ext cx="1800000" cy="1800000"/>
              <a:chOff x="9272692" y="4314613"/>
              <a:chExt cx="1800000" cy="1800000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1D05947B-342C-CCEB-663E-3CFE66E3025C}"/>
                  </a:ext>
                </a:extLst>
              </p:cNvPr>
              <p:cNvSpPr/>
              <p:nvPr/>
            </p:nvSpPr>
            <p:spPr>
              <a:xfrm>
                <a:off x="9272692" y="4314613"/>
                <a:ext cx="1800000" cy="1800000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5000"/>
                      <a:lumOff val="95000"/>
                    </a:schemeClr>
                  </a:gs>
                  <a:gs pos="74000">
                    <a:schemeClr val="accent6">
                      <a:lumMod val="45000"/>
                      <a:lumOff val="55000"/>
                    </a:schemeClr>
                  </a:gs>
                  <a:gs pos="83000">
                    <a:schemeClr val="accent6">
                      <a:lumMod val="45000"/>
                      <a:lumOff val="55000"/>
                    </a:schemeClr>
                  </a:gs>
                  <a:gs pos="100000">
                    <a:schemeClr val="accent6">
                      <a:lumMod val="30000"/>
                      <a:lumOff val="70000"/>
                    </a:schemeClr>
                  </a:gs>
                </a:gsLst>
                <a:lin ang="1080000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513F9DF2-504E-5E97-68C9-26C0785F13D8}"/>
                  </a:ext>
                </a:extLst>
              </p:cNvPr>
              <p:cNvSpPr/>
              <p:nvPr/>
            </p:nvSpPr>
            <p:spPr>
              <a:xfrm>
                <a:off x="9362692" y="4404613"/>
                <a:ext cx="1620000" cy="162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E2BD8F4-3F34-672A-3301-10542F895A7A}"/>
                </a:ext>
              </a:extLst>
            </p:cNvPr>
            <p:cNvGrpSpPr/>
            <p:nvPr/>
          </p:nvGrpSpPr>
          <p:grpSpPr>
            <a:xfrm>
              <a:off x="9238532" y="4303357"/>
              <a:ext cx="1390979" cy="1871633"/>
              <a:chOff x="2551100" y="2317076"/>
              <a:chExt cx="1390979" cy="1871633"/>
            </a:xfrm>
          </p:grpSpPr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5B271E4C-7841-FBA3-A836-C0DA3A18E7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3926" b="49367"/>
              <a:stretch>
                <a:fillRect/>
              </a:stretch>
            </p:blipFill>
            <p:spPr>
              <a:xfrm>
                <a:off x="2551102" y="2317076"/>
                <a:ext cx="794926" cy="947670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3C79A7A-939D-F250-C146-FAFABB5D47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0633" r="19378"/>
              <a:stretch>
                <a:fillRect/>
              </a:stretch>
            </p:blipFill>
            <p:spPr>
              <a:xfrm>
                <a:off x="2551100" y="3264746"/>
                <a:ext cx="1390979" cy="923963"/>
              </a:xfrm>
              <a:prstGeom prst="rect">
                <a:avLst/>
              </a:prstGeom>
            </p:spPr>
          </p:pic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C0203FE-2839-512E-DA91-4B13C372BC03}"/>
              </a:ext>
            </a:extLst>
          </p:cNvPr>
          <p:cNvGrpSpPr/>
          <p:nvPr/>
        </p:nvGrpSpPr>
        <p:grpSpPr>
          <a:xfrm>
            <a:off x="2848672" y="1606973"/>
            <a:ext cx="6494656" cy="646331"/>
            <a:chOff x="3386667" y="1456267"/>
            <a:chExt cx="6494656" cy="6463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19EF2-15A0-C665-4AEA-DD2D6534B2D5}"/>
                </a:ext>
              </a:extLst>
            </p:cNvPr>
            <p:cNvSpPr txBox="1"/>
            <p:nvPr/>
          </p:nvSpPr>
          <p:spPr>
            <a:xfrm>
              <a:off x="3386667" y="1456267"/>
              <a:ext cx="635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TIP :</a:t>
              </a:r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E5FA7-9220-6882-FAA3-4937B0D4D232}"/>
                </a:ext>
              </a:extLst>
            </p:cNvPr>
            <p:cNvSpPr txBox="1"/>
            <p:nvPr/>
          </p:nvSpPr>
          <p:spPr>
            <a:xfrm>
              <a:off x="3908213" y="1456267"/>
              <a:ext cx="597311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좀비 소울의 </a:t>
              </a:r>
              <a:r>
                <a:rPr lang="en-US" altLang="ko-KR" dirty="0"/>
                <a:t>{</a:t>
              </a:r>
              <a:r>
                <a:rPr lang="ko-KR" altLang="en-US" dirty="0"/>
                <a:t>첫번째 보스</a:t>
              </a:r>
              <a:r>
                <a:rPr lang="en-US" altLang="ko-KR" dirty="0"/>
                <a:t>}</a:t>
              </a:r>
              <a:r>
                <a:rPr lang="ko-KR" altLang="en-US" dirty="0"/>
                <a:t>를 잡으면</a:t>
              </a:r>
              <a:br>
                <a:rPr lang="en-US" altLang="ko-KR" dirty="0"/>
              </a:br>
              <a:r>
                <a:rPr lang="ko-KR" altLang="en-US" dirty="0"/>
                <a:t>가끔 특별한 </a:t>
              </a:r>
              <a:r>
                <a:rPr lang="en-US" altLang="ko-KR" dirty="0"/>
                <a:t>DNA</a:t>
              </a:r>
              <a:r>
                <a:rPr lang="ko-KR" altLang="en-US" dirty="0"/>
                <a:t>를 얻을 수 </a:t>
              </a:r>
              <a:r>
                <a:rPr lang="ko-KR" altLang="en-US" dirty="0" err="1"/>
                <a:t>있다는것을</a:t>
              </a:r>
              <a:r>
                <a:rPr lang="ko-KR" altLang="en-US" dirty="0"/>
                <a:t> 알고 계시나요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ABDBFE9-31F4-16FA-BD69-9D2AA01C225E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로딩 씬</a:t>
            </a:r>
            <a:endParaRPr lang="en-US" altLang="ko-KR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A99847E-E9F8-881F-78D7-DF6EB63112E2}"/>
              </a:ext>
            </a:extLst>
          </p:cNvPr>
          <p:cNvGrpSpPr/>
          <p:nvPr/>
        </p:nvGrpSpPr>
        <p:grpSpPr>
          <a:xfrm>
            <a:off x="9861118" y="4561587"/>
            <a:ext cx="623148" cy="1303072"/>
            <a:chOff x="3583092" y="4084320"/>
            <a:chExt cx="1037929" cy="1823449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333F0BF-8D1F-5E20-8587-595D32117DFB}"/>
                </a:ext>
              </a:extLst>
            </p:cNvPr>
            <p:cNvSpPr/>
            <p:nvPr/>
          </p:nvSpPr>
          <p:spPr>
            <a:xfrm rot="21194013">
              <a:off x="3983717" y="5208239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88FC989-1E75-C44C-286E-F73316A7D01D}"/>
                </a:ext>
              </a:extLst>
            </p:cNvPr>
            <p:cNvSpPr/>
            <p:nvPr/>
          </p:nvSpPr>
          <p:spPr>
            <a:xfrm rot="199581">
              <a:off x="3748520" y="5208240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01DA6D0-8346-9107-5862-60F2E2F3C8EA}"/>
                </a:ext>
              </a:extLst>
            </p:cNvPr>
            <p:cNvSpPr/>
            <p:nvPr/>
          </p:nvSpPr>
          <p:spPr>
            <a:xfrm rot="16412158">
              <a:off x="4235340" y="4593197"/>
              <a:ext cx="174269" cy="59709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0E2355B-4BFF-35C5-716F-6E6518FDCBBB}"/>
                </a:ext>
              </a:extLst>
            </p:cNvPr>
            <p:cNvSpPr/>
            <p:nvPr/>
          </p:nvSpPr>
          <p:spPr>
            <a:xfrm>
              <a:off x="3745652" y="4404613"/>
              <a:ext cx="394879" cy="100050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AEB9407-819D-18A5-C2F4-38B59653EBF7}"/>
                </a:ext>
              </a:extLst>
            </p:cNvPr>
            <p:cNvSpPr/>
            <p:nvPr/>
          </p:nvSpPr>
          <p:spPr>
            <a:xfrm>
              <a:off x="3583092" y="4084320"/>
              <a:ext cx="720000" cy="72000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7B0DD80-2566-CF5F-9753-757CEB171956}"/>
                </a:ext>
              </a:extLst>
            </p:cNvPr>
            <p:cNvSpPr/>
            <p:nvPr/>
          </p:nvSpPr>
          <p:spPr>
            <a:xfrm rot="17673105">
              <a:off x="3970156" y="4679748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13387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CAABD-8B33-5958-8D1A-F60A614C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E129926-CACB-A74B-E117-24BA9659F501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46E62-2315-214F-B4B7-5B3702A16A44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로비 씬</a:t>
            </a:r>
            <a:endParaRPr lang="en-US" altLang="ko-KR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BF64062-EA89-162B-A372-318591B063C6}"/>
              </a:ext>
            </a:extLst>
          </p:cNvPr>
          <p:cNvGrpSpPr/>
          <p:nvPr/>
        </p:nvGrpSpPr>
        <p:grpSpPr>
          <a:xfrm>
            <a:off x="5252720" y="4533897"/>
            <a:ext cx="1686560" cy="688341"/>
            <a:chOff x="5252720" y="5201919"/>
            <a:chExt cx="1686560" cy="688341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8E27AA8-248E-FFB8-311D-E1B877B7C0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52720" y="5201919"/>
              <a:ext cx="1686560" cy="6883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25D978-DB0C-AC47-BC1B-574A2126ACB8}"/>
                </a:ext>
              </a:extLst>
            </p:cNvPr>
            <p:cNvSpPr txBox="1"/>
            <p:nvPr/>
          </p:nvSpPr>
          <p:spPr>
            <a:xfrm>
              <a:off x="5501125" y="5361423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게임 시작</a:t>
              </a:r>
            </a:p>
          </p:txBody>
        </p:sp>
      </p:grpSp>
      <p:sp>
        <p:nvSpPr>
          <p:cNvPr id="8" name="타원 7">
            <a:extLst>
              <a:ext uri="{FF2B5EF4-FFF2-40B4-BE49-F238E27FC236}">
                <a16:creationId xmlns:a16="http://schemas.microsoft.com/office/drawing/2014/main" id="{38873C2F-2BAC-06D1-AB4D-BC6B6B231305}"/>
              </a:ext>
            </a:extLst>
          </p:cNvPr>
          <p:cNvSpPr/>
          <p:nvPr/>
        </p:nvSpPr>
        <p:spPr>
          <a:xfrm>
            <a:off x="1057650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D0B6157-6C3B-EFFE-8B38-CD396E4CF87C}"/>
              </a:ext>
            </a:extLst>
          </p:cNvPr>
          <p:cNvGrpSpPr/>
          <p:nvPr/>
        </p:nvGrpSpPr>
        <p:grpSpPr>
          <a:xfrm>
            <a:off x="5059200" y="5764107"/>
            <a:ext cx="2073600" cy="580892"/>
            <a:chOff x="5059200" y="5764107"/>
            <a:chExt cx="2073600" cy="580892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36F13CB-DD01-4F49-648F-496719B855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592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47F04B6-8CCD-E93D-880D-FE6E85AE8235}"/>
                </a:ext>
              </a:extLst>
            </p:cNvPr>
            <p:cNvSpPr txBox="1"/>
            <p:nvPr/>
          </p:nvSpPr>
          <p:spPr>
            <a:xfrm>
              <a:off x="5743178" y="5869887"/>
              <a:ext cx="7056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</a:t>
              </a:r>
              <a:endParaRPr lang="ko-KR" altLang="en-US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4BD7096-5894-17C3-CC7B-1403F0377C17}"/>
              </a:ext>
            </a:extLst>
          </p:cNvPr>
          <p:cNvGrpSpPr/>
          <p:nvPr/>
        </p:nvGrpSpPr>
        <p:grpSpPr>
          <a:xfrm>
            <a:off x="7132800" y="5764107"/>
            <a:ext cx="2073600" cy="580892"/>
            <a:chOff x="7132800" y="5764107"/>
            <a:chExt cx="2073600" cy="580892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28EEC7B-EF41-AFBC-954B-975FC21DBC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28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822B3BA-E61A-31BD-231E-C5725DC9B320}"/>
                </a:ext>
              </a:extLst>
            </p:cNvPr>
            <p:cNvSpPr txBox="1"/>
            <p:nvPr/>
          </p:nvSpPr>
          <p:spPr>
            <a:xfrm>
              <a:off x="7625220" y="5863907"/>
              <a:ext cx="10887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Upgrade</a:t>
              </a:r>
              <a:endParaRPr lang="ko-KR" altLang="en-US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12703B8-32B7-F067-0C22-1A33DE63041A}"/>
              </a:ext>
            </a:extLst>
          </p:cNvPr>
          <p:cNvGrpSpPr/>
          <p:nvPr/>
        </p:nvGrpSpPr>
        <p:grpSpPr>
          <a:xfrm>
            <a:off x="9206400" y="5764107"/>
            <a:ext cx="2073600" cy="580892"/>
            <a:chOff x="9206400" y="5764107"/>
            <a:chExt cx="2073600" cy="58089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07541BD-8113-FFE4-85BD-D599E2886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064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E77CE30-FE56-A484-977C-2BA733CF6DC2}"/>
                </a:ext>
              </a:extLst>
            </p:cNvPr>
            <p:cNvSpPr txBox="1"/>
            <p:nvPr/>
          </p:nvSpPr>
          <p:spPr>
            <a:xfrm>
              <a:off x="9728443" y="5863907"/>
              <a:ext cx="102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ko-KR" dirty="0"/>
                <a:t>Archive </a:t>
              </a:r>
              <a:endParaRPr lang="ko-KR" altLang="en-US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BBFE23B-33DD-0497-F48E-61886457CF15}"/>
              </a:ext>
            </a:extLst>
          </p:cNvPr>
          <p:cNvGrpSpPr/>
          <p:nvPr/>
        </p:nvGrpSpPr>
        <p:grpSpPr>
          <a:xfrm>
            <a:off x="2985600" y="5764107"/>
            <a:ext cx="2073600" cy="580892"/>
            <a:chOff x="2985600" y="5764107"/>
            <a:chExt cx="2073600" cy="58089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EFB517D-4EEE-F1D6-7DFA-215150F3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856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E2E2780-F6D9-8EF1-C037-1DEEBCDACCEB}"/>
                </a:ext>
              </a:extLst>
            </p:cNvPr>
            <p:cNvSpPr txBox="1"/>
            <p:nvPr/>
          </p:nvSpPr>
          <p:spPr>
            <a:xfrm>
              <a:off x="3637518" y="5863907"/>
              <a:ext cx="769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Equip</a:t>
              </a:r>
              <a:endParaRPr lang="ko-KR" altLang="en-US" dirty="0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C256278-D8E2-495B-9AF9-0A40E35D435A}"/>
              </a:ext>
            </a:extLst>
          </p:cNvPr>
          <p:cNvGrpSpPr/>
          <p:nvPr/>
        </p:nvGrpSpPr>
        <p:grpSpPr>
          <a:xfrm>
            <a:off x="912000" y="5764107"/>
            <a:ext cx="2073600" cy="580892"/>
            <a:chOff x="912000" y="5764107"/>
            <a:chExt cx="2073600" cy="580892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8AABACD-3777-0BFD-3DD6-940E58E76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20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1BE46ED-E365-380A-7409-DBA451FBDFDA}"/>
                </a:ext>
              </a:extLst>
            </p:cNvPr>
            <p:cNvSpPr txBox="1"/>
            <p:nvPr/>
          </p:nvSpPr>
          <p:spPr>
            <a:xfrm>
              <a:off x="1588958" y="5863907"/>
              <a:ext cx="7196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Store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9307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EE402-01D3-7227-CFE0-D28D53A96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7F8F74C-9CCE-363B-4793-09EB7420A96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99F97C07-FC0F-8E15-E74B-11B2CF72A343}"/>
              </a:ext>
            </a:extLst>
          </p:cNvPr>
          <p:cNvGrpSpPr/>
          <p:nvPr/>
        </p:nvGrpSpPr>
        <p:grpSpPr>
          <a:xfrm>
            <a:off x="9152550" y="4310424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6E1056F6-08FF-3FDD-EA93-81EB0C4BE76D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7BAB895C-87A9-B193-7DC6-BD1D9B42604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EB2A2229-A3CA-52C0-2D66-9E6FDFF15228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E3F8FDFD-BC6B-4803-A70D-FB7916804D4E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43C314-B5B8-DFA0-DB0E-0E4BB9240AE9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C1ECC1-6509-2A9C-79FD-48B873C234EE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7AF5147-A32C-0E12-D271-634017EF641D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ED50AA3-A6FD-7D7F-20D5-306BE107FBEF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963C5135-0CC8-E457-8147-4F6F65C2CAB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4FE5C4D-C551-BFEB-64AB-7756306D2F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29CDAC18-303E-AC2C-A334-69F1E0B36158}"/>
              </a:ext>
            </a:extLst>
          </p:cNvPr>
          <p:cNvGrpSpPr/>
          <p:nvPr/>
        </p:nvGrpSpPr>
        <p:grpSpPr>
          <a:xfrm>
            <a:off x="5787571" y="3559790"/>
            <a:ext cx="616857" cy="1463589"/>
            <a:chOff x="5787571" y="3559790"/>
            <a:chExt cx="616857" cy="1463589"/>
          </a:xfrm>
        </p:grpSpPr>
        <p:sp>
          <p:nvSpPr>
            <p:cNvPr id="34" name="순서도: 자기 디스크 33">
              <a:extLst>
                <a:ext uri="{FF2B5EF4-FFF2-40B4-BE49-F238E27FC236}">
                  <a16:creationId xmlns:a16="http://schemas.microsoft.com/office/drawing/2014/main" id="{0A7E11FF-90DF-5CE0-C893-2CEF08D7FA6D}"/>
                </a:ext>
              </a:extLst>
            </p:cNvPr>
            <p:cNvSpPr/>
            <p:nvPr/>
          </p:nvSpPr>
          <p:spPr>
            <a:xfrm>
              <a:off x="5787571" y="3723090"/>
              <a:ext cx="616857" cy="1300289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D723A423-AC62-D286-1FA2-D45CBD071BCC}"/>
                </a:ext>
              </a:extLst>
            </p:cNvPr>
            <p:cNvSpPr/>
            <p:nvPr/>
          </p:nvSpPr>
          <p:spPr>
            <a:xfrm>
              <a:off x="5842832" y="3559790"/>
              <a:ext cx="506333" cy="974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27F614AB-E5E6-31B6-2B1F-844DB1161576}"/>
              </a:ext>
            </a:extLst>
          </p:cNvPr>
          <p:cNvGrpSpPr/>
          <p:nvPr/>
        </p:nvGrpSpPr>
        <p:grpSpPr>
          <a:xfrm>
            <a:off x="310404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0E607E9E-BB5C-5E88-0AE5-E3AD87079CAD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DA258E0-1E7B-D649-85F0-4EEADF9997D8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683D8E49-2E19-AAAB-90EB-B36ADC9E1091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0CA74B2-3ECA-30D3-0F37-617A46359A42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E41560-74BB-6E88-E51C-933764ACA5FB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491FD2-74C8-DD53-9321-FD30E1AF4419}"/>
              </a:ext>
            </a:extLst>
          </p:cNvPr>
          <p:cNvSpPr txBox="1"/>
          <p:nvPr/>
        </p:nvSpPr>
        <p:spPr>
          <a:xfrm>
            <a:off x="165864" y="457402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A0C03F23-069F-9ABF-D533-14DD632E4391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47CA90FE-EFCC-B16F-9ABA-3E5311C0EB75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4EB60071-E2CD-7375-C2DA-3E06A1EE16FF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A31EBA7-D1B7-0F43-206B-CCE591C415C4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5FA83BE0-57D0-3090-2699-931BE4246587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C5DF083-2666-AE41-E7DE-2121ACF698F9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05A828C-AA5B-D071-7FB5-9CA75148153C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C5C392A-4E7B-B400-A735-17AFFE6106A7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E6C0A54B-8E95-170E-9EC9-0EDFD4F274C7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69D87F-41E3-9521-F4FE-627E70A7D6CD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33024E-A9A4-DC6E-543C-E13F6D8073AD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BA51BD-2D37-DC9C-621F-37887D0A708F}"/>
              </a:ext>
            </a:extLst>
          </p:cNvPr>
          <p:cNvGrpSpPr/>
          <p:nvPr/>
        </p:nvGrpSpPr>
        <p:grpSpPr>
          <a:xfrm>
            <a:off x="990456" y="4435760"/>
            <a:ext cx="1801481" cy="1801227"/>
            <a:chOff x="990456" y="4435760"/>
            <a:chExt cx="1801481" cy="1801227"/>
          </a:xfrm>
        </p:grpSpPr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0EA3F9A5-DFFC-8871-3FE1-7F8BB33BEB0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62087" y="4706369"/>
              <a:ext cx="360000" cy="36000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B183DA46-EE5A-85C4-C235-ED814A92D7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60456" y="5606978"/>
              <a:ext cx="360000" cy="360000"/>
            </a:xfrm>
            <a:prstGeom prst="ellipse">
              <a:avLst/>
            </a:prstGeom>
            <a:solidFill>
              <a:srgbClr val="FFC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BE664473-1BC3-1ADE-B19A-09A8C546376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60456" y="4706369"/>
              <a:ext cx="360000" cy="36000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0698FDD-24B8-40CD-3D59-C6B112DF3F6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60155" y="5598917"/>
              <a:ext cx="360000" cy="36000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D3BB9B0D-F887-5CAE-597F-329007A1275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0456" y="4436987"/>
              <a:ext cx="1800000" cy="180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811DDA6F-78CE-3C67-14CF-8BE3CB510090}"/>
                </a:ext>
              </a:extLst>
            </p:cNvPr>
            <p:cNvCxnSpPr>
              <a:cxnSpLocks/>
              <a:stCxn id="17" idx="0"/>
              <a:endCxn id="17" idx="2"/>
            </p:cNvCxnSpPr>
            <p:nvPr/>
          </p:nvCxnSpPr>
          <p:spPr>
            <a:xfrm>
              <a:off x="1890456" y="4436987"/>
              <a:ext cx="0" cy="18000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4A95B58C-95E4-5F9D-6E1C-B4A32837252D}"/>
                </a:ext>
              </a:extLst>
            </p:cNvPr>
            <p:cNvCxnSpPr>
              <a:cxnSpLocks/>
              <a:stCxn id="17" idx="1"/>
              <a:endCxn id="17" idx="3"/>
            </p:cNvCxnSpPr>
            <p:nvPr/>
          </p:nvCxnSpPr>
          <p:spPr>
            <a:xfrm>
              <a:off x="990456" y="5336987"/>
              <a:ext cx="18000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B3BC4A07-DB36-4077-8461-80F7243AF7C7}"/>
                </a:ext>
              </a:extLst>
            </p:cNvPr>
            <p:cNvSpPr/>
            <p:nvPr/>
          </p:nvSpPr>
          <p:spPr>
            <a:xfrm>
              <a:off x="990755" y="4435760"/>
              <a:ext cx="899699" cy="90121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7CEAA0D8-8D8E-7159-D222-7BB1C4D0C011}"/>
                </a:ext>
              </a:extLst>
            </p:cNvPr>
            <p:cNvSpPr/>
            <p:nvPr/>
          </p:nvSpPr>
          <p:spPr>
            <a:xfrm>
              <a:off x="1892238" y="4435760"/>
              <a:ext cx="899699" cy="90121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0E5D4B30-8E8D-D182-7340-AD3C6BCB0BA6}"/>
                </a:ext>
              </a:extLst>
            </p:cNvPr>
            <p:cNvSpPr/>
            <p:nvPr/>
          </p:nvSpPr>
          <p:spPr>
            <a:xfrm>
              <a:off x="1892238" y="5329535"/>
              <a:ext cx="899699" cy="90121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1631EF89-5063-B8B1-C498-11F7814AF92D}"/>
                </a:ext>
              </a:extLst>
            </p:cNvPr>
            <p:cNvSpPr/>
            <p:nvPr/>
          </p:nvSpPr>
          <p:spPr>
            <a:xfrm>
              <a:off x="990755" y="5329535"/>
              <a:ext cx="899699" cy="90121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DE15867-69BC-DA30-1C8A-72F0A1105892}"/>
              </a:ext>
            </a:extLst>
          </p:cNvPr>
          <p:cNvGrpSpPr/>
          <p:nvPr/>
        </p:nvGrpSpPr>
        <p:grpSpPr>
          <a:xfrm>
            <a:off x="1334347" y="1172337"/>
            <a:ext cx="1494487" cy="276948"/>
            <a:chOff x="990455" y="896744"/>
            <a:chExt cx="1838379" cy="276948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739C26-4D70-5133-3833-FF1559C77D27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CAF0B6BC-E8CD-0CF1-7D0E-80E54E0F7F0F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3B33EF6-B30A-00B4-CEAF-0768BC4AFEB7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06767E78-E598-3C5B-B7DA-3CC025C5FED2}"/>
              </a:ext>
            </a:extLst>
          </p:cNvPr>
          <p:cNvSpPr txBox="1"/>
          <p:nvPr/>
        </p:nvSpPr>
        <p:spPr>
          <a:xfrm>
            <a:off x="885228" y="115076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9586165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2402</TotalTime>
  <Words>64</Words>
  <Application>Microsoft Office PowerPoint</Application>
  <PresentationFormat>와이드스크린</PresentationFormat>
  <Paragraphs>27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33</cp:revision>
  <dcterms:created xsi:type="dcterms:W3CDTF">2026-09-29T02:26:20Z</dcterms:created>
  <dcterms:modified xsi:type="dcterms:W3CDTF">2026-10-22T06:49:51Z</dcterms:modified>
</cp:coreProperties>
</file>