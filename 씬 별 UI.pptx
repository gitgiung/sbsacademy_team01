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303" r:id="rId2"/>
    <p:sldId id="292" r:id="rId3"/>
    <p:sldId id="311" r:id="rId4"/>
    <p:sldId id="310" r:id="rId5"/>
    <p:sldId id="312" r:id="rId6"/>
    <p:sldId id="31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E8C8"/>
    <a:srgbClr val="FEEDDA"/>
    <a:srgbClr val="FF7C80"/>
    <a:srgbClr val="F2D498"/>
    <a:srgbClr val="D5D000"/>
    <a:srgbClr val="FFCC00"/>
    <a:srgbClr val="F1FAC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79" autoAdjust="0"/>
  </p:normalViewPr>
  <p:slideViewPr>
    <p:cSldViewPr snapToGrid="0">
      <p:cViewPr varScale="1">
        <p:scale>
          <a:sx n="159" d="100"/>
          <a:sy n="159" d="100"/>
        </p:scale>
        <p:origin x="38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4356581" y="2644169"/>
            <a:ext cx="34788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800" dirty="0"/>
              <a:t>모바일 게임</a:t>
            </a:r>
            <a:br>
              <a:rPr lang="en-US" altLang="ko-KR" sz="4800" dirty="0"/>
            </a:br>
            <a:r>
              <a:rPr lang="ko-KR" altLang="en-US" sz="4800" dirty="0"/>
              <a:t>좀비 소울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0E48E-A950-1368-4963-A23C44C31B88}"/>
              </a:ext>
            </a:extLst>
          </p:cNvPr>
          <p:cNvSpPr txBox="1"/>
          <p:nvPr/>
        </p:nvSpPr>
        <p:spPr>
          <a:xfrm>
            <a:off x="0" y="67859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타이틀 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ABDBFE9-31F4-16FA-BD69-9D2AA01C225E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로딩 씬</a:t>
            </a:r>
            <a:endParaRPr lang="en-US" altLang="ko-KR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46E62-2315-214F-B4B7-5B3702A16A4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로비 씬</a:t>
            </a:r>
            <a:endParaRPr lang="en-US" altLang="ko-KR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sp>
        <p:nvSpPr>
          <p:cNvPr id="8" name="타원 7">
            <a:extLst>
              <a:ext uri="{FF2B5EF4-FFF2-40B4-BE49-F238E27FC236}">
                <a16:creationId xmlns:a16="http://schemas.microsoft.com/office/drawing/2014/main" id="{38873C2F-2BAC-06D1-AB4D-BC6B6B231305}"/>
              </a:ext>
            </a:extLst>
          </p:cNvPr>
          <p:cNvSpPr/>
          <p:nvPr/>
        </p:nvSpPr>
        <p:spPr>
          <a:xfrm>
            <a:off x="1057650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43178" y="5869887"/>
              <a:ext cx="7056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</a:t>
              </a:r>
              <a:endParaRPr lang="ko-KR" altLang="en-US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625220" y="5863907"/>
              <a:ext cx="10887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Upgrade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728443" y="5863907"/>
              <a:ext cx="102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ko-KR" dirty="0"/>
                <a:t>Archive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37518" y="5863907"/>
              <a:ext cx="769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Equip</a:t>
              </a:r>
              <a:endParaRPr lang="ko-KR" altLang="en-US" dirty="0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588958" y="5863907"/>
              <a:ext cx="7196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Store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E402-01D3-7227-CFE0-D28D53A96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7F8F74C-9CCE-363B-4793-09EB7420A96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9F97C07-FC0F-8E15-E74B-11B2CF72A343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6E1056F6-08FF-3FDD-EA93-81EB0C4BE76D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7BAB895C-87A9-B193-7DC6-BD1D9B42604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EB2A2229-A3CA-52C0-2D66-9E6FDFF15228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E3F8FDFD-BC6B-4803-A70D-FB7916804D4E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43C314-B5B8-DFA0-DB0E-0E4BB9240AE9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C1ECC1-6509-2A9C-79FD-48B873C234E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AF5147-A32C-0E12-D271-634017EF641D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ED50AA3-A6FD-7D7F-20D5-306BE107FBE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963C5135-0CC8-E457-8147-4F6F65C2CAB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4FE5C4D-C551-BFEB-64AB-7756306D2F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7F614AB-E5E6-31B6-2B1F-844DB1161576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0E607E9E-BB5C-5E88-0AE5-E3AD87079CA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DA258E0-1E7B-D649-85F0-4EEADF9997D8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683D8E49-2E19-AAAB-90EB-B36ADC9E1091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A74B2-3ECA-30D3-0F37-617A46359A42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E41560-74BB-6E88-E51C-933764ACA5FB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491FD2-74C8-DD53-9321-FD30E1AF4419}"/>
              </a:ext>
            </a:extLst>
          </p:cNvPr>
          <p:cNvSpPr txBox="1"/>
          <p:nvPr/>
        </p:nvSpPr>
        <p:spPr>
          <a:xfrm>
            <a:off x="256171" y="424890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0C03F23-069F-9ABF-D533-14DD632E4391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CA90FE-EFCC-B16F-9ABA-3E5311C0EB7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EB60071-E2CD-7375-C2DA-3E06A1EE16FF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31EBA7-D1B7-0F43-206B-CCE591C415C4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5FA83BE0-57D0-3090-2699-931BE4246587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5DF083-2666-AE41-E7DE-2121ACF698F9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05A828C-AA5B-D071-7FB5-9CA75148153C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C5C392A-4E7B-B400-A735-17AFFE6106A7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E6C0A54B-8E95-170E-9EC9-0EDFD4F274C7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33024E-A9A4-DC6E-543C-E13F6D8073AD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6767E78-E598-3C5B-B7DA-3CC025C5FED2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E2BECEA-20E8-523E-DDAA-2BA03C224FCE}"/>
              </a:ext>
            </a:extLst>
          </p:cNvPr>
          <p:cNvSpPr>
            <a:spLocks noChangeAspect="1"/>
          </p:cNvSpPr>
          <p:nvPr/>
        </p:nvSpPr>
        <p:spPr>
          <a:xfrm>
            <a:off x="1229952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95F18A1E-397B-05D3-50DA-ABFE0E6F4B4B}"/>
              </a:ext>
            </a:extLst>
          </p:cNvPr>
          <p:cNvSpPr>
            <a:spLocks noChangeAspect="1"/>
          </p:cNvSpPr>
          <p:nvPr/>
        </p:nvSpPr>
        <p:spPr>
          <a:xfrm>
            <a:off x="1219698" y="503509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6D7526-C9C3-675D-6A20-D086EB9103C8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1481F3-77AB-2DE8-DD53-D8A254185FAA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CEF1B98-CEA9-35A8-136F-C37DA5C47BFF}"/>
              </a:ext>
            </a:extLst>
          </p:cNvPr>
          <p:cNvSpPr>
            <a:spLocks noChangeAspect="1"/>
          </p:cNvSpPr>
          <p:nvPr/>
        </p:nvSpPr>
        <p:spPr>
          <a:xfrm>
            <a:off x="1229952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강</a:t>
            </a: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B0983DB5-4464-8B8D-015C-10B5A629D953}"/>
              </a:ext>
            </a:extLst>
          </p:cNvPr>
          <p:cNvSpPr>
            <a:spLocks noChangeAspect="1"/>
          </p:cNvSpPr>
          <p:nvPr/>
        </p:nvSpPr>
        <p:spPr>
          <a:xfrm>
            <a:off x="1229952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약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5E06E911-DE03-BB8F-A4B5-E1498F03C258}"/>
              </a:ext>
            </a:extLst>
          </p:cNvPr>
          <p:cNvSpPr>
            <a:spLocks noChangeAspect="1"/>
          </p:cNvSpPr>
          <p:nvPr/>
        </p:nvSpPr>
        <p:spPr>
          <a:xfrm>
            <a:off x="10424828" y="3891135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0DB2CE56-C274-ADA2-4153-2EF8D345FF20}"/>
              </a:ext>
            </a:extLst>
          </p:cNvPr>
          <p:cNvGrpSpPr/>
          <p:nvPr/>
        </p:nvGrpSpPr>
        <p:grpSpPr>
          <a:xfrm>
            <a:off x="5854137" y="3073664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21EBF995-948A-10DD-ECA7-5F2365D1381B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A692D6CF-F773-7E65-91D3-EB38B2BA952E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B929978-75E3-7BE8-7940-F1DF3180CC19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AA0E7F8-3DE2-B563-345E-8CD4F4C66EEE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780CA7-A716-EA5A-2137-4E1EABB683C9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1937925-6EB4-5217-A3CB-1063B4CFDA89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36875A4-EC35-0517-7EB9-4832EDA06AC2}"/>
              </a:ext>
            </a:extLst>
          </p:cNvPr>
          <p:cNvSpPr txBox="1"/>
          <p:nvPr/>
        </p:nvSpPr>
        <p:spPr>
          <a:xfrm>
            <a:off x="928357" y="874344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C40E03-26F4-4719-1223-4D7D207E58D6}"/>
              </a:ext>
            </a:extLst>
          </p:cNvPr>
          <p:cNvSpPr txBox="1"/>
          <p:nvPr/>
        </p:nvSpPr>
        <p:spPr>
          <a:xfrm>
            <a:off x="10775340" y="3873068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3EF22CDA-438E-9F63-6F16-8DEC91B7BCE7}"/>
              </a:ext>
            </a:extLst>
          </p:cNvPr>
          <p:cNvGrpSpPr/>
          <p:nvPr/>
        </p:nvGrpSpPr>
        <p:grpSpPr>
          <a:xfrm>
            <a:off x="10052550" y="2246899"/>
            <a:ext cx="623235" cy="1150334"/>
            <a:chOff x="7112870" y="2496755"/>
            <a:chExt cx="623235" cy="1150334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0A895888-D4BA-9C04-20D7-73A005F4D5F1}"/>
                </a:ext>
              </a:extLst>
            </p:cNvPr>
            <p:cNvSpPr/>
            <p:nvPr/>
          </p:nvSpPr>
          <p:spPr>
            <a:xfrm>
              <a:off x="7117554" y="2627091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C131EA1E-CBEB-1612-8B7A-C9F045FEEBD5}"/>
                </a:ext>
              </a:extLst>
            </p:cNvPr>
            <p:cNvSpPr/>
            <p:nvPr/>
          </p:nvSpPr>
          <p:spPr>
            <a:xfrm>
              <a:off x="7112870" y="2496755"/>
              <a:ext cx="623235" cy="4733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958616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F2656-B7B2-0976-761D-067EEB960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92E12F6-7442-F5C2-2E0D-48CE7618D59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A9E8C1B-046A-CA79-5382-70DF4CAA0256}"/>
              </a:ext>
            </a:extLst>
          </p:cNvPr>
          <p:cNvGrpSpPr/>
          <p:nvPr/>
        </p:nvGrpSpPr>
        <p:grpSpPr>
          <a:xfrm>
            <a:off x="1090683" y="4335230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E6946781-04FC-4464-64AA-8F9570D5D546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A0F82132-FAE0-4DA3-3BF5-A99E8FF42D2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FB7C4B45-2BC9-48F0-1690-FF0FA8AD5787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4575A712-1DFF-FA37-69F3-1E6220962431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6831C37-48AA-F924-CC21-E216B2B09898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0E1C95A-DF5B-50BC-50BD-ED220B9BEACF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571110-C01A-8365-34BC-8D1F83E2B7B0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8C9286-2BD5-4BE0-13D7-04BDCB64C5BC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FDD8776B-FBB4-9C47-5C34-62C0A2BC42F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A467C5F7-D34E-45BC-69BF-6D5C9DE850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1A6EBD2A-C4A0-F163-47D2-74A2FF5F014E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AB625CB0-B6C4-E2CF-6EF7-42414C735FEA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F3BB291-F1D9-1F67-F37A-EF0069E34845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912DD26A-9972-FBAF-9249-215F3829AF7F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A797771-BA77-2725-E115-744FF1848EF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5D04B3E-BC1A-2F67-C794-28F310F1FFAA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B9C3415-0D36-7987-06F4-B98095DCA8B1}"/>
              </a:ext>
            </a:extLst>
          </p:cNvPr>
          <p:cNvSpPr txBox="1"/>
          <p:nvPr/>
        </p:nvSpPr>
        <p:spPr>
          <a:xfrm>
            <a:off x="237495" y="445296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BC012EC0-72A5-2A56-5DA6-1EA4E4933E1F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CDDECB0-EA3D-1B96-2973-23134B31840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AB791A0-2F66-E881-A127-08138AB8A62B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2EC1C04-36EB-EF6E-47B6-CEE4A4E246F6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2901C81C-C694-4C10-0DDA-2C7C5A6D7C26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418882F6-376E-6433-1297-7E03263B2C5F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845DD76-0BBE-B958-4841-D4098614E512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AF95D16-2477-3044-B599-A60DDB43E8CD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D0449803-EC87-205A-172D-F124996C1DB9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11087F-4009-1FF2-AC6B-D10360246355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BBFE2F-F563-7DE5-E70E-00BCB6DFC172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85FB05-1D85-D68A-FF5C-97A7E930C9C6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A282E3-76A0-7048-3A09-08FE72E3D3C6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56D37840-6800-488F-4033-82D2C3B5D0D0}"/>
              </a:ext>
            </a:extLst>
          </p:cNvPr>
          <p:cNvSpPr>
            <a:spLocks noChangeAspect="1"/>
          </p:cNvSpPr>
          <p:nvPr/>
        </p:nvSpPr>
        <p:spPr>
          <a:xfrm>
            <a:off x="1029983" y="404565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73382064-6C92-9787-FFD4-9539C9C439B6}"/>
              </a:ext>
            </a:extLst>
          </p:cNvPr>
          <p:cNvGrpSpPr/>
          <p:nvPr/>
        </p:nvGrpSpPr>
        <p:grpSpPr>
          <a:xfrm>
            <a:off x="5854137" y="3073664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6458FA2F-C94C-318B-C34C-DAEBBACEB0A7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023E62D2-27CC-E776-30E2-019A54C876B6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AC91286A-6A8A-7F80-34FC-719611DA3F78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9FCEFE9-9C60-ECB6-84CB-9C5ACD9913BA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85D79F-FB7F-6567-9FA1-1D07B0A3BA37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2A63A96-C1B7-FD2D-401C-2E1879CFEF92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FAA5697-ABD9-E81B-5506-D58B733786F0}"/>
              </a:ext>
            </a:extLst>
          </p:cNvPr>
          <p:cNvSpPr txBox="1"/>
          <p:nvPr/>
        </p:nvSpPr>
        <p:spPr>
          <a:xfrm>
            <a:off x="928357" y="874344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714725-51DE-78A4-6FD8-0D91DCA7A6E2}"/>
              </a:ext>
            </a:extLst>
          </p:cNvPr>
          <p:cNvSpPr txBox="1"/>
          <p:nvPr/>
        </p:nvSpPr>
        <p:spPr>
          <a:xfrm>
            <a:off x="1380495" y="4027590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C68676B1-7DCE-6E06-BB26-399F01D8FE81}"/>
              </a:ext>
            </a:extLst>
          </p:cNvPr>
          <p:cNvGrpSpPr/>
          <p:nvPr/>
        </p:nvGrpSpPr>
        <p:grpSpPr>
          <a:xfrm>
            <a:off x="10052550" y="2246899"/>
            <a:ext cx="623235" cy="1150334"/>
            <a:chOff x="7112870" y="2496755"/>
            <a:chExt cx="623235" cy="1150334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A51E5B63-1B9B-C74A-10F8-8834CB94A29D}"/>
                </a:ext>
              </a:extLst>
            </p:cNvPr>
            <p:cNvSpPr/>
            <p:nvPr/>
          </p:nvSpPr>
          <p:spPr>
            <a:xfrm>
              <a:off x="7117554" y="2627091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F640FCC5-0B44-FDCF-2119-02410398180D}"/>
                </a:ext>
              </a:extLst>
            </p:cNvPr>
            <p:cNvSpPr/>
            <p:nvPr/>
          </p:nvSpPr>
          <p:spPr>
            <a:xfrm>
              <a:off x="7112870" y="2496755"/>
              <a:ext cx="623235" cy="4733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타원 24">
            <a:extLst>
              <a:ext uri="{FF2B5EF4-FFF2-40B4-BE49-F238E27FC236}">
                <a16:creationId xmlns:a16="http://schemas.microsoft.com/office/drawing/2014/main" id="{1708AE11-6426-E8C1-D6D7-5A7491FEEFA1}"/>
              </a:ext>
            </a:extLst>
          </p:cNvPr>
          <p:cNvSpPr>
            <a:spLocks noChangeAspect="1"/>
          </p:cNvSpPr>
          <p:nvPr/>
        </p:nvSpPr>
        <p:spPr>
          <a:xfrm>
            <a:off x="9969254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4DBD4567-FCE2-7645-02E1-158A1BC4EC5F}"/>
              </a:ext>
            </a:extLst>
          </p:cNvPr>
          <p:cNvSpPr>
            <a:spLocks noChangeAspect="1"/>
          </p:cNvSpPr>
          <p:nvPr/>
        </p:nvSpPr>
        <p:spPr>
          <a:xfrm>
            <a:off x="9969254" y="506926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1134F022-1CAA-B634-948F-CC62D086AFA4}"/>
              </a:ext>
            </a:extLst>
          </p:cNvPr>
          <p:cNvSpPr>
            <a:spLocks noChangeAspect="1"/>
          </p:cNvSpPr>
          <p:nvPr/>
        </p:nvSpPr>
        <p:spPr>
          <a:xfrm>
            <a:off x="9969254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강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45F8E757-959E-D734-6B5D-1A979B935235}"/>
              </a:ext>
            </a:extLst>
          </p:cNvPr>
          <p:cNvSpPr>
            <a:spLocks noChangeAspect="1"/>
          </p:cNvSpPr>
          <p:nvPr/>
        </p:nvSpPr>
        <p:spPr>
          <a:xfrm>
            <a:off x="9969254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약</a:t>
            </a:r>
          </a:p>
        </p:txBody>
      </p:sp>
    </p:spTree>
    <p:extLst>
      <p:ext uri="{BB962C8B-B14F-4D97-AF65-F5344CB8AC3E}">
        <p14:creationId xmlns:p14="http://schemas.microsoft.com/office/powerpoint/2010/main" val="966437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32182-87B4-FD4F-FF08-E99119CEF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FDB3EA9-74CC-FD35-B87F-01232813D49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75217DAA-77AC-C17A-0CD6-987FEAAEEBEA}"/>
              </a:ext>
            </a:extLst>
          </p:cNvPr>
          <p:cNvGrpSpPr/>
          <p:nvPr/>
        </p:nvGrpSpPr>
        <p:grpSpPr>
          <a:xfrm>
            <a:off x="1090683" y="4335230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0760B1A1-574B-BF87-1EAF-0F6F49CB9D35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940A863A-141A-20BE-63C7-5B31BDCC5F5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0E77409B-5D0E-BA22-B6FB-F6910BE51611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3878F559-F996-2BF9-9077-9F2B227822B9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738979-EB42-6A9B-BFD2-397BFCCDF04C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FE68E84-1F2A-7B5E-A875-E70DC4F1EA59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00AA437-45A1-221A-A8D3-287AD1FC3FE2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D41E73D-791E-6F05-99A3-16D0543B1692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B4BDE9A3-1489-2E10-E059-E162088F2B6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ADE8DDE-A324-0159-13DB-FE59C7413B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FE8A5528-A6DD-3FC5-0708-CD09243254DA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27D0304C-E847-D0F1-C76A-73097A700D63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A06719D-7C34-F7B9-B322-E70469EE96F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49EB759A-2559-FC3F-0527-D2E332CC0E94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8A94CE1-F28E-9F85-DC37-9D21AF545461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FAEE7B3-CB02-20B1-70B3-56A5BDFB8F72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0D9F1A1-14FB-7D80-C98C-C9F7899BAC94}"/>
              </a:ext>
            </a:extLst>
          </p:cNvPr>
          <p:cNvSpPr txBox="1"/>
          <p:nvPr/>
        </p:nvSpPr>
        <p:spPr>
          <a:xfrm>
            <a:off x="237495" y="445296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3A5BE72-89FD-7EF0-D7B7-A9D7F5A0D7BD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4505F1E-8395-AA6C-0A12-743B1CB743B2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0A398828-E2AD-E597-CABC-92C6F3976716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06FC48E-B735-28B2-7EDA-BBFC4F36264D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DFA5A94-E011-2472-B93C-0EFDF63F77BC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DA2DAB7-D31F-42A2-6557-8E3A909FC581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8CD3CBE-E9C9-C4DD-0C69-5BAC2BA05378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CB1DBDD-5FF7-4E25-3A3D-8F02D84D3710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BF52B8C-9B48-F2CB-B3BF-1817BEE663FF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463970-81D7-2564-0C1D-DDBCFEFADD04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30F830-FCD7-D063-5EFB-CA2E785FAC2A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61B3255-7D87-EC32-428C-7B2124FEBEA0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64D6D3-31CE-0291-0229-71ED223DA003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4A2056E7-20E4-F7F8-BF28-3BCD59195C6A}"/>
              </a:ext>
            </a:extLst>
          </p:cNvPr>
          <p:cNvSpPr>
            <a:spLocks noChangeAspect="1"/>
          </p:cNvSpPr>
          <p:nvPr/>
        </p:nvSpPr>
        <p:spPr>
          <a:xfrm>
            <a:off x="9305365" y="5020611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121F5EE-AD02-0A6D-5EED-8C246EE2D793}"/>
              </a:ext>
            </a:extLst>
          </p:cNvPr>
          <p:cNvGrpSpPr/>
          <p:nvPr/>
        </p:nvGrpSpPr>
        <p:grpSpPr>
          <a:xfrm>
            <a:off x="5879303" y="3141711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F5649F32-4A5A-40CF-71F7-8D0EA06178EE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83B8623E-EFE0-608A-2A3A-2D7255B91F1D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8B2D2E7-7F65-92D8-41DC-D34B70E5FED2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F59E207-DD06-EEF0-E14F-E056500A518B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3CFE9DC-D01E-FC06-835B-D384C9752880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1C294F6-3A40-A975-3D8A-37027BB37F7B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BED1E8B-DACD-9267-09B7-9A2EC5002FD9}"/>
              </a:ext>
            </a:extLst>
          </p:cNvPr>
          <p:cNvSpPr txBox="1"/>
          <p:nvPr/>
        </p:nvSpPr>
        <p:spPr>
          <a:xfrm>
            <a:off x="928357" y="874344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A72D47-0CA9-651C-55A5-3CCB8C42F0FF}"/>
              </a:ext>
            </a:extLst>
          </p:cNvPr>
          <p:cNvSpPr txBox="1"/>
          <p:nvPr/>
        </p:nvSpPr>
        <p:spPr>
          <a:xfrm>
            <a:off x="1380495" y="4027590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6E83F4-6029-DDC4-E946-74F2F559B374}"/>
              </a:ext>
            </a:extLst>
          </p:cNvPr>
          <p:cNvGrpSpPr/>
          <p:nvPr/>
        </p:nvGrpSpPr>
        <p:grpSpPr>
          <a:xfrm>
            <a:off x="9152550" y="4295945"/>
            <a:ext cx="1800000" cy="1800000"/>
            <a:chOff x="7881364" y="3342952"/>
            <a:chExt cx="1800000" cy="1800000"/>
          </a:xfrm>
        </p:grpSpPr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39032F28-1F7B-6957-8D53-A919EB90BB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1364" y="4592155"/>
              <a:ext cx="360000" cy="360000"/>
            </a:xfrm>
            <a:prstGeom prst="ellipse">
              <a:avLst/>
            </a:prstGeom>
            <a:solidFill>
              <a:srgbClr val="FFC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0" dirty="0">
                <a:solidFill>
                  <a:schemeClr val="tx1"/>
                </a:solidFill>
              </a:endParaRPr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A799CA1-B378-BC8D-1641-6F644725C56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63262" y="4044154"/>
              <a:ext cx="360000" cy="360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C504586B-4DB3-B9FA-A81C-84F8AAA498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14562" y="3541340"/>
              <a:ext cx="360000" cy="36000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강</a:t>
              </a: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2514AE3-F6F2-1A37-3B7F-1EC28F7B375C}"/>
                </a:ext>
              </a:extLst>
            </p:cNvPr>
            <p:cNvGrpSpPr/>
            <p:nvPr/>
          </p:nvGrpSpPr>
          <p:grpSpPr>
            <a:xfrm>
              <a:off x="7881364" y="3342952"/>
              <a:ext cx="1800000" cy="1800000"/>
              <a:chOff x="9296400" y="4152899"/>
              <a:chExt cx="1800000" cy="1800000"/>
            </a:xfrm>
          </p:grpSpPr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3E2C844A-3B2F-CC37-2322-520EBBE49CCC}"/>
                  </a:ext>
                </a:extLst>
              </p:cNvPr>
              <p:cNvGrpSpPr/>
              <p:nvPr/>
            </p:nvGrpSpPr>
            <p:grpSpPr>
              <a:xfrm>
                <a:off x="9296400" y="4152899"/>
                <a:ext cx="1800000" cy="1800000"/>
                <a:chOff x="9296400" y="4152899"/>
                <a:chExt cx="1800000" cy="1800000"/>
              </a:xfrm>
            </p:grpSpPr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5223BEDB-014B-47C8-D072-4F365C17289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296400" y="4152899"/>
                  <a:ext cx="1800000" cy="18000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65BD0852-7A23-1B7D-ACE7-1D082617881B}"/>
                    </a:ext>
                  </a:extLst>
                </p:cNvPr>
                <p:cNvCxnSpPr>
                  <a:cxnSpLocks/>
                  <a:stCxn id="30" idx="7"/>
                  <a:endCxn id="30" idx="3"/>
                </p:cNvCxnSpPr>
                <p:nvPr/>
              </p:nvCxnSpPr>
              <p:spPr>
                <a:xfrm flipH="1">
                  <a:off x="9560004" y="4416503"/>
                  <a:ext cx="1272792" cy="127279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43179258-DEB5-5C69-B12E-FD6E4F3B415C}"/>
                    </a:ext>
                  </a:extLst>
                </p:cNvPr>
                <p:cNvCxnSpPr>
                  <a:cxnSpLocks/>
                  <a:stCxn id="30" idx="1"/>
                  <a:endCxn id="30" idx="5"/>
                </p:cNvCxnSpPr>
                <p:nvPr/>
              </p:nvCxnSpPr>
              <p:spPr>
                <a:xfrm>
                  <a:off x="9560004" y="4416503"/>
                  <a:ext cx="1272792" cy="127279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12E30DD-A66B-D606-1015-775D2D5B5D65}"/>
                    </a:ext>
                  </a:extLst>
                </p:cNvPr>
                <p:cNvSpPr txBox="1"/>
                <p:nvPr/>
              </p:nvSpPr>
              <p:spPr>
                <a:xfrm>
                  <a:off x="9988651" y="4279462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▲</a:t>
                  </a: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0CACB24D-E9DC-BDA9-C8C5-38041FF88519}"/>
                    </a:ext>
                  </a:extLst>
                </p:cNvPr>
                <p:cNvSpPr txBox="1"/>
                <p:nvPr/>
              </p:nvSpPr>
              <p:spPr>
                <a:xfrm>
                  <a:off x="9988651" y="5437954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▼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BE5AA2A-91A2-C416-836A-863B1333C9C4}"/>
                    </a:ext>
                  </a:extLst>
                </p:cNvPr>
                <p:cNvSpPr txBox="1"/>
                <p:nvPr/>
              </p:nvSpPr>
              <p:spPr>
                <a:xfrm>
                  <a:off x="9399880" y="4868233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◀</a:t>
                  </a:r>
                </a:p>
              </p:txBody>
            </p: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270854AD-986A-6699-BEA8-71861408D39A}"/>
                    </a:ext>
                  </a:extLst>
                </p:cNvPr>
                <p:cNvSpPr txBox="1"/>
                <p:nvPr/>
              </p:nvSpPr>
              <p:spPr>
                <a:xfrm>
                  <a:off x="10577422" y="4828948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▶</a:t>
                  </a:r>
                </a:p>
              </p:txBody>
            </p: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7C5A8F90-2E14-D93C-7CC3-10E9E2F296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476400" y="4332899"/>
                  <a:ext cx="1440000" cy="14400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</p:grpSp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BFD6E097-F20A-0084-C78F-AD399F78E29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023335" y="4859640"/>
                <a:ext cx="360000" cy="360000"/>
              </a:xfrm>
              <a:prstGeom prst="ellipse">
                <a:avLst/>
              </a:prstGeom>
              <a:solidFill>
                <a:schemeClr val="bg2">
                  <a:alpha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약</a:t>
                </a:r>
              </a:p>
            </p:txBody>
          </p:sp>
        </p:grpSp>
      </p:grpSp>
      <p:sp>
        <p:nvSpPr>
          <p:cNvPr id="46" name="타원 45">
            <a:extLst>
              <a:ext uri="{FF2B5EF4-FFF2-40B4-BE49-F238E27FC236}">
                <a16:creationId xmlns:a16="http://schemas.microsoft.com/office/drawing/2014/main" id="{2E32937B-719F-CD4A-2D97-BFD16A0EAA96}"/>
              </a:ext>
            </a:extLst>
          </p:cNvPr>
          <p:cNvSpPr>
            <a:spLocks noChangeAspect="1"/>
          </p:cNvSpPr>
          <p:nvPr/>
        </p:nvSpPr>
        <p:spPr>
          <a:xfrm>
            <a:off x="9568969" y="4694500"/>
            <a:ext cx="1010481" cy="101048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A1FE30-A343-9D3B-221F-4DF155DE8ACD}"/>
              </a:ext>
            </a:extLst>
          </p:cNvPr>
          <p:cNvSpPr txBox="1"/>
          <p:nvPr/>
        </p:nvSpPr>
        <p:spPr>
          <a:xfrm>
            <a:off x="5814163" y="2143130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200</a:t>
            </a:r>
            <a:endParaRPr lang="ko-KR" altLang="en-US" dirty="0"/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4C08B9C-1E18-D1B5-EF19-1149ED6C439F}"/>
              </a:ext>
            </a:extLst>
          </p:cNvPr>
          <p:cNvGrpSpPr/>
          <p:nvPr/>
        </p:nvGrpSpPr>
        <p:grpSpPr>
          <a:xfrm>
            <a:off x="5786023" y="2830445"/>
            <a:ext cx="615148" cy="1197145"/>
            <a:chOff x="5763593" y="2694953"/>
            <a:chExt cx="615148" cy="1197145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F0997B16-77B2-B6C5-D91A-2636B6D5CA26}"/>
                </a:ext>
              </a:extLst>
            </p:cNvPr>
            <p:cNvSpPr/>
            <p:nvPr/>
          </p:nvSpPr>
          <p:spPr>
            <a:xfrm>
              <a:off x="5764873" y="2872100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77BF8009-4887-5532-2676-73A60BFC1E45}"/>
                </a:ext>
              </a:extLst>
            </p:cNvPr>
            <p:cNvSpPr/>
            <p:nvPr/>
          </p:nvSpPr>
          <p:spPr>
            <a:xfrm>
              <a:off x="5763593" y="2694953"/>
              <a:ext cx="609672" cy="10513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1" name="타원 70">
            <a:extLst>
              <a:ext uri="{FF2B5EF4-FFF2-40B4-BE49-F238E27FC236}">
                <a16:creationId xmlns:a16="http://schemas.microsoft.com/office/drawing/2014/main" id="{B0FF62DD-9EA1-8BF5-4B4B-5DDFBC2F2DDF}"/>
              </a:ext>
            </a:extLst>
          </p:cNvPr>
          <p:cNvSpPr>
            <a:spLocks noChangeAspect="1"/>
          </p:cNvSpPr>
          <p:nvPr/>
        </p:nvSpPr>
        <p:spPr>
          <a:xfrm>
            <a:off x="1055589" y="403692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967ED3F-1F73-3FD7-1170-A2B2FF30F972}"/>
              </a:ext>
            </a:extLst>
          </p:cNvPr>
          <p:cNvSpPr txBox="1"/>
          <p:nvPr/>
        </p:nvSpPr>
        <p:spPr>
          <a:xfrm>
            <a:off x="7749540" y="1653540"/>
            <a:ext cx="131638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단계 공격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단계 </a:t>
            </a:r>
            <a:r>
              <a:rPr lang="en-US" altLang="ko-KR" dirty="0"/>
              <a:t>10%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단계 </a:t>
            </a:r>
            <a:r>
              <a:rPr lang="en-US" altLang="ko-KR" dirty="0"/>
              <a:t>10%</a:t>
            </a:r>
            <a:br>
              <a:rPr lang="en-US" altLang="ko-KR" dirty="0"/>
            </a:br>
            <a:r>
              <a:rPr lang="en-US" altLang="ko-KR" dirty="0"/>
              <a:t>3</a:t>
            </a:r>
            <a:r>
              <a:rPr lang="ko-KR" altLang="en-US" dirty="0"/>
              <a:t>단계 </a:t>
            </a:r>
            <a:r>
              <a:rPr lang="en-US" altLang="ko-KR" dirty="0"/>
              <a:t>50%</a:t>
            </a:r>
            <a:endParaRPr lang="ko-KR" altLang="en-US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A7E063D-3995-EEE6-507A-2C7AA68D8BA0}"/>
              </a:ext>
            </a:extLst>
          </p:cNvPr>
          <p:cNvSpPr txBox="1"/>
          <p:nvPr/>
        </p:nvSpPr>
        <p:spPr>
          <a:xfrm>
            <a:off x="8919226" y="2739055"/>
            <a:ext cx="2682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회피 불가 </a:t>
            </a:r>
            <a:r>
              <a:rPr lang="en-US" altLang="ko-KR" dirty="0"/>
              <a:t>== </a:t>
            </a:r>
            <a:r>
              <a:rPr lang="ko-KR" altLang="en-US" dirty="0"/>
              <a:t>공격 </a:t>
            </a:r>
            <a:r>
              <a:rPr lang="ko-KR" altLang="en-US" dirty="0" err="1"/>
              <a:t>기믹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6465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2610</TotalTime>
  <Words>163</Words>
  <Application>Microsoft Office PowerPoint</Application>
  <PresentationFormat>와이드스크린</PresentationFormat>
  <Paragraphs>85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donghyun koo</cp:lastModifiedBy>
  <cp:revision>36</cp:revision>
  <dcterms:created xsi:type="dcterms:W3CDTF">2026-09-29T02:26:20Z</dcterms:created>
  <dcterms:modified xsi:type="dcterms:W3CDTF">2026-10-25T18:21:40Z</dcterms:modified>
</cp:coreProperties>
</file>