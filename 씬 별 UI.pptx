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315" r:id="rId2"/>
    <p:sldId id="303" r:id="rId3"/>
    <p:sldId id="388" r:id="rId4"/>
    <p:sldId id="292" r:id="rId5"/>
    <p:sldId id="391" r:id="rId6"/>
    <p:sldId id="311" r:id="rId7"/>
    <p:sldId id="392" r:id="rId8"/>
    <p:sldId id="312" r:id="rId9"/>
    <p:sldId id="366" r:id="rId10"/>
    <p:sldId id="393" r:id="rId11"/>
    <p:sldId id="396" r:id="rId12"/>
    <p:sldId id="367" r:id="rId13"/>
    <p:sldId id="384" r:id="rId14"/>
    <p:sldId id="397" r:id="rId15"/>
    <p:sldId id="371" r:id="rId16"/>
    <p:sldId id="395" r:id="rId17"/>
    <p:sldId id="368" r:id="rId18"/>
    <p:sldId id="394" r:id="rId19"/>
    <p:sldId id="398" r:id="rId20"/>
    <p:sldId id="401" r:id="rId21"/>
    <p:sldId id="379" r:id="rId22"/>
    <p:sldId id="365" r:id="rId23"/>
    <p:sldId id="380" r:id="rId24"/>
    <p:sldId id="381" r:id="rId25"/>
    <p:sldId id="403" r:id="rId26"/>
    <p:sldId id="406" r:id="rId27"/>
    <p:sldId id="407" r:id="rId28"/>
    <p:sldId id="399" r:id="rId29"/>
    <p:sldId id="402" r:id="rId3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30816"/>
    <a:srgbClr val="F8E8C8"/>
    <a:srgbClr val="FF0000"/>
    <a:srgbClr val="993300"/>
    <a:srgbClr val="BC0000"/>
    <a:srgbClr val="660000"/>
    <a:srgbClr val="A80000"/>
    <a:srgbClr val="C564C6"/>
    <a:srgbClr val="401A4C"/>
    <a:srgbClr val="13081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2129753-701C-422E-AA23-77BD2232E42C}" v="54" dt="2026-10-21T17:57:53.0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883" autoAdjust="0"/>
    <p:restoredTop sz="96279" autoAdjust="0"/>
  </p:normalViewPr>
  <p:slideViewPr>
    <p:cSldViewPr snapToGrid="0">
      <p:cViewPr varScale="1">
        <p:scale>
          <a:sx n="111" d="100"/>
          <a:sy n="111" d="100"/>
        </p:scale>
        <p:origin x="54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nghyun koo" userId="0bec2bb6862b3cce" providerId="LiveId" clId="{1EA23BA3-5D3F-463F-A453-D07E05C577E6}"/>
    <pc:docChg chg="undo custSel addSld delSld modSld sldOrd">
      <pc:chgData name="donghyun koo" userId="0bec2bb6862b3cce" providerId="LiveId" clId="{1EA23BA3-5D3F-463F-A453-D07E05C577E6}" dt="2026-10-21T17:57:33.598" v="4873" actId="1076"/>
      <pc:docMkLst>
        <pc:docMk/>
      </pc:docMkLst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356874903" sldId="256"/>
        </pc:sldMkLst>
      </pc:sldChg>
      <pc:sldChg chg="addSp delSp modSp del mod">
        <pc:chgData name="donghyun koo" userId="0bec2bb6862b3cce" providerId="LiveId" clId="{1EA23BA3-5D3F-463F-A453-D07E05C577E6}" dt="2026-10-21T17:31:00.801" v="3853" actId="47"/>
        <pc:sldMkLst>
          <pc:docMk/>
          <pc:sldMk cId="2219434030" sldId="25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546391841" sldId="25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194592365" sldId="259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174224101" sldId="260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060224849" sldId="261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391710718" sldId="262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991430312" sldId="263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695369404" sldId="264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551468446" sldId="265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537852637" sldId="266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161541436" sldId="26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081394027" sldId="268"/>
        </pc:sldMkLst>
      </pc:sldChg>
      <pc:sldChg chg="addSp delSp modSp new del mod">
        <pc:chgData name="donghyun koo" userId="0bec2bb6862b3cce" providerId="LiveId" clId="{1EA23BA3-5D3F-463F-A453-D07E05C577E6}" dt="2026-10-21T17:31:00.801" v="3853" actId="47"/>
        <pc:sldMkLst>
          <pc:docMk/>
          <pc:sldMk cId="1399550815" sldId="269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179023850" sldId="270"/>
        </pc:sldMkLst>
      </pc:sldChg>
      <pc:sldChg chg="delSp modSp add del mod ord">
        <pc:chgData name="donghyun koo" userId="0bec2bb6862b3cce" providerId="LiveId" clId="{1EA23BA3-5D3F-463F-A453-D07E05C577E6}" dt="2026-10-21T17:31:00.801" v="3853" actId="47"/>
        <pc:sldMkLst>
          <pc:docMk/>
          <pc:sldMk cId="2226467291" sldId="271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2815931409" sldId="272"/>
        </pc:sldMkLst>
      </pc:sldChg>
      <pc:sldChg chg="add del">
        <pc:chgData name="donghyun koo" userId="0bec2bb6862b3cce" providerId="LiveId" clId="{1EA23BA3-5D3F-463F-A453-D07E05C577E6}" dt="2026-10-21T17:31:00.801" v="3853" actId="47"/>
        <pc:sldMkLst>
          <pc:docMk/>
          <pc:sldMk cId="3249964889" sldId="273"/>
        </pc:sldMkLst>
      </pc:sldChg>
      <pc:sldChg chg="addSp modSp add del mod">
        <pc:chgData name="donghyun koo" userId="0bec2bb6862b3cce" providerId="LiveId" clId="{1EA23BA3-5D3F-463F-A453-D07E05C577E6}" dt="2026-10-21T17:31:00.801" v="3853" actId="47"/>
        <pc:sldMkLst>
          <pc:docMk/>
          <pc:sldMk cId="209377779" sldId="274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1550607649" sldId="275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2019655870" sldId="276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2807168252" sldId="27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060361718" sldId="27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699797517" sldId="279"/>
        </pc:sldMkLst>
      </pc:sldChg>
      <pc:sldChg chg="addSp modSp del">
        <pc:chgData name="donghyun koo" userId="0bec2bb6862b3cce" providerId="LiveId" clId="{1EA23BA3-5D3F-463F-A453-D07E05C577E6}" dt="2026-10-21T17:31:00.801" v="3853" actId="47"/>
        <pc:sldMkLst>
          <pc:docMk/>
          <pc:sldMk cId="3151085040" sldId="280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208599653" sldId="281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06330150" sldId="282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098382432" sldId="283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728552816" sldId="284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97663545" sldId="285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89648847" sldId="286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447299665" sldId="28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083457881" sldId="28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533786748" sldId="289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650448103" sldId="290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1035332967" sldId="291"/>
        </pc:sldMkLst>
      </pc:sldChg>
      <pc:sldChg chg="addSp delSp modSp add mod ord">
        <pc:chgData name="donghyun koo" userId="0bec2bb6862b3cce" providerId="LiveId" clId="{1EA23BA3-5D3F-463F-A453-D07E05C577E6}" dt="2026-10-21T17:50:40.514" v="4710" actId="1076"/>
        <pc:sldMkLst>
          <pc:docMk/>
          <pc:sldMk cId="2313387955" sldId="292"/>
        </pc:sldMkLst>
        <pc:spChg chg="mod">
          <ac:chgData name="donghyun koo" userId="0bec2bb6862b3cce" providerId="LiveId" clId="{1EA23BA3-5D3F-463F-A453-D07E05C577E6}" dt="2026-10-21T17:40:59.816" v="4233" actId="14100"/>
          <ac:spMkLst>
            <pc:docMk/>
            <pc:sldMk cId="2313387955" sldId="292"/>
            <ac:spMk id="3" creationId="{F792624B-224E-4092-032D-2B8F6E8EA342}"/>
          </ac:spMkLst>
        </pc:spChg>
        <pc:spChg chg="mod">
          <ac:chgData name="donghyun koo" userId="0bec2bb6862b3cce" providerId="LiveId" clId="{1EA23BA3-5D3F-463F-A453-D07E05C577E6}" dt="2026-10-21T17:41:12.465" v="4237" actId="1076"/>
          <ac:spMkLst>
            <pc:docMk/>
            <pc:sldMk cId="2313387955" sldId="292"/>
            <ac:spMk id="4" creationId="{7F2236BF-203F-BE6D-DA5C-48775A429FF1}"/>
          </ac:spMkLst>
        </pc:spChg>
        <pc:spChg chg="add mod">
          <ac:chgData name="donghyun koo" userId="0bec2bb6862b3cce" providerId="LiveId" clId="{1EA23BA3-5D3F-463F-A453-D07E05C577E6}" dt="2026-10-21T17:43:16.481" v="4259" actId="164"/>
          <ac:spMkLst>
            <pc:docMk/>
            <pc:sldMk cId="2313387955" sldId="292"/>
            <ac:spMk id="6" creationId="{1D05947B-342C-CCEB-663E-3CFE66E3025C}"/>
          </ac:spMkLst>
        </pc:spChg>
        <pc:spChg chg="add mod">
          <ac:chgData name="donghyun koo" userId="0bec2bb6862b3cce" providerId="LiveId" clId="{1EA23BA3-5D3F-463F-A453-D07E05C577E6}" dt="2026-10-21T17:43:16.481" v="4259" actId="164"/>
          <ac:spMkLst>
            <pc:docMk/>
            <pc:sldMk cId="2313387955" sldId="292"/>
            <ac:spMk id="7" creationId="{513F9DF2-504E-5E97-68C9-26C0785F13D8}"/>
          </ac:spMkLst>
        </pc:spChg>
        <pc:spChg chg="add del mod">
          <ac:chgData name="donghyun koo" userId="0bec2bb6862b3cce" providerId="LiveId" clId="{1EA23BA3-5D3F-463F-A453-D07E05C577E6}" dt="2026-10-21T17:46:04.487" v="4300" actId="478"/>
          <ac:spMkLst>
            <pc:docMk/>
            <pc:sldMk cId="2313387955" sldId="292"/>
            <ac:spMk id="9" creationId="{39F051DD-65FB-B759-DF41-D95EB3036948}"/>
          </ac:spMkLst>
        </pc:spChg>
        <pc:spChg chg="add mod">
          <ac:chgData name="donghyun koo" userId="0bec2bb6862b3cce" providerId="LiveId" clId="{1EA23BA3-5D3F-463F-A453-D07E05C577E6}" dt="2026-10-21T17:48:17.662" v="4652" actId="164"/>
          <ac:spMkLst>
            <pc:docMk/>
            <pc:sldMk cId="2313387955" sldId="292"/>
            <ac:spMk id="16" creationId="{73A19EF2-15A0-C665-4AEA-DD2D6534B2D5}"/>
          </ac:spMkLst>
        </pc:spChg>
        <pc:spChg chg="add mod">
          <ac:chgData name="donghyun koo" userId="0bec2bb6862b3cce" providerId="LiveId" clId="{1EA23BA3-5D3F-463F-A453-D07E05C577E6}" dt="2026-10-21T17:48:17.662" v="4652" actId="164"/>
          <ac:spMkLst>
            <pc:docMk/>
            <pc:sldMk cId="2313387955" sldId="292"/>
            <ac:spMk id="17" creationId="{A16E5FA7-9220-6882-FAA3-4937B0D4D232}"/>
          </ac:spMkLst>
        </pc:spChg>
        <pc:spChg chg="add del mod">
          <ac:chgData name="donghyun koo" userId="0bec2bb6862b3cce" providerId="LiveId" clId="{1EA23BA3-5D3F-463F-A453-D07E05C577E6}" dt="2026-10-21T17:48:29.192" v="4657"/>
          <ac:spMkLst>
            <pc:docMk/>
            <pc:sldMk cId="2313387955" sldId="292"/>
            <ac:spMk id="19" creationId="{6AD5AE82-C875-E509-682B-8B33F2D708A2}"/>
          </ac:spMkLst>
        </pc:spChg>
        <pc:spChg chg="add mod">
          <ac:chgData name="donghyun koo" userId="0bec2bb6862b3cce" providerId="LiveId" clId="{1EA23BA3-5D3F-463F-A453-D07E05C577E6}" dt="2026-10-21T17:48:35.978" v="4665" actId="20577"/>
          <ac:spMkLst>
            <pc:docMk/>
            <pc:sldMk cId="2313387955" sldId="292"/>
            <ac:spMk id="21" creationId="{9ABDBFE9-31F4-16FA-BD69-9D2AA01C225E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2" creationId="{8AEB9407-819D-18A5-C2F4-38B59653EBF7}"/>
          </ac:spMkLst>
        </pc:spChg>
        <pc:spChg chg="add mo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3" creationId="{00E2355B-4BFF-35C5-716F-6E6518FDCBBB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4" creationId="{601DA6D0-8346-9107-5862-60F2E2F3C8EA}"/>
          </ac:spMkLst>
        </pc:spChg>
        <pc:spChg chg="add mo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5" creationId="{47B0DD80-2566-CF5F-9753-757CEB171956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6" creationId="{3333F0BF-8D1F-5E20-8587-595D32117DFB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7" creationId="{088FC989-1E75-C44C-286E-F73316A7D01D}"/>
          </ac:spMkLst>
        </pc:spChg>
        <pc:grpChg chg="add del mod">
          <ac:chgData name="donghyun koo" userId="0bec2bb6862b3cce" providerId="LiveId" clId="{1EA23BA3-5D3F-463F-A453-D07E05C577E6}" dt="2026-10-21T17:41:23.665" v="4238" actId="478"/>
          <ac:grpSpMkLst>
            <pc:docMk/>
            <pc:sldMk cId="2313387955" sldId="292"/>
            <ac:grpSpMk id="2" creationId="{80F685E3-7B05-655A-BDBE-9237E61072A7}"/>
          </ac:grpSpMkLst>
        </pc:grpChg>
        <pc:grpChg chg="add mod">
          <ac:chgData name="donghyun koo" userId="0bec2bb6862b3cce" providerId="LiveId" clId="{1EA23BA3-5D3F-463F-A453-D07E05C577E6}" dt="2026-10-21T17:46:23.070" v="4302" actId="164"/>
          <ac:grpSpMkLst>
            <pc:docMk/>
            <pc:sldMk cId="2313387955" sldId="292"/>
            <ac:grpSpMk id="8" creationId="{17701B50-BC36-97EA-CEE3-E92106B3E9CD}"/>
          </ac:grpSpMkLst>
        </pc:grpChg>
        <pc:grpChg chg="add mod">
          <ac:chgData name="donghyun koo" userId="0bec2bb6862b3cce" providerId="LiveId" clId="{1EA23BA3-5D3F-463F-A453-D07E05C577E6}" dt="2026-10-21T17:46:23.070" v="4302" actId="164"/>
          <ac:grpSpMkLst>
            <pc:docMk/>
            <pc:sldMk cId="2313387955" sldId="292"/>
            <ac:grpSpMk id="14" creationId="{9E2BD8F4-3F34-672A-3301-10542F895A7A}"/>
          </ac:grpSpMkLst>
        </pc:grpChg>
        <pc:grpChg chg="add mod">
          <ac:chgData name="donghyun koo" userId="0bec2bb6862b3cce" providerId="LiveId" clId="{1EA23BA3-5D3F-463F-A453-D07E05C577E6}" dt="2026-10-21T17:46:23.070" v="4302" actId="164"/>
          <ac:grpSpMkLst>
            <pc:docMk/>
            <pc:sldMk cId="2313387955" sldId="292"/>
            <ac:grpSpMk id="15" creationId="{5D116FFC-3DCC-B2FF-9603-5C12CB08749D}"/>
          </ac:grpSpMkLst>
        </pc:grpChg>
        <pc:grpChg chg="add mod">
          <ac:chgData name="donghyun koo" userId="0bec2bb6862b3cce" providerId="LiveId" clId="{1EA23BA3-5D3F-463F-A453-D07E05C577E6}" dt="2026-10-21T17:48:23.262" v="4654" actId="1076"/>
          <ac:grpSpMkLst>
            <pc:docMk/>
            <pc:sldMk cId="2313387955" sldId="292"/>
            <ac:grpSpMk id="18" creationId="{FC0203FE-2839-512E-DA91-4B13C372BC03}"/>
          </ac:grpSpMkLst>
        </pc:grpChg>
        <pc:grpChg chg="add mod">
          <ac:chgData name="donghyun koo" userId="0bec2bb6862b3cce" providerId="LiveId" clId="{1EA23BA3-5D3F-463F-A453-D07E05C577E6}" dt="2026-10-21T17:50:40.514" v="4710" actId="1076"/>
          <ac:grpSpMkLst>
            <pc:docMk/>
            <pc:sldMk cId="2313387955" sldId="292"/>
            <ac:grpSpMk id="28" creationId="{CA99847E-E9F8-881F-78D7-DF6EB63112E2}"/>
          </ac:grpSpMkLst>
        </pc:grpChg>
        <pc:picChg chg="add mod modCrop">
          <ac:chgData name="donghyun koo" userId="0bec2bb6862b3cce" providerId="LiveId" clId="{1EA23BA3-5D3F-463F-A453-D07E05C577E6}" dt="2026-10-21T17:45:58.880" v="4298" actId="164"/>
          <ac:picMkLst>
            <pc:docMk/>
            <pc:sldMk cId="2313387955" sldId="292"/>
            <ac:picMk id="11" creationId="{5B271E4C-7841-FBA3-A836-C0DA3A18E7E7}"/>
          </ac:picMkLst>
        </pc:picChg>
        <pc:picChg chg="add mod modCrop">
          <ac:chgData name="donghyun koo" userId="0bec2bb6862b3cce" providerId="LiveId" clId="{1EA23BA3-5D3F-463F-A453-D07E05C577E6}" dt="2026-10-21T17:45:58.880" v="4298" actId="164"/>
          <ac:picMkLst>
            <pc:docMk/>
            <pc:sldMk cId="2313387955" sldId="292"/>
            <ac:picMk id="13" creationId="{43C79A7A-939D-F250-C146-FAFABB5D473A}"/>
          </ac:picMkLst>
        </pc:picChg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857816885" sldId="293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458755539" sldId="294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195497794" sldId="295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234033940" sldId="296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578818659" sldId="29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757397381" sldId="29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933518015" sldId="300"/>
        </pc:sldMkLst>
      </pc:sldChg>
      <pc:sldChg chg="del ord">
        <pc:chgData name="donghyun koo" userId="0bec2bb6862b3cce" providerId="LiveId" clId="{1EA23BA3-5D3F-463F-A453-D07E05C577E6}" dt="2026-10-21T17:38:54.955" v="4192" actId="47"/>
        <pc:sldMkLst>
          <pc:docMk/>
          <pc:sldMk cId="4205187418" sldId="301"/>
        </pc:sldMkLst>
      </pc:sldChg>
      <pc:sldChg chg="addSp delSp modSp del mod">
        <pc:chgData name="donghyun koo" userId="0bec2bb6862b3cce" providerId="LiveId" clId="{1EA23BA3-5D3F-463F-A453-D07E05C577E6}" dt="2026-10-21T17:31:00.801" v="3853" actId="47"/>
        <pc:sldMkLst>
          <pc:docMk/>
          <pc:sldMk cId="1352868731" sldId="302"/>
        </pc:sldMkLst>
      </pc:sldChg>
      <pc:sldChg chg="addSp modSp mod">
        <pc:chgData name="donghyun koo" userId="0bec2bb6862b3cce" providerId="LiveId" clId="{1EA23BA3-5D3F-463F-A453-D07E05C577E6}" dt="2026-10-21T17:39:54.279" v="4208" actId="6549"/>
        <pc:sldMkLst>
          <pc:docMk/>
          <pc:sldMk cId="294198364" sldId="303"/>
        </pc:sldMkLst>
        <pc:spChg chg="add mod">
          <ac:chgData name="donghyun koo" userId="0bec2bb6862b3cce" providerId="LiveId" clId="{1EA23BA3-5D3F-463F-A453-D07E05C577E6}" dt="2026-10-21T17:39:54.279" v="4208" actId="6549"/>
          <ac:spMkLst>
            <pc:docMk/>
            <pc:sldMk cId="294198364" sldId="303"/>
            <ac:spMk id="4" creationId="{C610E48E-A950-1368-4963-A23C44C31B88}"/>
          </ac:spMkLst>
        </pc:spChg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2789417369" sldId="304"/>
        </pc:sldMkLst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1888025469" sldId="305"/>
        </pc:sldMkLst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1844800208" sldId="306"/>
        </pc:sldMkLst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2251368439" sldId="307"/>
        </pc:sldMkLst>
      </pc:sldChg>
      <pc:sldChg chg="addSp delSp modSp del mod">
        <pc:chgData name="donghyun koo" userId="0bec2bb6862b3cce" providerId="LiveId" clId="{1EA23BA3-5D3F-463F-A453-D07E05C577E6}" dt="2026-10-21T17:38:54.955" v="4192" actId="47"/>
        <pc:sldMkLst>
          <pc:docMk/>
          <pc:sldMk cId="1242325816" sldId="308"/>
        </pc:sldMkLst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2" creationId="{088D230D-6A4C-9D06-2B4E-634097A3A6E9}"/>
          </ac:spMkLst>
        </pc:spChg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3" creationId="{DE418504-0783-E89F-F156-DB6F79CF8283}"/>
          </ac:spMkLst>
        </pc:spChg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4" creationId="{545716EC-DF6B-1BAB-2022-3746A054532F}"/>
          </ac:spMkLst>
        </pc:spChg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5" creationId="{CE170DD2-11D6-CD3B-E7FB-B783CD93FE2C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6" creationId="{41E69CDE-2F77-A760-57CD-9188F3CD3158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7" creationId="{761DBD3B-03B9-F366-AC45-D7A3C4FE0359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8" creationId="{153A7E9B-71F2-6686-42DA-AE137CF33D7C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9" creationId="{E3AE6875-651E-BC9C-A8B3-DEE43ACBADEE}"/>
          </ac:spMkLst>
        </pc:spChg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1079700275" sldId="309"/>
        </pc:sldMkLst>
      </pc:sldChg>
      <pc:sldChg chg="addSp delSp modSp add mod ord">
        <pc:chgData name="donghyun koo" userId="0bec2bb6862b3cce" providerId="LiveId" clId="{1EA23BA3-5D3F-463F-A453-D07E05C577E6}" dt="2026-10-21T17:39:58.161" v="4210" actId="6549"/>
        <pc:sldMkLst>
          <pc:docMk/>
          <pc:sldMk cId="958616514" sldId="310"/>
        </pc:sldMkLst>
        <pc:spChg chg="mod">
          <ac:chgData name="donghyun koo" userId="0bec2bb6862b3cce" providerId="LiveId" clId="{1EA23BA3-5D3F-463F-A453-D07E05C577E6}" dt="2026-10-21T17:36:24.398" v="4071" actId="1076"/>
          <ac:spMkLst>
            <pc:docMk/>
            <pc:sldMk cId="958616514" sldId="310"/>
            <ac:spMk id="5" creationId="{87F8F74C-9CCE-363B-4793-09EB7420A963}"/>
          </ac:spMkLst>
        </pc:spChg>
        <pc:spChg chg="add mod">
          <ac:chgData name="donghyun koo" userId="0bec2bb6862b3cce" providerId="LiveId" clId="{1EA23BA3-5D3F-463F-A453-D07E05C577E6}" dt="2026-10-21T17:36:27.984" v="4072" actId="164"/>
          <ac:spMkLst>
            <pc:docMk/>
            <pc:sldMk cId="958616514" sldId="310"/>
            <ac:spMk id="6" creationId="{F05A828C-AA5B-D071-7FB5-9CA75148153C}"/>
          </ac:spMkLst>
        </pc:spChg>
        <pc:spChg chg="add del">
          <ac:chgData name="donghyun koo" userId="0bec2bb6862b3cce" providerId="LiveId" clId="{1EA23BA3-5D3F-463F-A453-D07E05C577E6}" dt="2026-10-21T17:31:49.274" v="3866" actId="478"/>
          <ac:spMkLst>
            <pc:docMk/>
            <pc:sldMk cId="958616514" sldId="310"/>
            <ac:spMk id="9" creationId="{57A01D4F-9837-902C-946D-889FD9799906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11" creationId="{C8B7988A-821A-D7D6-0E40-45DB70FC30A0}"/>
          </ac:spMkLst>
        </pc:spChg>
        <pc:spChg chg="add mod">
          <ac:chgData name="donghyun koo" userId="0bec2bb6862b3cce" providerId="LiveId" clId="{1EA23BA3-5D3F-463F-A453-D07E05C577E6}" dt="2026-10-21T17:36:41.467" v="4076" actId="164"/>
          <ac:spMkLst>
            <pc:docMk/>
            <pc:sldMk cId="958616514" sldId="310"/>
            <ac:spMk id="12" creationId="{4EB60071-E2CD-7375-C2DA-3E06A1EE16FF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17" creationId="{58ACF1B2-7053-41CC-B035-E9B2076EA082}"/>
          </ac:spMkLst>
        </pc:spChg>
        <pc:spChg chg="add mod ord">
          <ac:chgData name="donghyun koo" userId="0bec2bb6862b3cce" providerId="LiveId" clId="{1EA23BA3-5D3F-463F-A453-D07E05C577E6}" dt="2026-10-21T17:36:27.984" v="4072" actId="164"/>
          <ac:spMkLst>
            <pc:docMk/>
            <pc:sldMk cId="958616514" sldId="310"/>
            <ac:spMk id="18" creationId="{EC5DF083-2666-AE41-E7DE-2121ACF698F9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23" creationId="{113C0873-3564-62A6-AC3C-F16BFE1BF924}"/>
          </ac:spMkLst>
        </pc:spChg>
        <pc:spChg chg="add mod ord">
          <ac:chgData name="donghyun koo" userId="0bec2bb6862b3cce" providerId="LiveId" clId="{1EA23BA3-5D3F-463F-A453-D07E05C577E6}" dt="2026-10-21T17:36:41.467" v="4076" actId="164"/>
          <ac:spMkLst>
            <pc:docMk/>
            <pc:sldMk cId="958616514" sldId="310"/>
            <ac:spMk id="24" creationId="{47CA90FE-EFCC-B16F-9ABA-3E5311C0EB75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26" creationId="{10B0C9E4-D790-B80D-B068-57D2568A11B6}"/>
          </ac:spMkLst>
        </pc:spChg>
        <pc:spChg chg="add del mod">
          <ac:chgData name="donghyun koo" userId="0bec2bb6862b3cce" providerId="LiveId" clId="{1EA23BA3-5D3F-463F-A453-D07E05C577E6}" dt="2026-10-21T17:36:06.429" v="4066" actId="21"/>
          <ac:spMkLst>
            <pc:docMk/>
            <pc:sldMk cId="958616514" sldId="310"/>
            <ac:spMk id="28" creationId="{DB2C8759-E4FB-95FD-3959-3D29AEA0046F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0" creationId="{CB514B08-C7DF-F203-4F6D-CE34535540CC}"/>
          </ac:spMkLst>
        </pc:spChg>
        <pc:spChg chg="add del mod">
          <ac:chgData name="donghyun koo" userId="0bec2bb6862b3cce" providerId="LiveId" clId="{1EA23BA3-5D3F-463F-A453-D07E05C577E6}" dt="2026-10-21T17:35:35.238" v="4054" actId="21"/>
          <ac:spMkLst>
            <pc:docMk/>
            <pc:sldMk cId="958616514" sldId="310"/>
            <ac:spMk id="32" creationId="{BB8CAF59-D23A-23E3-1AB9-317F9A225934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3" creationId="{32889C25-8ECB-5C98-575E-14768F67B615}"/>
          </ac:spMkLst>
        </pc:spChg>
        <pc:spChg chg="add del">
          <ac:chgData name="donghyun koo" userId="0bec2bb6862b3cce" providerId="LiveId" clId="{1EA23BA3-5D3F-463F-A453-D07E05C577E6}" dt="2026-10-21T17:35:53.289" v="4062" actId="22"/>
          <ac:spMkLst>
            <pc:docMk/>
            <pc:sldMk cId="958616514" sldId="310"/>
            <ac:spMk id="36" creationId="{779DFC6E-46B2-A5DB-3E66-123948F312E7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7" creationId="{0FA94998-5DD1-E2D6-0DE8-253228B179BB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9" creationId="{2604D6D1-02C1-28C9-FF1C-75672D53F886}"/>
          </ac:spMkLst>
        </pc:spChg>
        <pc:spChg chg="add del mod">
          <ac:chgData name="donghyun koo" userId="0bec2bb6862b3cce" providerId="LiveId" clId="{1EA23BA3-5D3F-463F-A453-D07E05C577E6}" dt="2026-10-21T17:36:41.467" v="4076" actId="164"/>
          <ac:spMkLst>
            <pc:docMk/>
            <pc:sldMk cId="958616514" sldId="310"/>
            <ac:spMk id="40" creationId="{0A31EBA7-D1B7-0F43-206B-CCE591C415C4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41" creationId="{955D0C0D-2C49-4736-D377-ED0D07580665}"/>
          </ac:spMkLst>
        </pc:spChg>
        <pc:spChg chg="add mod">
          <ac:chgData name="donghyun koo" userId="0bec2bb6862b3cce" providerId="LiveId" clId="{1EA23BA3-5D3F-463F-A453-D07E05C577E6}" dt="2026-10-21T17:36:27.984" v="4072" actId="164"/>
          <ac:spMkLst>
            <pc:docMk/>
            <pc:sldMk cId="958616514" sldId="310"/>
            <ac:spMk id="44" creationId="{CC5C392A-4E7B-B400-A735-17AFFE6106A7}"/>
          </ac:spMkLst>
        </pc:spChg>
        <pc:spChg chg="add mod">
          <ac:chgData name="donghyun koo" userId="0bec2bb6862b3cce" providerId="LiveId" clId="{1EA23BA3-5D3F-463F-A453-D07E05C577E6}" dt="2026-10-21T17:36:52.994" v="4084" actId="1076"/>
          <ac:spMkLst>
            <pc:docMk/>
            <pc:sldMk cId="958616514" sldId="310"/>
            <ac:spMk id="49" creationId="{E6C0A54B-8E95-170E-9EC9-0EDFD4F274C7}"/>
          </ac:spMkLst>
        </pc:spChg>
        <pc:spChg chg="add mod">
          <ac:chgData name="donghyun koo" userId="0bec2bb6862b3cce" providerId="LiveId" clId="{1EA23BA3-5D3F-463F-A453-D07E05C577E6}" dt="2026-10-21T17:37:17.950" v="4094" actId="1037"/>
          <ac:spMkLst>
            <pc:docMk/>
            <pc:sldMk cId="958616514" sldId="310"/>
            <ac:spMk id="50" creationId="{6469D87F-41E3-9521-F4FE-627E70A7D6CD}"/>
          </ac:spMkLst>
        </pc:spChg>
        <pc:spChg chg="add mod">
          <ac:chgData name="donghyun koo" userId="0bec2bb6862b3cce" providerId="LiveId" clId="{1EA23BA3-5D3F-463F-A453-D07E05C577E6}" dt="2026-10-21T17:37:46.063" v="4157" actId="1076"/>
          <ac:spMkLst>
            <pc:docMk/>
            <pc:sldMk cId="958616514" sldId="310"/>
            <ac:spMk id="51" creationId="{0533024E-A9A4-DC6E-543C-E13F6D8073AD}"/>
          </ac:spMkLst>
        </pc:spChg>
        <pc:spChg chg="add del mod">
          <ac:chgData name="donghyun koo" userId="0bec2bb6862b3cce" providerId="LiveId" clId="{1EA23BA3-5D3F-463F-A453-D07E05C577E6}" dt="2026-10-21T17:38:07.924" v="4182" actId="478"/>
          <ac:spMkLst>
            <pc:docMk/>
            <pc:sldMk cId="958616514" sldId="310"/>
            <ac:spMk id="52" creationId="{F0D0C16D-7401-EE5E-CB43-85BFDCB7091B}"/>
          </ac:spMkLst>
        </pc:spChg>
        <pc:spChg chg="add del mod">
          <ac:chgData name="donghyun koo" userId="0bec2bb6862b3cce" providerId="LiveId" clId="{1EA23BA3-5D3F-463F-A453-D07E05C577E6}" dt="2026-10-21T17:39:49.200" v="4195"/>
          <ac:spMkLst>
            <pc:docMk/>
            <pc:sldMk cId="958616514" sldId="310"/>
            <ac:spMk id="53" creationId="{4E83EE68-3A4F-2BFA-46A8-6DE1DC47AB3E}"/>
          </ac:spMkLst>
        </pc:spChg>
        <pc:spChg chg="mod">
          <ac:chgData name="donghyun koo" userId="0bec2bb6862b3cce" providerId="LiveId" clId="{1EA23BA3-5D3F-463F-A453-D07E05C577E6}" dt="2026-10-21T17:37:50.708" v="4158" actId="1076"/>
          <ac:spMkLst>
            <pc:docMk/>
            <pc:sldMk cId="958616514" sldId="310"/>
            <ac:spMk id="70" creationId="{4DA258E0-1E7B-D649-85F0-4EEADF9997D8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2" creationId="{088A7AF6-D50D-0BD3-B9FE-05DFBAA35CE1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3" creationId="{6061E450-6C11-5170-D159-A961827DADE2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4" creationId="{5A17AA79-CF4C-8161-22EF-E0EBD7E9F5C2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5" creationId="{F82D4ADB-7802-4941-21C6-86DECF2CDD55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6" creationId="{E8355E36-8F39-ADDC-1FF8-F5A6433AD9E4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7" creationId="{92CBC7E4-C42A-6996-69B9-D032564DD9A0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8" creationId="{B334B747-44A3-F479-04D6-02042A9AEFF5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9" creationId="{EFBF6B6B-36A3-C30A-B0F1-735E8C52EF74}"/>
          </ac:spMkLst>
        </pc:spChg>
        <pc:spChg chg="mod">
          <ac:chgData name="donghyun koo" userId="0bec2bb6862b3cce" providerId="LiveId" clId="{1EA23BA3-5D3F-463F-A453-D07E05C577E6}" dt="2026-10-21T17:39:58.161" v="4210" actId="6549"/>
          <ac:spMkLst>
            <pc:docMk/>
            <pc:sldMk cId="958616514" sldId="310"/>
            <ac:spMk id="90" creationId="{F0CA74B2-3ECA-30D3-0F37-617A46359A42}"/>
          </ac:spMkLst>
        </pc:spChg>
        <pc:spChg chg="del">
          <ac:chgData name="donghyun koo" userId="0bec2bb6862b3cce" providerId="LiveId" clId="{1EA23BA3-5D3F-463F-A453-D07E05C577E6}" dt="2026-10-21T17:31:37.513" v="3862" actId="478"/>
          <ac:spMkLst>
            <pc:docMk/>
            <pc:sldMk cId="958616514" sldId="310"/>
            <ac:spMk id="91" creationId="{BC931B59-AF1F-2630-5A42-3C8756EAF0EE}"/>
          </ac:spMkLst>
        </pc:spChg>
        <pc:spChg chg="del">
          <ac:chgData name="donghyun koo" userId="0bec2bb6862b3cce" providerId="LiveId" clId="{1EA23BA3-5D3F-463F-A453-D07E05C577E6}" dt="2026-10-21T17:31:38.437" v="3863" actId="478"/>
          <ac:spMkLst>
            <pc:docMk/>
            <pc:sldMk cId="958616514" sldId="310"/>
            <ac:spMk id="92" creationId="{F02F2BD1-D9C2-E706-30FD-718BEFFFC43F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94" creationId="{0A3E19C4-46C5-C648-CF42-266F9D10C1D5}"/>
          </ac:spMkLst>
        </pc:spChg>
        <pc:spChg chg="del">
          <ac:chgData name="donghyun koo" userId="0bec2bb6862b3cce" providerId="LiveId" clId="{1EA23BA3-5D3F-463F-A453-D07E05C577E6}" dt="2026-10-21T17:38:19.135" v="4186" actId="478"/>
          <ac:spMkLst>
            <pc:docMk/>
            <pc:sldMk cId="958616514" sldId="310"/>
            <ac:spMk id="105" creationId="{8D452300-A26B-BA4D-9DC3-46BC63B75203}"/>
          </ac:spMkLst>
        </pc:spChg>
        <pc:grpChg chg="add mod">
          <ac:chgData name="donghyun koo" userId="0bec2bb6862b3cce" providerId="LiveId" clId="{1EA23BA3-5D3F-463F-A453-D07E05C577E6}" dt="2026-10-21T17:36:35.457" v="4073" actId="14100"/>
          <ac:grpSpMkLst>
            <pc:docMk/>
            <pc:sldMk cId="958616514" sldId="310"/>
            <ac:grpSpMk id="45" creationId="{5FA83BE0-57D0-3090-2699-931BE4246587}"/>
          </ac:grpSpMkLst>
        </pc:grpChg>
        <pc:grpChg chg="add mod">
          <ac:chgData name="donghyun koo" userId="0bec2bb6862b3cce" providerId="LiveId" clId="{1EA23BA3-5D3F-463F-A453-D07E05C577E6}" dt="2026-10-21T17:36:43.352" v="4077" actId="14100"/>
          <ac:grpSpMkLst>
            <pc:docMk/>
            <pc:sldMk cId="958616514" sldId="310"/>
            <ac:grpSpMk id="48" creationId="{A0C03F23-069F-9ABF-D533-14DD632E4391}"/>
          </ac:grpSpMkLst>
        </pc:grpChg>
        <pc:grpChg chg="del">
          <ac:chgData name="donghyun koo" userId="0bec2bb6862b3cce" providerId="LiveId" clId="{1EA23BA3-5D3F-463F-A453-D07E05C577E6}" dt="2026-10-21T17:38:16.779" v="4184" actId="478"/>
          <ac:grpSpMkLst>
            <pc:docMk/>
            <pc:sldMk cId="958616514" sldId="310"/>
            <ac:grpSpMk id="63" creationId="{F7EF5555-D2AC-8569-C814-ED974F6CE7BE}"/>
          </ac:grpSpMkLst>
        </pc:grpChg>
        <pc:picChg chg="del">
          <ac:chgData name="donghyun koo" userId="0bec2bb6862b3cce" providerId="LiveId" clId="{1EA23BA3-5D3F-463F-A453-D07E05C577E6}" dt="2026-10-21T17:38:17.496" v="4185" actId="478"/>
          <ac:picMkLst>
            <pc:docMk/>
            <pc:sldMk cId="958616514" sldId="310"/>
            <ac:picMk id="8" creationId="{CA3081FE-79FF-8FED-22DE-A08012DA97CA}"/>
          </ac:picMkLst>
        </pc:picChg>
      </pc:sldChg>
      <pc:sldChg chg="addSp delSp modSp add mod ord">
        <pc:chgData name="donghyun koo" userId="0bec2bb6862b3cce" providerId="LiveId" clId="{1EA23BA3-5D3F-463F-A453-D07E05C577E6}" dt="2026-10-21T17:57:33.598" v="4873" actId="1076"/>
        <pc:sldMkLst>
          <pc:docMk/>
          <pc:sldMk cId="189307930" sldId="311"/>
        </pc:sldMkLst>
        <pc:spChg chg="del">
          <ac:chgData name="donghyun koo" userId="0bec2bb6862b3cce" providerId="LiveId" clId="{1EA23BA3-5D3F-463F-A453-D07E05C577E6}" dt="2026-10-21T17:51:04.186" v="4728" actId="478"/>
          <ac:spMkLst>
            <pc:docMk/>
            <pc:sldMk cId="189307930" sldId="311"/>
            <ac:spMk id="2" creationId="{5E7B07C1-E900-6759-8D48-3ED4B3422B1A}"/>
          </ac:spMkLst>
        </pc:spChg>
        <pc:spChg chg="add mod">
          <ac:chgData name="donghyun koo" userId="0bec2bb6862b3cce" providerId="LiveId" clId="{1EA23BA3-5D3F-463F-A453-D07E05C577E6}" dt="2026-10-21T17:52:00.750" v="4757" actId="164"/>
          <ac:spMkLst>
            <pc:docMk/>
            <pc:sldMk cId="189307930" sldId="311"/>
            <ac:spMk id="3" creationId="{98E27AA8-248E-FFB8-311D-E1B877B7C0F2}"/>
          </ac:spMkLst>
        </pc:spChg>
        <pc:spChg chg="mod">
          <ac:chgData name="donghyun koo" userId="0bec2bb6862b3cce" providerId="LiveId" clId="{1EA23BA3-5D3F-463F-A453-D07E05C577E6}" dt="2026-10-21T17:51:00.603" v="4725" actId="20577"/>
          <ac:spMkLst>
            <pc:docMk/>
            <pc:sldMk cId="189307930" sldId="311"/>
            <ac:spMk id="4" creationId="{31A46E62-2315-214F-B4B7-5B3702A16A44}"/>
          </ac:spMkLst>
        </pc:spChg>
        <pc:spChg chg="add mod">
          <ac:chgData name="donghyun koo" userId="0bec2bb6862b3cce" providerId="LiveId" clId="{1EA23BA3-5D3F-463F-A453-D07E05C577E6}" dt="2026-10-21T17:52:00.750" v="4757" actId="164"/>
          <ac:spMkLst>
            <pc:docMk/>
            <pc:sldMk cId="189307930" sldId="311"/>
            <ac:spMk id="6" creationId="{8425D978-DB0C-AC47-BC1B-574A2126ACB8}"/>
          </ac:spMkLst>
        </pc:spChg>
        <pc:spChg chg="add mod">
          <ac:chgData name="donghyun koo" userId="0bec2bb6862b3cce" providerId="LiveId" clId="{1EA23BA3-5D3F-463F-A453-D07E05C577E6}" dt="2026-10-21T17:51:48.487" v="4753" actId="1076"/>
          <ac:spMkLst>
            <pc:docMk/>
            <pc:sldMk cId="189307930" sldId="311"/>
            <ac:spMk id="8" creationId="{38873C2F-2BAC-06D1-AB4D-BC6B6B231305}"/>
          </ac:spMkLst>
        </pc:spChg>
        <pc:spChg chg="add mod">
          <ac:chgData name="donghyun koo" userId="0bec2bb6862b3cce" providerId="LiveId" clId="{1EA23BA3-5D3F-463F-A453-D07E05C577E6}" dt="2026-10-21T17:54:34.294" v="4817" actId="164"/>
          <ac:spMkLst>
            <pc:docMk/>
            <pc:sldMk cId="189307930" sldId="311"/>
            <ac:spMk id="9" creationId="{F8AABACD-3777-0BFD-3DD6-940E58E76F43}"/>
          </ac:spMkLst>
        </pc:spChg>
        <pc:spChg chg="add mod">
          <ac:chgData name="donghyun koo" userId="0bec2bb6862b3cce" providerId="LiveId" clId="{1EA23BA3-5D3F-463F-A453-D07E05C577E6}" dt="2026-10-21T17:54:35.575" v="4818" actId="164"/>
          <ac:spMkLst>
            <pc:docMk/>
            <pc:sldMk cId="189307930" sldId="311"/>
            <ac:spMk id="11" creationId="{EEFB517D-4EEE-F1D6-7DFA-215150F32AD3}"/>
          </ac:spMkLst>
        </pc:spChg>
        <pc:spChg chg="add mod">
          <ac:chgData name="donghyun koo" userId="0bec2bb6862b3cce" providerId="LiveId" clId="{1EA23BA3-5D3F-463F-A453-D07E05C577E6}" dt="2026-10-21T17:54:19.887" v="4811" actId="571"/>
          <ac:spMkLst>
            <pc:docMk/>
            <pc:sldMk cId="189307930" sldId="311"/>
            <ac:spMk id="12" creationId="{D36F13CB-DD01-4F49-648F-496719B8551B}"/>
          </ac:spMkLst>
        </pc:spChg>
        <pc:spChg chg="add mod">
          <ac:chgData name="donghyun koo" userId="0bec2bb6862b3cce" providerId="LiveId" clId="{1EA23BA3-5D3F-463F-A453-D07E05C577E6}" dt="2026-10-21T17:54:36.794" v="4819" actId="164"/>
          <ac:spMkLst>
            <pc:docMk/>
            <pc:sldMk cId="189307930" sldId="311"/>
            <ac:spMk id="13" creationId="{C28EEC7B-EF41-AFBC-954B-975FC21DBC58}"/>
          </ac:spMkLst>
        </pc:spChg>
        <pc:spChg chg="add mod">
          <ac:chgData name="donghyun koo" userId="0bec2bb6862b3cce" providerId="LiveId" clId="{1EA23BA3-5D3F-463F-A453-D07E05C577E6}" dt="2026-10-21T17:57:27.659" v="4870"/>
          <ac:spMkLst>
            <pc:docMk/>
            <pc:sldMk cId="189307930" sldId="311"/>
            <ac:spMk id="14" creationId="{607541BD-8113-FFE4-85BD-D599E2886BAA}"/>
          </ac:spMkLst>
        </pc:spChg>
        <pc:spChg chg="add del mod">
          <ac:chgData name="donghyun koo" userId="0bec2bb6862b3cce" providerId="LiveId" clId="{1EA23BA3-5D3F-463F-A453-D07E05C577E6}" dt="2026-10-21T17:53:16.280" v="4775" actId="478"/>
          <ac:spMkLst>
            <pc:docMk/>
            <pc:sldMk cId="189307930" sldId="311"/>
            <ac:spMk id="15" creationId="{211696F2-72B9-902C-B813-29CAD7097232}"/>
          </ac:spMkLst>
        </pc:spChg>
        <pc:spChg chg="add del mod">
          <ac:chgData name="donghyun koo" userId="0bec2bb6862b3cce" providerId="LiveId" clId="{1EA23BA3-5D3F-463F-A453-D07E05C577E6}" dt="2026-10-21T17:53:14.370" v="4773"/>
          <ac:spMkLst>
            <pc:docMk/>
            <pc:sldMk cId="189307930" sldId="311"/>
            <ac:spMk id="16" creationId="{D4817F93-E13C-7F3E-DBE3-D459EDD79E99}"/>
          </ac:spMkLst>
        </pc:spChg>
        <pc:spChg chg="add mod">
          <ac:chgData name="donghyun koo" userId="0bec2bb6862b3cce" providerId="LiveId" clId="{1EA23BA3-5D3F-463F-A453-D07E05C577E6}" dt="2026-10-21T17:54:19.887" v="4811" actId="571"/>
          <ac:spMkLst>
            <pc:docMk/>
            <pc:sldMk cId="189307930" sldId="311"/>
            <ac:spMk id="17" creationId="{447F04B6-8CCD-E93D-880D-FE6E85AE8235}"/>
          </ac:spMkLst>
        </pc:spChg>
        <pc:spChg chg="add mod">
          <ac:chgData name="donghyun koo" userId="0bec2bb6862b3cce" providerId="LiveId" clId="{1EA23BA3-5D3F-463F-A453-D07E05C577E6}" dt="2026-10-21T17:54:19.887" v="4811" actId="571"/>
          <ac:spMkLst>
            <pc:docMk/>
            <pc:sldMk cId="189307930" sldId="311"/>
            <ac:spMk id="19" creationId="{5F7F5F0A-194D-1BAF-E7A1-4FA44B1B8F44}"/>
          </ac:spMkLst>
        </pc:spChg>
        <pc:spChg chg="add mod">
          <ac:chgData name="donghyun koo" userId="0bec2bb6862b3cce" providerId="LiveId" clId="{1EA23BA3-5D3F-463F-A453-D07E05C577E6}" dt="2026-10-21T17:55:49.449" v="4837" actId="1076"/>
          <ac:spMkLst>
            <pc:docMk/>
            <pc:sldMk cId="189307930" sldId="311"/>
            <ac:spMk id="21" creationId="{2822B3BA-E61A-31BD-231E-C5725DC9B320}"/>
          </ac:spMkLst>
        </pc:spChg>
        <pc:spChg chg="add mod">
          <ac:chgData name="donghyun koo" userId="0bec2bb6862b3cce" providerId="LiveId" clId="{1EA23BA3-5D3F-463F-A453-D07E05C577E6}" dt="2026-10-21T17:57:33.598" v="4873" actId="1076"/>
          <ac:spMkLst>
            <pc:docMk/>
            <pc:sldMk cId="189307930" sldId="311"/>
            <ac:spMk id="22" creationId="{EE77CE30-FE56-A484-977C-2BA733CF6DC2}"/>
          </ac:spMkLst>
        </pc:spChg>
        <pc:spChg chg="add mod">
          <ac:chgData name="donghyun koo" userId="0bec2bb6862b3cce" providerId="LiveId" clId="{1EA23BA3-5D3F-463F-A453-D07E05C577E6}" dt="2026-10-21T17:56:47.925" v="4866" actId="1076"/>
          <ac:spMkLst>
            <pc:docMk/>
            <pc:sldMk cId="189307930" sldId="311"/>
            <ac:spMk id="23" creationId="{6E2E2780-F6D9-8EF1-C037-1DEEBCDACCEB}"/>
          </ac:spMkLst>
        </pc:spChg>
        <pc:spChg chg="add mod">
          <ac:chgData name="donghyun koo" userId="0bec2bb6862b3cce" providerId="LiveId" clId="{1EA23BA3-5D3F-463F-A453-D07E05C577E6}" dt="2026-10-21T17:56:50.951" v="4867" actId="1076"/>
          <ac:spMkLst>
            <pc:docMk/>
            <pc:sldMk cId="189307930" sldId="311"/>
            <ac:spMk id="24" creationId="{61BE46ED-E365-380A-7409-DBA451FBDFDA}"/>
          </ac:spMkLst>
        </pc:spChg>
        <pc:grpChg chg="add mod">
          <ac:chgData name="donghyun koo" userId="0bec2bb6862b3cce" providerId="LiveId" clId="{1EA23BA3-5D3F-463F-A453-D07E05C577E6}" dt="2026-10-21T17:52:02.870" v="4758" actId="1076"/>
          <ac:grpSpMkLst>
            <pc:docMk/>
            <pc:sldMk cId="189307930" sldId="311"/>
            <ac:grpSpMk id="10" creationId="{0BF64062-EA89-162B-A372-318591B063C6}"/>
          </ac:grpSpMkLst>
        </pc:grpChg>
        <pc:grpChg chg="add mod">
          <ac:chgData name="donghyun koo" userId="0bec2bb6862b3cce" providerId="LiveId" clId="{1EA23BA3-5D3F-463F-A453-D07E05C577E6}" dt="2026-10-21T17:54:19.887" v="4811" actId="571"/>
          <ac:grpSpMkLst>
            <pc:docMk/>
            <pc:sldMk cId="189307930" sldId="311"/>
            <ac:grpSpMk id="18" creationId="{CD0B6157-6C3B-EFFE-8B38-CD396E4CF87C}"/>
          </ac:grpSpMkLst>
        </pc:grpChg>
        <pc:grpChg chg="add mod">
          <ac:chgData name="donghyun koo" userId="0bec2bb6862b3cce" providerId="LiveId" clId="{1EA23BA3-5D3F-463F-A453-D07E05C577E6}" dt="2026-10-21T17:54:34.294" v="4817" actId="164"/>
          <ac:grpSpMkLst>
            <pc:docMk/>
            <pc:sldMk cId="189307930" sldId="311"/>
            <ac:grpSpMk id="25" creationId="{8C256278-D8E2-495B-9AF9-0A40E35D435A}"/>
          </ac:grpSpMkLst>
        </pc:grpChg>
        <pc:grpChg chg="add mod">
          <ac:chgData name="donghyun koo" userId="0bec2bb6862b3cce" providerId="LiveId" clId="{1EA23BA3-5D3F-463F-A453-D07E05C577E6}" dt="2026-10-21T17:54:35.575" v="4818" actId="164"/>
          <ac:grpSpMkLst>
            <pc:docMk/>
            <pc:sldMk cId="189307930" sldId="311"/>
            <ac:grpSpMk id="26" creationId="{7BBFE23B-33DD-0497-F48E-61886457CF15}"/>
          </ac:grpSpMkLst>
        </pc:grpChg>
        <pc:grpChg chg="add mod">
          <ac:chgData name="donghyun koo" userId="0bec2bb6862b3cce" providerId="LiveId" clId="{1EA23BA3-5D3F-463F-A453-D07E05C577E6}" dt="2026-10-21T17:54:36.794" v="4819" actId="164"/>
          <ac:grpSpMkLst>
            <pc:docMk/>
            <pc:sldMk cId="189307930" sldId="311"/>
            <ac:grpSpMk id="27" creationId="{74BD7096-5894-17C3-CC7B-1403F0377C17}"/>
          </ac:grpSpMkLst>
        </pc:grpChg>
        <pc:grpChg chg="add mod">
          <ac:chgData name="donghyun koo" userId="0bec2bb6862b3cce" providerId="LiveId" clId="{1EA23BA3-5D3F-463F-A453-D07E05C577E6}" dt="2026-10-21T17:57:27.659" v="4870"/>
          <ac:grpSpMkLst>
            <pc:docMk/>
            <pc:sldMk cId="189307930" sldId="311"/>
            <ac:grpSpMk id="28" creationId="{A12703B8-32B7-F067-0C22-1A33DE63041A}"/>
          </ac:grpSpMkLst>
        </pc:grpChg>
      </pc:sldChg>
      <pc:sldChg chg="new del">
        <pc:chgData name="donghyun koo" userId="0bec2bb6862b3cce" providerId="LiveId" clId="{1EA23BA3-5D3F-463F-A453-D07E05C577E6}" dt="2026-10-21T17:47:32.610" v="4550" actId="680"/>
        <pc:sldMkLst>
          <pc:docMk/>
          <pc:sldMk cId="3866657164" sldId="311"/>
        </pc:sldMkLst>
      </pc:sldChg>
      <pc:sldChg chg="modSp add del mod">
        <pc:chgData name="donghyun koo" userId="0bec2bb6862b3cce" providerId="LiveId" clId="{1EA23BA3-5D3F-463F-A453-D07E05C577E6}" dt="2026-10-21T17:38:54.955" v="4192" actId="47"/>
        <pc:sldMkLst>
          <pc:docMk/>
          <pc:sldMk cId="3870268387" sldId="311"/>
        </pc:sldMkLst>
        <pc:spChg chg="mod">
          <ac:chgData name="donghyun koo" userId="0bec2bb6862b3cce" providerId="LiveId" clId="{1EA23BA3-5D3F-463F-A453-D07E05C577E6}" dt="2026-10-21T17:38:48.737" v="4191" actId="20577"/>
          <ac:spMkLst>
            <pc:docMk/>
            <pc:sldMk cId="3870268387" sldId="311"/>
            <ac:spMk id="2" creationId="{F0ABEC6F-4ABD-F755-42D9-8C5A5A1EAE8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7A12B5-C22A-4AF7-A62B-EF69F51B743A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0B3B01-A39B-42C5-BF6B-D36FDF6935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76693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AFA5BE-D3CE-E7FE-C4E0-6C68FDA773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BCCE350-57F7-B567-F923-D3B9B52B14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DF7554-99BA-B0D1-66C1-4A4ED5B870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CD7471-3369-8C2B-55F7-BD59D3FEF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59845E9-7452-B54A-E223-65ABAA777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2165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F5F6ED-B09B-73B0-32BB-CD5D71D08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47033F-2ACC-DF28-8764-2813842A19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A1C84CB-9899-430D-9478-6C7DB3D1D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BCBC257-340C-929A-D151-1DA31D7F3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D60EC0-511D-BE59-C2B5-7EFC1A3CB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21229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0D4514-7B0A-E067-3500-E65833A6E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51C7F0B-9D5C-4509-13F8-D576CA40F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0B6866-A91E-3E9A-FA67-90B455413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46D686-591C-F78E-2DC7-44F8A4BA5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6994B1E-C2B8-22D7-39BF-4EF941AF7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8784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189A9E-5A13-3EF1-4795-C8A517922F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202351-A5F7-735E-5B83-CAD8D7A61E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C1DAB14-4C23-B837-7172-BB51E47629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3691008-19E7-C2C1-1352-032F99A71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D1F5B32-3C37-8E73-E4A1-905F94AE6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7C3FAF9-BE6C-D734-82DD-8640481E7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64590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9A89D4-9472-6FF8-44F9-D645D1C87C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BD03EA-4E7D-694F-0CE1-3CA9CBC468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9E06275-5CB6-D1A6-658A-132EC2BA0B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A0134B6-B78E-3D9E-8FC0-71AD90496F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4F110C4-6BE5-238D-368C-3F2570B47A4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66DEA39-D101-22E1-F080-BDCB99EF4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8EDCE2C-8E0F-F121-F91B-E30BE43B4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A3F5102-7977-E7D7-EBB4-E7522F6CE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35044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E7B791-0178-5817-2EB0-76534412A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DE7FCBC-9BEE-05AA-F13C-BF1EE43DC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11C612F-A112-0EDD-5FBD-2D7287FE5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D49FA60-87C2-F547-CE5F-B0791A722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17609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D5D8CB6-7B2F-ED9D-6343-BCCAA458F6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D3D3776-0031-2C18-3214-CBA3D86A94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DB08E0-9035-4209-CBC3-E90DC1945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44377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516C1B-C5F4-BFD9-9134-B44C283AD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3E6CFCF-77C7-B27C-A8A5-88CF28015F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B5360EF-22FF-843A-A8B1-EC7BCFA86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00857BD-5778-E777-DC38-24EF63127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80F319F-0A5E-648D-F697-EAD73B8BC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7E542AD-F27A-40DC-42E7-B26813A2E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71813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F62611-DC21-12E2-16D7-034CAF1C78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1D0799B-161A-2CEA-0239-840F4952810F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0D8D22A-11B9-F49E-2279-11BA776C51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588CA3D-B289-DCEA-A3F2-0A4630BCA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F9EF81-D234-D694-6426-58094CECC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6482327-E253-9E00-3B73-C1A17EF6A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55352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C65B6F-851B-C825-7DE3-005C868B4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641B8C0-4816-9D3A-B221-FAACD02730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788B14A-1238-19DE-E345-877C24E1B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A50A90E-3E11-79A7-9C13-3399BC29D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E23AF7B-F059-CAD9-8D80-0DE829B28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6358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35D68E5-E5AF-757F-92A0-8811FB1352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7636890-2130-C5FC-A645-B9AE5753DE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82E57E-1175-E74A-A178-B4DAA80CBC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6A2AF71-B94A-3F90-9BE0-D9F28D37D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F53991F-68A7-EA4A-A8B0-269CB7C4D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513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24F660F-977A-EF02-95E8-89DD9182F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712AED-0EF9-8F26-1865-1CCD1250C2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4B89E09-D438-AD3C-8C19-982A27593E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4137A2-7D2A-4EB2-87EC-F3BD120F3C23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2FFD2B8-8ACE-204E-6C25-6F8E760A12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E9213A-EF1B-636F-D97F-A5B2962AF9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64203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16.png"/><Relationship Id="rId4" Type="http://schemas.openxmlformats.org/officeDocument/2006/relationships/image" Target="../media/image11.png"/><Relationship Id="rId9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microsoft.com/office/2007/relationships/hdphoto" Target="../media/hdphoto1.wdp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6.png"/><Relationship Id="rId4" Type="http://schemas.openxmlformats.org/officeDocument/2006/relationships/image" Target="../media/image11.png"/><Relationship Id="rId9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microsoft.com/office/2007/relationships/hdphoto" Target="../media/hdphoto1.wdp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6.png"/><Relationship Id="rId4" Type="http://schemas.openxmlformats.org/officeDocument/2006/relationships/image" Target="../media/image11.png"/><Relationship Id="rId9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microsoft.com/office/2007/relationships/hdphoto" Target="../media/hdphoto1.wdp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6.png"/><Relationship Id="rId4" Type="http://schemas.openxmlformats.org/officeDocument/2006/relationships/image" Target="../media/image11.png"/><Relationship Id="rId9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microsoft.com/office/2007/relationships/hdphoto" Target="../media/hdphoto1.wdp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6.png"/><Relationship Id="rId4" Type="http://schemas.openxmlformats.org/officeDocument/2006/relationships/image" Target="../media/image11.png"/><Relationship Id="rId9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16.png"/><Relationship Id="rId4" Type="http://schemas.openxmlformats.org/officeDocument/2006/relationships/image" Target="../media/image11.png"/><Relationship Id="rId9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16.png"/><Relationship Id="rId4" Type="http://schemas.openxmlformats.org/officeDocument/2006/relationships/image" Target="../media/image11.png"/><Relationship Id="rId9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16.png"/><Relationship Id="rId4" Type="http://schemas.openxmlformats.org/officeDocument/2006/relationships/image" Target="../media/image11.png"/><Relationship Id="rId9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16.png"/><Relationship Id="rId4" Type="http://schemas.openxmlformats.org/officeDocument/2006/relationships/image" Target="../media/image11.png"/><Relationship Id="rId9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16.png"/><Relationship Id="rId4" Type="http://schemas.openxmlformats.org/officeDocument/2006/relationships/image" Target="../media/image11.png"/><Relationship Id="rId9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16.png"/><Relationship Id="rId4" Type="http://schemas.openxmlformats.org/officeDocument/2006/relationships/image" Target="../media/image11.png"/><Relationship Id="rId9" Type="http://schemas.openxmlformats.org/officeDocument/2006/relationships/image" Target="../media/image15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29.png"/><Relationship Id="rId5" Type="http://schemas.openxmlformats.org/officeDocument/2006/relationships/image" Target="../media/image12.png"/><Relationship Id="rId10" Type="http://schemas.openxmlformats.org/officeDocument/2006/relationships/image" Target="../media/image16.png"/><Relationship Id="rId4" Type="http://schemas.openxmlformats.org/officeDocument/2006/relationships/image" Target="../media/image11.png"/><Relationship Id="rId9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21935D62-30B4-2767-6409-65B87C794579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F8EC457-1949-AA9F-302A-874EFBFB32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7902" y="1712883"/>
            <a:ext cx="1495425" cy="171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62319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C31FB-4FCD-C0C4-EA65-AECA0E9C9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1AD432EF-0810-598D-EE8B-5E4A51490B1B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1AC474-EF99-3598-C8DE-BFEDBF9F3B21}"/>
              </a:ext>
            </a:extLst>
          </p:cNvPr>
          <p:cNvSpPr txBox="1"/>
          <p:nvPr/>
        </p:nvSpPr>
        <p:spPr>
          <a:xfrm>
            <a:off x="3994304" y="1576187"/>
            <a:ext cx="420339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7200" dirty="0"/>
              <a:t>좀비 소울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511805-A962-235A-77A5-A408509C9C5A}"/>
              </a:ext>
            </a:extLst>
          </p:cNvPr>
          <p:cNvSpPr txBox="1"/>
          <p:nvPr/>
        </p:nvSpPr>
        <p:spPr>
          <a:xfrm>
            <a:off x="912000" y="67859"/>
            <a:ext cx="1366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씬 </a:t>
            </a:r>
            <a:r>
              <a:rPr lang="en-US" altLang="ko-KR" dirty="0"/>
              <a:t>- </a:t>
            </a:r>
            <a:r>
              <a:rPr lang="ko-KR" altLang="en-US" dirty="0"/>
              <a:t>타이틀</a:t>
            </a:r>
            <a:endParaRPr lang="en-US" altLang="ko-K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DD3838-FD48-3552-1C41-C2E156D3C3AA}"/>
              </a:ext>
            </a:extLst>
          </p:cNvPr>
          <p:cNvSpPr txBox="1"/>
          <p:nvPr/>
        </p:nvSpPr>
        <p:spPr>
          <a:xfrm>
            <a:off x="4788495" y="3481320"/>
            <a:ext cx="26150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3200" dirty="0"/>
              <a:t>GAME START</a:t>
            </a:r>
            <a:endParaRPr lang="ko-KR" altLang="en-US" sz="3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4A9D21-DF06-5108-9C57-BC6286E4FE9D}"/>
              </a:ext>
            </a:extLst>
          </p:cNvPr>
          <p:cNvSpPr txBox="1"/>
          <p:nvPr/>
        </p:nvSpPr>
        <p:spPr>
          <a:xfrm>
            <a:off x="5326335" y="4066095"/>
            <a:ext cx="1539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dirty="0"/>
              <a:t>TAP TO PLAY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58FF88-A879-664F-E473-62B134CF975F}"/>
              </a:ext>
            </a:extLst>
          </p:cNvPr>
          <p:cNvSpPr txBox="1"/>
          <p:nvPr/>
        </p:nvSpPr>
        <p:spPr>
          <a:xfrm>
            <a:off x="4365365" y="5995810"/>
            <a:ext cx="34612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 dirty="0"/>
              <a:t>Ⓒ </a:t>
            </a:r>
            <a:r>
              <a:rPr lang="en-US" altLang="ko-KR" sz="1200" dirty="0"/>
              <a:t>2026 SOZOM TEAM. ALL RIGHTS RESERVED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941983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7C0C9-FC57-728B-599E-7F5330C7D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9B657062-E9F3-E3B9-29FF-06CBE84BD253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C9E055F-7571-BB3E-5A08-2E4FF8ED7C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01" y="513001"/>
            <a:ext cx="10368000" cy="583199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1594260-61E8-B2E0-0679-3D839FF84322}"/>
              </a:ext>
            </a:extLst>
          </p:cNvPr>
          <p:cNvSpPr txBox="1"/>
          <p:nvPr/>
        </p:nvSpPr>
        <p:spPr>
          <a:xfrm>
            <a:off x="912000" y="67859"/>
            <a:ext cx="1366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씬 </a:t>
            </a:r>
            <a:r>
              <a:rPr lang="en-US" altLang="ko-KR" dirty="0"/>
              <a:t>- </a:t>
            </a:r>
            <a:r>
              <a:rPr lang="ko-KR" altLang="en-US" dirty="0"/>
              <a:t>타이틀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698467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332830-35D0-015F-19A5-60252C36D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F2EECA29-BC76-2DA5-2406-08AFBF8B4B68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D116FFC-3DCC-B2FF-9603-5C12CB08749D}"/>
              </a:ext>
            </a:extLst>
          </p:cNvPr>
          <p:cNvGrpSpPr/>
          <p:nvPr/>
        </p:nvGrpSpPr>
        <p:grpSpPr>
          <a:xfrm>
            <a:off x="9238532" y="4303357"/>
            <a:ext cx="1834160" cy="1871633"/>
            <a:chOff x="9238532" y="4303357"/>
            <a:chExt cx="1834160" cy="1871633"/>
          </a:xfrm>
        </p:grpSpPr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17701B50-BC36-97EA-CEE3-E92106B3E9CD}"/>
                </a:ext>
              </a:extLst>
            </p:cNvPr>
            <p:cNvGrpSpPr/>
            <p:nvPr/>
          </p:nvGrpSpPr>
          <p:grpSpPr>
            <a:xfrm>
              <a:off x="9272692" y="4314613"/>
              <a:ext cx="1800000" cy="1800000"/>
              <a:chOff x="9272692" y="4314613"/>
              <a:chExt cx="1800000" cy="1800000"/>
            </a:xfrm>
          </p:grpSpPr>
          <p:sp>
            <p:nvSpPr>
              <p:cNvPr id="6" name="타원 5">
                <a:extLst>
                  <a:ext uri="{FF2B5EF4-FFF2-40B4-BE49-F238E27FC236}">
                    <a16:creationId xmlns:a16="http://schemas.microsoft.com/office/drawing/2014/main" id="{1D05947B-342C-CCEB-663E-3CFE66E3025C}"/>
                  </a:ext>
                </a:extLst>
              </p:cNvPr>
              <p:cNvSpPr/>
              <p:nvPr/>
            </p:nvSpPr>
            <p:spPr>
              <a:xfrm>
                <a:off x="9272692" y="4314613"/>
                <a:ext cx="1800000" cy="1800000"/>
              </a:xfrm>
              <a:prstGeom prst="ellipse">
                <a:avLst/>
              </a:prstGeom>
              <a:gradFill>
                <a:gsLst>
                  <a:gs pos="0">
                    <a:schemeClr val="accent6">
                      <a:lumMod val="5000"/>
                      <a:lumOff val="95000"/>
                    </a:schemeClr>
                  </a:gs>
                  <a:gs pos="74000">
                    <a:schemeClr val="accent6">
                      <a:lumMod val="45000"/>
                      <a:lumOff val="55000"/>
                    </a:schemeClr>
                  </a:gs>
                  <a:gs pos="83000">
                    <a:schemeClr val="accent6">
                      <a:lumMod val="45000"/>
                      <a:lumOff val="55000"/>
                    </a:schemeClr>
                  </a:gs>
                  <a:gs pos="100000">
                    <a:schemeClr val="accent6">
                      <a:lumMod val="30000"/>
                      <a:lumOff val="70000"/>
                    </a:schemeClr>
                  </a:gs>
                </a:gsLst>
                <a:lin ang="10800000" scaled="1"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513F9DF2-504E-5E97-68C9-26C0785F13D8}"/>
                  </a:ext>
                </a:extLst>
              </p:cNvPr>
              <p:cNvSpPr/>
              <p:nvPr/>
            </p:nvSpPr>
            <p:spPr>
              <a:xfrm>
                <a:off x="9362692" y="4404613"/>
                <a:ext cx="1620000" cy="1620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9E2BD8F4-3F34-672A-3301-10542F895A7A}"/>
                </a:ext>
              </a:extLst>
            </p:cNvPr>
            <p:cNvGrpSpPr/>
            <p:nvPr/>
          </p:nvGrpSpPr>
          <p:grpSpPr>
            <a:xfrm>
              <a:off x="9238532" y="4303357"/>
              <a:ext cx="1390979" cy="1871633"/>
              <a:chOff x="2551100" y="2317076"/>
              <a:chExt cx="1390979" cy="1871633"/>
            </a:xfrm>
          </p:grpSpPr>
          <p:pic>
            <p:nvPicPr>
              <p:cNvPr id="11" name="그림 10">
                <a:extLst>
                  <a:ext uri="{FF2B5EF4-FFF2-40B4-BE49-F238E27FC236}">
                    <a16:creationId xmlns:a16="http://schemas.microsoft.com/office/drawing/2014/main" id="{5B271E4C-7841-FBA3-A836-C0DA3A18E7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r="53926" b="49367"/>
              <a:stretch>
                <a:fillRect/>
              </a:stretch>
            </p:blipFill>
            <p:spPr>
              <a:xfrm>
                <a:off x="2551102" y="2317076"/>
                <a:ext cx="794926" cy="947670"/>
              </a:xfrm>
              <a:prstGeom prst="rect">
                <a:avLst/>
              </a:prstGeom>
            </p:spPr>
          </p:pic>
          <p:pic>
            <p:nvPicPr>
              <p:cNvPr id="13" name="그림 12">
                <a:extLst>
                  <a:ext uri="{FF2B5EF4-FFF2-40B4-BE49-F238E27FC236}">
                    <a16:creationId xmlns:a16="http://schemas.microsoft.com/office/drawing/2014/main" id="{43C79A7A-939D-F250-C146-FAFABB5D47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50633" r="19378"/>
              <a:stretch>
                <a:fillRect/>
              </a:stretch>
            </p:blipFill>
            <p:spPr>
              <a:xfrm>
                <a:off x="2551100" y="3264746"/>
                <a:ext cx="1390979" cy="923963"/>
              </a:xfrm>
              <a:prstGeom prst="rect">
                <a:avLst/>
              </a:prstGeom>
            </p:spPr>
          </p:pic>
        </p:grp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FC0203FE-2839-512E-DA91-4B13C372BC03}"/>
              </a:ext>
            </a:extLst>
          </p:cNvPr>
          <p:cNvGrpSpPr/>
          <p:nvPr/>
        </p:nvGrpSpPr>
        <p:grpSpPr>
          <a:xfrm>
            <a:off x="2848672" y="1606973"/>
            <a:ext cx="6494656" cy="646331"/>
            <a:chOff x="3386667" y="1456267"/>
            <a:chExt cx="6494656" cy="646331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3A19EF2-15A0-C665-4AEA-DD2D6534B2D5}"/>
                </a:ext>
              </a:extLst>
            </p:cNvPr>
            <p:cNvSpPr txBox="1"/>
            <p:nvPr/>
          </p:nvSpPr>
          <p:spPr>
            <a:xfrm>
              <a:off x="3386667" y="1456267"/>
              <a:ext cx="6351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TIP :</a:t>
              </a:r>
              <a:endParaRPr lang="ko-KR" alt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16E5FA7-9220-6882-FAA3-4937B0D4D232}"/>
                </a:ext>
              </a:extLst>
            </p:cNvPr>
            <p:cNvSpPr txBox="1"/>
            <p:nvPr/>
          </p:nvSpPr>
          <p:spPr>
            <a:xfrm>
              <a:off x="3908213" y="1456267"/>
              <a:ext cx="597311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좀비 소울의 </a:t>
              </a:r>
              <a:r>
                <a:rPr lang="en-US" altLang="ko-KR" dirty="0"/>
                <a:t>{</a:t>
              </a:r>
              <a:r>
                <a:rPr lang="ko-KR" altLang="en-US" dirty="0"/>
                <a:t>첫번째 보스</a:t>
              </a:r>
              <a:r>
                <a:rPr lang="en-US" altLang="ko-KR" dirty="0"/>
                <a:t>}</a:t>
              </a:r>
              <a:r>
                <a:rPr lang="ko-KR" altLang="en-US" dirty="0"/>
                <a:t>를 잡으면</a:t>
              </a:r>
              <a:br>
                <a:rPr lang="en-US" altLang="ko-KR" dirty="0"/>
              </a:br>
              <a:r>
                <a:rPr lang="ko-KR" altLang="en-US" dirty="0"/>
                <a:t>가끔 특별한 </a:t>
              </a:r>
              <a:r>
                <a:rPr lang="en-US" altLang="ko-KR" dirty="0"/>
                <a:t>DNA</a:t>
              </a:r>
              <a:r>
                <a:rPr lang="ko-KR" altLang="en-US" dirty="0"/>
                <a:t>를 얻을 수 </a:t>
              </a:r>
              <a:r>
                <a:rPr lang="ko-KR" altLang="en-US" dirty="0" err="1"/>
                <a:t>있다는것을</a:t>
              </a:r>
              <a:r>
                <a:rPr lang="ko-KR" altLang="en-US" dirty="0"/>
                <a:t> 알고 계시나요</a:t>
              </a:r>
              <a:r>
                <a:rPr lang="en-US" altLang="ko-KR" dirty="0"/>
                <a:t>?</a:t>
              </a:r>
              <a:endParaRPr lang="ko-KR" altLang="en-US" dirty="0"/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CA99847E-E9F8-881F-78D7-DF6EB63112E2}"/>
              </a:ext>
            </a:extLst>
          </p:cNvPr>
          <p:cNvGrpSpPr/>
          <p:nvPr/>
        </p:nvGrpSpPr>
        <p:grpSpPr>
          <a:xfrm>
            <a:off x="9861118" y="4561587"/>
            <a:ext cx="623148" cy="1303072"/>
            <a:chOff x="3583092" y="4084320"/>
            <a:chExt cx="1037929" cy="1823449"/>
          </a:xfrm>
        </p:grpSpPr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3333F0BF-8D1F-5E20-8587-595D32117DFB}"/>
                </a:ext>
              </a:extLst>
            </p:cNvPr>
            <p:cNvSpPr/>
            <p:nvPr/>
          </p:nvSpPr>
          <p:spPr>
            <a:xfrm rot="21194013">
              <a:off x="3983717" y="5208239"/>
              <a:ext cx="167507" cy="699529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088FC989-1E75-C44C-286E-F73316A7D01D}"/>
                </a:ext>
              </a:extLst>
            </p:cNvPr>
            <p:cNvSpPr/>
            <p:nvPr/>
          </p:nvSpPr>
          <p:spPr>
            <a:xfrm rot="199581">
              <a:off x="3748520" y="5208240"/>
              <a:ext cx="167507" cy="699529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601DA6D0-8346-9107-5862-60F2E2F3C8EA}"/>
                </a:ext>
              </a:extLst>
            </p:cNvPr>
            <p:cNvSpPr/>
            <p:nvPr/>
          </p:nvSpPr>
          <p:spPr>
            <a:xfrm rot="16412158">
              <a:off x="4235340" y="4593197"/>
              <a:ext cx="174269" cy="597092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00E2355B-4BFF-35C5-716F-6E6518FDCBBB}"/>
                </a:ext>
              </a:extLst>
            </p:cNvPr>
            <p:cNvSpPr/>
            <p:nvPr/>
          </p:nvSpPr>
          <p:spPr>
            <a:xfrm>
              <a:off x="3745652" y="4404613"/>
              <a:ext cx="394879" cy="1000507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8AEB9407-819D-18A5-C2F4-38B59653EBF7}"/>
                </a:ext>
              </a:extLst>
            </p:cNvPr>
            <p:cNvSpPr/>
            <p:nvPr/>
          </p:nvSpPr>
          <p:spPr>
            <a:xfrm>
              <a:off x="3583092" y="4084320"/>
              <a:ext cx="720000" cy="72000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47B0DD80-2566-CF5F-9753-757CEB171956}"/>
                </a:ext>
              </a:extLst>
            </p:cNvPr>
            <p:cNvSpPr/>
            <p:nvPr/>
          </p:nvSpPr>
          <p:spPr>
            <a:xfrm rot="17673105">
              <a:off x="3970156" y="4679748"/>
              <a:ext cx="167507" cy="699529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83E0CDCF-5F11-7C0E-7EAD-59470D9F2415}"/>
              </a:ext>
            </a:extLst>
          </p:cNvPr>
          <p:cNvSpPr txBox="1"/>
          <p:nvPr/>
        </p:nvSpPr>
        <p:spPr>
          <a:xfrm>
            <a:off x="912000" y="67859"/>
            <a:ext cx="105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씬</a:t>
            </a:r>
            <a:r>
              <a:rPr lang="en-US" altLang="ko-KR" dirty="0"/>
              <a:t>- </a:t>
            </a:r>
            <a:r>
              <a:rPr lang="ko-KR" altLang="en-US" dirty="0"/>
              <a:t>로딩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3133879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B6E1E6-7032-E978-9754-90B922397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2AD26F1-BCA5-DBB4-9545-02063169BAEE}"/>
              </a:ext>
            </a:extLst>
          </p:cNvPr>
          <p:cNvSpPr txBox="1"/>
          <p:nvPr/>
        </p:nvSpPr>
        <p:spPr>
          <a:xfrm>
            <a:off x="912000" y="67859"/>
            <a:ext cx="105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씬</a:t>
            </a:r>
            <a:r>
              <a:rPr lang="en-US" altLang="ko-KR" dirty="0"/>
              <a:t>- </a:t>
            </a:r>
            <a:r>
              <a:rPr lang="ko-KR" altLang="en-US" dirty="0"/>
              <a:t>로딩</a:t>
            </a:r>
            <a:endParaRPr lang="en-US" altLang="ko-KR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9A7B238-1362-5932-4B64-67C3961162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806" y="502666"/>
            <a:ext cx="10382388" cy="5852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6765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CAABD-8B33-5958-8D1A-F60A614CF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9E129926-CACB-A74B-E117-24BA9659F501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0BF64062-EA89-162B-A372-318591B063C6}"/>
              </a:ext>
            </a:extLst>
          </p:cNvPr>
          <p:cNvGrpSpPr/>
          <p:nvPr/>
        </p:nvGrpSpPr>
        <p:grpSpPr>
          <a:xfrm>
            <a:off x="5252720" y="4533897"/>
            <a:ext cx="1686560" cy="688341"/>
            <a:chOff x="5252720" y="5201919"/>
            <a:chExt cx="1686560" cy="688341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98E27AA8-248E-FFB8-311D-E1B877B7C0F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252720" y="5201919"/>
              <a:ext cx="1686560" cy="68834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425D978-DB0C-AC47-BC1B-574A2126ACB8}"/>
                </a:ext>
              </a:extLst>
            </p:cNvPr>
            <p:cNvSpPr txBox="1"/>
            <p:nvPr/>
          </p:nvSpPr>
          <p:spPr>
            <a:xfrm>
              <a:off x="5501125" y="5361423"/>
              <a:ext cx="11897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게임 시작</a:t>
              </a: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CD0B6157-6C3B-EFFE-8B38-CD396E4CF87C}"/>
              </a:ext>
            </a:extLst>
          </p:cNvPr>
          <p:cNvGrpSpPr/>
          <p:nvPr/>
        </p:nvGrpSpPr>
        <p:grpSpPr>
          <a:xfrm>
            <a:off x="5059200" y="5764107"/>
            <a:ext cx="2073600" cy="580892"/>
            <a:chOff x="5059200" y="5764107"/>
            <a:chExt cx="2073600" cy="580892"/>
          </a:xfrm>
        </p:grpSpPr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D36F13CB-DD01-4F49-648F-496719B855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592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47F04B6-8CCD-E93D-880D-FE6E85AE8235}"/>
                </a:ext>
              </a:extLst>
            </p:cNvPr>
            <p:cNvSpPr txBox="1"/>
            <p:nvPr/>
          </p:nvSpPr>
          <p:spPr>
            <a:xfrm>
              <a:off x="5772833" y="5869887"/>
              <a:ext cx="6463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/>
                <a:t>메인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74BD7096-5894-17C3-CC7B-1403F0377C17}"/>
              </a:ext>
            </a:extLst>
          </p:cNvPr>
          <p:cNvGrpSpPr/>
          <p:nvPr/>
        </p:nvGrpSpPr>
        <p:grpSpPr>
          <a:xfrm>
            <a:off x="7132800" y="5764107"/>
            <a:ext cx="2073600" cy="580892"/>
            <a:chOff x="7132800" y="5764107"/>
            <a:chExt cx="2073600" cy="580892"/>
          </a:xfrm>
        </p:grpSpPr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C28EEC7B-EF41-AFBC-954B-975FC21DBC5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328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822B3BA-E61A-31BD-231E-C5725DC9B320}"/>
                </a:ext>
              </a:extLst>
            </p:cNvPr>
            <p:cNvSpPr txBox="1"/>
            <p:nvPr/>
          </p:nvSpPr>
          <p:spPr>
            <a:xfrm>
              <a:off x="7500187" y="5863907"/>
              <a:ext cx="13388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/>
                <a:t>업그레이드</a:t>
              </a:r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A12703B8-32B7-F067-0C22-1A33DE63041A}"/>
              </a:ext>
            </a:extLst>
          </p:cNvPr>
          <p:cNvGrpSpPr/>
          <p:nvPr/>
        </p:nvGrpSpPr>
        <p:grpSpPr>
          <a:xfrm>
            <a:off x="9206400" y="5764107"/>
            <a:ext cx="2073600" cy="580892"/>
            <a:chOff x="9206400" y="5764107"/>
            <a:chExt cx="2073600" cy="580892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607541BD-8113-FFE4-85BD-D599E2886BA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2064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E77CE30-FE56-A484-977C-2BA733CF6DC2}"/>
                </a:ext>
              </a:extLst>
            </p:cNvPr>
            <p:cNvSpPr txBox="1"/>
            <p:nvPr/>
          </p:nvSpPr>
          <p:spPr>
            <a:xfrm>
              <a:off x="9879158" y="5863907"/>
              <a:ext cx="7280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/>
                <a:t>도감</a:t>
              </a:r>
              <a:r>
                <a:rPr lang="ko-KR" altLang="ko-KR" dirty="0"/>
                <a:t> </a:t>
              </a:r>
              <a:endParaRPr lang="ko-KR" altLang="en-US" dirty="0"/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7BBFE23B-33DD-0497-F48E-61886457CF15}"/>
              </a:ext>
            </a:extLst>
          </p:cNvPr>
          <p:cNvGrpSpPr/>
          <p:nvPr/>
        </p:nvGrpSpPr>
        <p:grpSpPr>
          <a:xfrm>
            <a:off x="2985600" y="5764107"/>
            <a:ext cx="2073600" cy="580892"/>
            <a:chOff x="2985600" y="5764107"/>
            <a:chExt cx="2073600" cy="580892"/>
          </a:xfrm>
        </p:grpSpPr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EEFB517D-4EEE-F1D6-7DFA-215150F32AD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9856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E2E2780-F6D9-8EF1-C037-1DEEBCDACCEB}"/>
                </a:ext>
              </a:extLst>
            </p:cNvPr>
            <p:cNvSpPr txBox="1"/>
            <p:nvPr/>
          </p:nvSpPr>
          <p:spPr>
            <a:xfrm>
              <a:off x="3699233" y="5863907"/>
              <a:ext cx="6463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/>
                <a:t>장비</a:t>
              </a:r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8C256278-D8E2-495B-9AF9-0A40E35D435A}"/>
              </a:ext>
            </a:extLst>
          </p:cNvPr>
          <p:cNvGrpSpPr/>
          <p:nvPr/>
        </p:nvGrpSpPr>
        <p:grpSpPr>
          <a:xfrm>
            <a:off x="912000" y="5764107"/>
            <a:ext cx="2073600" cy="580892"/>
            <a:chOff x="912000" y="5764107"/>
            <a:chExt cx="2073600" cy="580892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F8AABACD-3777-0BFD-3DD6-940E58E76F4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20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1BE46ED-E365-380A-7409-DBA451FBDFDA}"/>
                </a:ext>
              </a:extLst>
            </p:cNvPr>
            <p:cNvSpPr txBox="1"/>
            <p:nvPr/>
          </p:nvSpPr>
          <p:spPr>
            <a:xfrm>
              <a:off x="1625634" y="5863907"/>
              <a:ext cx="6463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/>
                <a:t>상점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61C8EAD3-1226-C05C-9AA5-B567671E70EA}"/>
              </a:ext>
            </a:extLst>
          </p:cNvPr>
          <p:cNvSpPr txBox="1"/>
          <p:nvPr/>
        </p:nvSpPr>
        <p:spPr>
          <a:xfrm>
            <a:off x="912000" y="67859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씬 </a:t>
            </a:r>
            <a:r>
              <a:rPr lang="en-US" altLang="ko-KR" dirty="0"/>
              <a:t>- </a:t>
            </a:r>
            <a:r>
              <a:rPr lang="ko-KR" altLang="en-US" dirty="0"/>
              <a:t>로비</a:t>
            </a:r>
            <a:endParaRPr lang="en-US" altLang="ko-KR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8D22D24-E1EA-765A-2FE6-155DC2C40872}"/>
              </a:ext>
            </a:extLst>
          </p:cNvPr>
          <p:cNvSpPr/>
          <p:nvPr/>
        </p:nvSpPr>
        <p:spPr>
          <a:xfrm>
            <a:off x="1015474" y="668841"/>
            <a:ext cx="468000" cy="468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7EF00F-42B6-D618-B47C-9D57A5C8AAAF}"/>
              </a:ext>
            </a:extLst>
          </p:cNvPr>
          <p:cNvSpPr txBox="1"/>
          <p:nvPr/>
        </p:nvSpPr>
        <p:spPr>
          <a:xfrm>
            <a:off x="1479623" y="668841"/>
            <a:ext cx="108074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dirty="0"/>
              <a:t>플레이어 이름</a:t>
            </a: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237CB327-8A78-F680-98A2-E98DF03253E6}"/>
              </a:ext>
            </a:extLst>
          </p:cNvPr>
          <p:cNvGrpSpPr/>
          <p:nvPr/>
        </p:nvGrpSpPr>
        <p:grpSpPr>
          <a:xfrm>
            <a:off x="1534549" y="930451"/>
            <a:ext cx="216000" cy="220490"/>
            <a:chOff x="9395687" y="677422"/>
            <a:chExt cx="527673" cy="363888"/>
          </a:xfrm>
        </p:grpSpPr>
        <p:sp>
          <p:nvSpPr>
            <p:cNvPr id="30" name="타원 29">
              <a:extLst>
                <a:ext uri="{FF2B5EF4-FFF2-40B4-BE49-F238E27FC236}">
                  <a16:creationId xmlns:a16="http://schemas.microsoft.com/office/drawing/2014/main" id="{493DA491-A964-4818-9006-E63089BD5CFD}"/>
                </a:ext>
              </a:extLst>
            </p:cNvPr>
            <p:cNvSpPr/>
            <p:nvPr/>
          </p:nvSpPr>
          <p:spPr>
            <a:xfrm>
              <a:off x="9492340" y="938072"/>
              <a:ext cx="288000" cy="103238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AC13BEDB-02D2-FD4A-49DD-BAEF3E386067}"/>
                </a:ext>
              </a:extLst>
            </p:cNvPr>
            <p:cNvSpPr/>
            <p:nvPr/>
          </p:nvSpPr>
          <p:spPr>
            <a:xfrm>
              <a:off x="9395687" y="938072"/>
              <a:ext cx="288000" cy="103238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7EFAE8BA-3F71-CB6F-AC4C-8DA616E01826}"/>
                </a:ext>
              </a:extLst>
            </p:cNvPr>
            <p:cNvSpPr/>
            <p:nvPr/>
          </p:nvSpPr>
          <p:spPr>
            <a:xfrm>
              <a:off x="9635360" y="892830"/>
              <a:ext cx="288000" cy="103238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C6949D95-EF2C-27F7-AC62-AA3C7A0EA630}"/>
                </a:ext>
              </a:extLst>
            </p:cNvPr>
            <p:cNvSpPr/>
            <p:nvPr/>
          </p:nvSpPr>
          <p:spPr>
            <a:xfrm>
              <a:off x="9587033" y="677422"/>
              <a:ext cx="288000" cy="288000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solidFill>
                    <a:schemeClr val="tx1"/>
                  </a:solidFill>
                </a:rPr>
                <a:t>G</a:t>
              </a:r>
              <a:endParaRPr lang="ko-KR" altLang="en-US" sz="1400" dirty="0">
                <a:solidFill>
                  <a:schemeClr val="tx1"/>
                </a:solidFill>
              </a:endParaRPr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11CDA7E2-BBA7-8F72-74FA-3CA5EE3B960C}"/>
              </a:ext>
            </a:extLst>
          </p:cNvPr>
          <p:cNvSpPr txBox="1"/>
          <p:nvPr/>
        </p:nvSpPr>
        <p:spPr>
          <a:xfrm>
            <a:off x="1710985" y="902841"/>
            <a:ext cx="59984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/>
              <a:t>13,460</a:t>
            </a:r>
            <a:endParaRPr lang="ko-KR" altLang="en-US" sz="1200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D4EE1D2B-F95A-FDE9-3694-6EEC363B7E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781" t="5563" r="2353" b="7002"/>
          <a:stretch>
            <a:fillRect/>
          </a:stretch>
        </p:blipFill>
        <p:spPr>
          <a:xfrm>
            <a:off x="10760762" y="573028"/>
            <a:ext cx="454926" cy="453236"/>
          </a:xfrm>
          <a:prstGeom prst="rect">
            <a:avLst/>
          </a:prstGeom>
        </p:spPr>
      </p:pic>
      <p:grpSp>
        <p:nvGrpSpPr>
          <p:cNvPr id="65" name="그룹 64">
            <a:extLst>
              <a:ext uri="{FF2B5EF4-FFF2-40B4-BE49-F238E27FC236}">
                <a16:creationId xmlns:a16="http://schemas.microsoft.com/office/drawing/2014/main" id="{BECF8FDD-F1F6-01C6-3AC4-31D4AA0AFE6F}"/>
              </a:ext>
            </a:extLst>
          </p:cNvPr>
          <p:cNvGrpSpPr/>
          <p:nvPr/>
        </p:nvGrpSpPr>
        <p:grpSpPr>
          <a:xfrm>
            <a:off x="10762088" y="1159535"/>
            <a:ext cx="453600" cy="453600"/>
            <a:chOff x="10762088" y="1076284"/>
            <a:chExt cx="453600" cy="453600"/>
          </a:xfrm>
        </p:grpSpPr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8183B18A-EA3F-7B29-CD23-70E58C6A646E}"/>
                </a:ext>
              </a:extLst>
            </p:cNvPr>
            <p:cNvSpPr/>
            <p:nvPr/>
          </p:nvSpPr>
          <p:spPr>
            <a:xfrm>
              <a:off x="10762088" y="1076284"/>
              <a:ext cx="453600" cy="453600"/>
            </a:xfrm>
            <a:prstGeom prst="roundRect">
              <a:avLst>
                <a:gd name="adj" fmla="val 12766"/>
              </a:avLst>
            </a:prstGeom>
            <a:solidFill>
              <a:schemeClr val="accent1">
                <a:lumMod val="75000"/>
              </a:schemeClr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74488FE9-EAC1-6911-DCF7-6F4E59E15E90}"/>
                </a:ext>
              </a:extLst>
            </p:cNvPr>
            <p:cNvGrpSpPr/>
            <p:nvPr/>
          </p:nvGrpSpPr>
          <p:grpSpPr>
            <a:xfrm>
              <a:off x="10815187" y="1188489"/>
              <a:ext cx="346075" cy="223118"/>
              <a:chOff x="9430174" y="1388809"/>
              <a:chExt cx="291676" cy="223118"/>
            </a:xfrm>
            <a:solidFill>
              <a:srgbClr val="F8E8C8"/>
            </a:solidFill>
          </p:grpSpPr>
          <p:sp>
            <p:nvSpPr>
              <p:cNvPr id="45" name="직사각형 44">
                <a:extLst>
                  <a:ext uri="{FF2B5EF4-FFF2-40B4-BE49-F238E27FC236}">
                    <a16:creationId xmlns:a16="http://schemas.microsoft.com/office/drawing/2014/main" id="{91763930-820B-496F-54F0-9E8DEDE0A602}"/>
                  </a:ext>
                </a:extLst>
              </p:cNvPr>
              <p:cNvSpPr/>
              <p:nvPr/>
            </p:nvSpPr>
            <p:spPr>
              <a:xfrm>
                <a:off x="9430175" y="1388809"/>
                <a:ext cx="291675" cy="223118"/>
              </a:xfrm>
              <a:prstGeom prst="rect">
                <a:avLst/>
              </a:prstGeom>
              <a:grpFill/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47" name="직선 연결선 46">
                <a:extLst>
                  <a:ext uri="{FF2B5EF4-FFF2-40B4-BE49-F238E27FC236}">
                    <a16:creationId xmlns:a16="http://schemas.microsoft.com/office/drawing/2014/main" id="{B2BAA914-F2B1-FB91-C21C-BFED66DD1F6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430175" y="1388809"/>
                <a:ext cx="291675" cy="223118"/>
              </a:xfrm>
              <a:prstGeom prst="line">
                <a:avLst/>
              </a:prstGeom>
              <a:grpFill/>
              <a:ln w="31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1" name="직선 연결선 50">
                <a:extLst>
                  <a:ext uri="{FF2B5EF4-FFF2-40B4-BE49-F238E27FC236}">
                    <a16:creationId xmlns:a16="http://schemas.microsoft.com/office/drawing/2014/main" id="{1226DE56-D9E9-1E14-F34F-E024B036DC7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9430175" y="1388809"/>
                <a:ext cx="291675" cy="223118"/>
              </a:xfrm>
              <a:prstGeom prst="line">
                <a:avLst/>
              </a:prstGeom>
              <a:grpFill/>
              <a:ln w="31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이등변 삼각형 54">
                <a:extLst>
                  <a:ext uri="{FF2B5EF4-FFF2-40B4-BE49-F238E27FC236}">
                    <a16:creationId xmlns:a16="http://schemas.microsoft.com/office/drawing/2014/main" id="{3543BF1C-7DAF-B6C7-DF88-1103EC99A37F}"/>
                  </a:ext>
                </a:extLst>
              </p:cNvPr>
              <p:cNvSpPr/>
              <p:nvPr/>
            </p:nvSpPr>
            <p:spPr>
              <a:xfrm rot="10800000">
                <a:off x="9430174" y="1388809"/>
                <a:ext cx="291675" cy="153305"/>
              </a:xfrm>
              <a:prstGeom prst="triangle">
                <a:avLst/>
              </a:prstGeom>
              <a:grpFill/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BC70E3F1-CAE8-2E18-8ED0-A35D2D526D56}"/>
              </a:ext>
            </a:extLst>
          </p:cNvPr>
          <p:cNvGrpSpPr/>
          <p:nvPr/>
        </p:nvGrpSpPr>
        <p:grpSpPr>
          <a:xfrm>
            <a:off x="10760762" y="1766744"/>
            <a:ext cx="453600" cy="453600"/>
            <a:chOff x="10760762" y="1583864"/>
            <a:chExt cx="453600" cy="453600"/>
          </a:xfrm>
        </p:grpSpPr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782705F8-53F3-FB41-708F-95EC8D3F8DCB}"/>
                </a:ext>
              </a:extLst>
            </p:cNvPr>
            <p:cNvSpPr/>
            <p:nvPr/>
          </p:nvSpPr>
          <p:spPr>
            <a:xfrm>
              <a:off x="10760762" y="1583864"/>
              <a:ext cx="453600" cy="453600"/>
            </a:xfrm>
            <a:prstGeom prst="roundRect">
              <a:avLst>
                <a:gd name="adj" fmla="val 12766"/>
              </a:avLst>
            </a:prstGeom>
            <a:solidFill>
              <a:srgbClr val="9933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8C637EB1-4D08-5524-E0DD-1B2D99AE0507}"/>
                </a:ext>
              </a:extLst>
            </p:cNvPr>
            <p:cNvGrpSpPr/>
            <p:nvPr/>
          </p:nvGrpSpPr>
          <p:grpSpPr>
            <a:xfrm>
              <a:off x="10955162" y="1665445"/>
              <a:ext cx="64800" cy="290438"/>
              <a:chOff x="7885256" y="930451"/>
              <a:chExt cx="64800" cy="290438"/>
            </a:xfrm>
          </p:grpSpPr>
          <p:sp>
            <p:nvSpPr>
              <p:cNvPr id="61" name="직사각형 60">
                <a:extLst>
                  <a:ext uri="{FF2B5EF4-FFF2-40B4-BE49-F238E27FC236}">
                    <a16:creationId xmlns:a16="http://schemas.microsoft.com/office/drawing/2014/main" id="{4BB6DDF4-5779-E1B4-3680-EBC3F2560395}"/>
                  </a:ext>
                </a:extLst>
              </p:cNvPr>
              <p:cNvSpPr/>
              <p:nvPr/>
            </p:nvSpPr>
            <p:spPr>
              <a:xfrm>
                <a:off x="7891463" y="930451"/>
                <a:ext cx="52387" cy="187200"/>
              </a:xfrm>
              <a:prstGeom prst="rect">
                <a:avLst/>
              </a:prstGeom>
              <a:solidFill>
                <a:srgbClr val="FFFF00"/>
              </a:solidFill>
              <a:ln w="95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2" name="타원 61">
                <a:extLst>
                  <a:ext uri="{FF2B5EF4-FFF2-40B4-BE49-F238E27FC236}">
                    <a16:creationId xmlns:a16="http://schemas.microsoft.com/office/drawing/2014/main" id="{C88A064F-56CE-0639-AC9C-961E6CDC880F}"/>
                  </a:ext>
                </a:extLst>
              </p:cNvPr>
              <p:cNvSpPr/>
              <p:nvPr/>
            </p:nvSpPr>
            <p:spPr>
              <a:xfrm>
                <a:off x="7885256" y="1156089"/>
                <a:ext cx="64800" cy="64800"/>
              </a:xfrm>
              <a:prstGeom prst="ellipse">
                <a:avLst/>
              </a:prstGeom>
              <a:solidFill>
                <a:srgbClr val="FFFF00"/>
              </a:solidFill>
              <a:ln w="95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pic>
        <p:nvPicPr>
          <p:cNvPr id="69" name="그림 68">
            <a:extLst>
              <a:ext uri="{FF2B5EF4-FFF2-40B4-BE49-F238E27FC236}">
                <a16:creationId xmlns:a16="http://schemas.microsoft.com/office/drawing/2014/main" id="{3D3CF240-EC16-737D-2E77-2461615DF8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5999" y="2073963"/>
            <a:ext cx="1800000" cy="1800000"/>
          </a:xfrm>
          <a:prstGeom prst="rect">
            <a:avLst/>
          </a:prstGeom>
        </p:spPr>
      </p:pic>
      <p:pic>
        <p:nvPicPr>
          <p:cNvPr id="73" name="그림 72">
            <a:extLst>
              <a:ext uri="{FF2B5EF4-FFF2-40B4-BE49-F238E27FC236}">
                <a16:creationId xmlns:a16="http://schemas.microsoft.com/office/drawing/2014/main" id="{E3EB57AF-4525-FDA7-93EB-DCBB56D0561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6734"/>
          <a:stretch>
            <a:fillRect/>
          </a:stretch>
        </p:blipFill>
        <p:spPr>
          <a:xfrm>
            <a:off x="976312" y="690044"/>
            <a:ext cx="609600" cy="446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079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B2DAF-6467-FD3C-CFBC-220559D82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D85FF772-ED3B-4743-56EC-208CA3D5D47E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5F8FD5-4D37-D1CF-E53A-F6B5445BE5A4}"/>
              </a:ext>
            </a:extLst>
          </p:cNvPr>
          <p:cNvSpPr txBox="1"/>
          <p:nvPr/>
        </p:nvSpPr>
        <p:spPr>
          <a:xfrm>
            <a:off x="912000" y="67859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씬 </a:t>
            </a:r>
            <a:r>
              <a:rPr lang="en-US" altLang="ko-KR" dirty="0"/>
              <a:t>- </a:t>
            </a:r>
            <a:r>
              <a:rPr lang="ko-KR" altLang="en-US" dirty="0"/>
              <a:t>로비</a:t>
            </a:r>
            <a:endParaRPr lang="en-US" altLang="ko-KR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DE6B2DB-1E5D-2381-5305-BBB21DED89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00" y="513000"/>
            <a:ext cx="10368000" cy="5831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5558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9F2656-B7B2-0976-761D-067EEB9604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Box 89">
            <a:extLst>
              <a:ext uri="{FF2B5EF4-FFF2-40B4-BE49-F238E27FC236}">
                <a16:creationId xmlns:a16="http://schemas.microsoft.com/office/drawing/2014/main" id="{1A797771-BA77-2725-E115-744FF1848EF4}"/>
              </a:ext>
            </a:extLst>
          </p:cNvPr>
          <p:cNvSpPr txBox="1"/>
          <p:nvPr/>
        </p:nvSpPr>
        <p:spPr>
          <a:xfrm>
            <a:off x="912000" y="67859"/>
            <a:ext cx="1366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씬 </a:t>
            </a:r>
            <a:r>
              <a:rPr lang="en-US" altLang="ko-KR" dirty="0"/>
              <a:t>- </a:t>
            </a:r>
            <a:r>
              <a:rPr lang="ko-KR" altLang="en-US" dirty="0" err="1"/>
              <a:t>인게임</a:t>
            </a:r>
            <a:endParaRPr lang="en-US" altLang="ko-KR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A5D04B3E-BC1A-2F67-C794-28F310F1FFAA}"/>
              </a:ext>
            </a:extLst>
          </p:cNvPr>
          <p:cNvSpPr txBox="1"/>
          <p:nvPr/>
        </p:nvSpPr>
        <p:spPr>
          <a:xfrm>
            <a:off x="9607865" y="115243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시스템 아이콘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4BB15E03-91C2-2C08-6D2F-0904D9A731F2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860E6E8C-D6FB-EB54-14A3-A964246BE3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1674CCE0-9CE2-6661-B7FB-6960B8AB876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F73F21EA-A5A0-978E-77FF-6D9E3203EA82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C61BC724-A10F-66CE-019C-0A5605C64CB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BCD72D3C-E133-2FF8-7E99-34CC6D25EC5D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E484F320-3054-73F6-C99C-27F9CF5D1AFC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43C25DBC-85A0-0F52-437E-29DB9175797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41" name="그룹 40">
            <a:extLst>
              <a:ext uri="{FF2B5EF4-FFF2-40B4-BE49-F238E27FC236}">
                <a16:creationId xmlns:a16="http://schemas.microsoft.com/office/drawing/2014/main" id="{EF860944-8C35-A0D4-AD7B-7C7C196447D7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43" name="그림 42">
              <a:extLst>
                <a:ext uri="{FF2B5EF4-FFF2-40B4-BE49-F238E27FC236}">
                  <a16:creationId xmlns:a16="http://schemas.microsoft.com/office/drawing/2014/main" id="{4827321B-A13D-F331-74B6-93736B262CB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48BC7671-7540-5061-4C0B-D9C28B784852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C561D190-47B7-6609-DA03-FC3516E33EC8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4A7C9398-AE98-D727-B3D0-1F6A95818B96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4363BC7A-658B-3BC1-F356-7D43752A1435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54" name="그림 53">
            <a:extLst>
              <a:ext uri="{FF2B5EF4-FFF2-40B4-BE49-F238E27FC236}">
                <a16:creationId xmlns:a16="http://schemas.microsoft.com/office/drawing/2014/main" id="{F655C06F-4D4E-3997-C951-D32B7F7FB95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698E1ACD-49AC-C652-B30E-E4590EF089F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sp>
        <p:nvSpPr>
          <p:cNvPr id="59" name="직사각형 58">
            <a:extLst>
              <a:ext uri="{FF2B5EF4-FFF2-40B4-BE49-F238E27FC236}">
                <a16:creationId xmlns:a16="http://schemas.microsoft.com/office/drawing/2014/main" id="{FB14BB43-E3F7-14E2-C76A-00877F90C34C}"/>
              </a:ext>
            </a:extLst>
          </p:cNvPr>
          <p:cNvSpPr/>
          <p:nvPr/>
        </p:nvSpPr>
        <p:spPr>
          <a:xfrm>
            <a:off x="5356364" y="5470509"/>
            <a:ext cx="965329" cy="307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BB6C31D6-FCEC-7C72-119A-2EFBCA4BB52B}"/>
              </a:ext>
            </a:extLst>
          </p:cNvPr>
          <p:cNvGrpSpPr/>
          <p:nvPr/>
        </p:nvGrpSpPr>
        <p:grpSpPr>
          <a:xfrm>
            <a:off x="2862181" y="5502193"/>
            <a:ext cx="6034244" cy="413049"/>
            <a:chOff x="2223232" y="5433771"/>
            <a:chExt cx="6034244" cy="413049"/>
          </a:xfrm>
        </p:grpSpPr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A9AED7CA-F2B0-56B7-529D-AA9B85CE331E}"/>
                </a:ext>
              </a:extLst>
            </p:cNvPr>
            <p:cNvSpPr/>
            <p:nvPr/>
          </p:nvSpPr>
          <p:spPr>
            <a:xfrm>
              <a:off x="2223232" y="5743665"/>
              <a:ext cx="6034244" cy="1031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4FA96AE-9F8D-369D-01E0-5D1CCCA48A0E}"/>
                </a:ext>
              </a:extLst>
            </p:cNvPr>
            <p:cNvSpPr txBox="1"/>
            <p:nvPr/>
          </p:nvSpPr>
          <p:spPr>
            <a:xfrm>
              <a:off x="4732524" y="5433771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/>
                <a:t>보스 이름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64378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C490E-6191-EFA0-2F77-DB5119987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직사각형 362">
            <a:extLst>
              <a:ext uri="{FF2B5EF4-FFF2-40B4-BE49-F238E27FC236}">
                <a16:creationId xmlns:a16="http://schemas.microsoft.com/office/drawing/2014/main" id="{BAD3F53B-5248-726E-B499-608DE2CEC713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015D69D1-26BF-46C5-0B63-D13F784C5F7F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09" name="그룹 108">
            <a:extLst>
              <a:ext uri="{FF2B5EF4-FFF2-40B4-BE49-F238E27FC236}">
                <a16:creationId xmlns:a16="http://schemas.microsoft.com/office/drawing/2014/main" id="{A0E7B4B8-9841-7B73-1E62-D3A7396BF639}"/>
              </a:ext>
            </a:extLst>
          </p:cNvPr>
          <p:cNvGrpSpPr/>
          <p:nvPr/>
        </p:nvGrpSpPr>
        <p:grpSpPr>
          <a:xfrm>
            <a:off x="4683392" y="1160999"/>
            <a:ext cx="2825216" cy="3960000"/>
            <a:chOff x="1560000" y="1160999"/>
            <a:chExt cx="2825216" cy="3960000"/>
          </a:xfrm>
        </p:grpSpPr>
        <p:grpSp>
          <p:nvGrpSpPr>
            <p:cNvPr id="110" name="그룹 109">
              <a:extLst>
                <a:ext uri="{FF2B5EF4-FFF2-40B4-BE49-F238E27FC236}">
                  <a16:creationId xmlns:a16="http://schemas.microsoft.com/office/drawing/2014/main" id="{5E1E1231-6CE6-B6B0-B271-31E32A35ECAD}"/>
                </a:ext>
              </a:extLst>
            </p:cNvPr>
            <p:cNvGrpSpPr/>
            <p:nvPr/>
          </p:nvGrpSpPr>
          <p:grpSpPr>
            <a:xfrm>
              <a:off x="1560000" y="1160999"/>
              <a:ext cx="2825216" cy="3960000"/>
              <a:chOff x="1560000" y="1160999"/>
              <a:chExt cx="2825216" cy="3960000"/>
            </a:xfrm>
          </p:grpSpPr>
          <p:grpSp>
            <p:nvGrpSpPr>
              <p:cNvPr id="123" name="그룹 122">
                <a:extLst>
                  <a:ext uri="{FF2B5EF4-FFF2-40B4-BE49-F238E27FC236}">
                    <a16:creationId xmlns:a16="http://schemas.microsoft.com/office/drawing/2014/main" id="{8A790926-42F3-5BF9-A0A5-B182181A19A0}"/>
                  </a:ext>
                </a:extLst>
              </p:cNvPr>
              <p:cNvGrpSpPr/>
              <p:nvPr/>
            </p:nvGrpSpPr>
            <p:grpSpPr>
              <a:xfrm>
                <a:off x="1560000" y="1160999"/>
                <a:ext cx="2825216" cy="3960000"/>
                <a:chOff x="1560000" y="1160999"/>
                <a:chExt cx="2825216" cy="3960000"/>
              </a:xfrm>
            </p:grpSpPr>
            <p:sp>
              <p:nvSpPr>
                <p:cNvPr id="126" name="직사각형 125">
                  <a:extLst>
                    <a:ext uri="{FF2B5EF4-FFF2-40B4-BE49-F238E27FC236}">
                      <a16:creationId xmlns:a16="http://schemas.microsoft.com/office/drawing/2014/main" id="{F03C46B5-DD3D-EE2E-8946-8DE5A081CB59}"/>
                    </a:ext>
                  </a:extLst>
                </p:cNvPr>
                <p:cNvSpPr/>
                <p:nvPr/>
              </p:nvSpPr>
              <p:spPr>
                <a:xfrm>
                  <a:off x="1560000" y="2240999"/>
                  <a:ext cx="2825216" cy="1440000"/>
                </a:xfrm>
                <a:prstGeom prst="rect">
                  <a:avLst/>
                </a:prstGeom>
                <a:solidFill>
                  <a:srgbClr val="F8E8C8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127" name="직사각형 126">
                  <a:extLst>
                    <a:ext uri="{FF2B5EF4-FFF2-40B4-BE49-F238E27FC236}">
                      <a16:creationId xmlns:a16="http://schemas.microsoft.com/office/drawing/2014/main" id="{20B5D5A2-8066-3DE3-B9BD-1D1FF052332D}"/>
                    </a:ext>
                  </a:extLst>
                </p:cNvPr>
                <p:cNvSpPr/>
                <p:nvPr/>
              </p:nvSpPr>
              <p:spPr>
                <a:xfrm>
                  <a:off x="1560000" y="3680999"/>
                  <a:ext cx="2825216" cy="1440000"/>
                </a:xfrm>
                <a:prstGeom prst="rect">
                  <a:avLst/>
                </a:prstGeom>
                <a:solidFill>
                  <a:srgbClr val="F8E8C8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28" name="직사각형 127">
                  <a:extLst>
                    <a:ext uri="{FF2B5EF4-FFF2-40B4-BE49-F238E27FC236}">
                      <a16:creationId xmlns:a16="http://schemas.microsoft.com/office/drawing/2014/main" id="{99552F77-670A-83EC-498D-050EA3771103}"/>
                    </a:ext>
                  </a:extLst>
                </p:cNvPr>
                <p:cNvSpPr/>
                <p:nvPr/>
              </p:nvSpPr>
              <p:spPr>
                <a:xfrm>
                  <a:off x="1560000" y="1160999"/>
                  <a:ext cx="2825216" cy="1080000"/>
                </a:xfrm>
                <a:prstGeom prst="rect">
                  <a:avLst/>
                </a:prstGeom>
                <a:solidFill>
                  <a:srgbClr val="F8E8C8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AB2D43BC-493F-4AD8-2679-B0847CDCF883}"/>
                  </a:ext>
                </a:extLst>
              </p:cNvPr>
              <p:cNvSpPr txBox="1"/>
              <p:nvPr/>
            </p:nvSpPr>
            <p:spPr>
              <a:xfrm>
                <a:off x="2056333" y="1831638"/>
                <a:ext cx="183255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o-KR" altLang="en-US" sz="2400" dirty="0"/>
                  <a:t>피해량 증가</a:t>
                </a:r>
              </a:p>
            </p:txBody>
          </p:sp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0E661387-F6C9-2638-B9EB-51A87E1FADCB}"/>
                  </a:ext>
                </a:extLst>
              </p:cNvPr>
              <p:cNvSpPr txBox="1"/>
              <p:nvPr/>
            </p:nvSpPr>
            <p:spPr>
              <a:xfrm>
                <a:off x="2519785" y="2293303"/>
                <a:ext cx="965329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1100" b="1" dirty="0">
                    <a:solidFill>
                      <a:srgbClr val="42F8BB"/>
                    </a:solidFill>
                  </a:rPr>
                  <a:t>Uncommon</a:t>
                </a:r>
              </a:p>
            </p:txBody>
          </p:sp>
        </p:grpSp>
        <p:sp>
          <p:nvSpPr>
            <p:cNvPr id="111" name="직사각형 110">
              <a:extLst>
                <a:ext uri="{FF2B5EF4-FFF2-40B4-BE49-F238E27FC236}">
                  <a16:creationId xmlns:a16="http://schemas.microsoft.com/office/drawing/2014/main" id="{AC234DC0-3AA3-3A9A-4925-02B72705C7B0}"/>
                </a:ext>
              </a:extLst>
            </p:cNvPr>
            <p:cNvSpPr/>
            <p:nvPr/>
          </p:nvSpPr>
          <p:spPr>
            <a:xfrm>
              <a:off x="1560000" y="1160999"/>
              <a:ext cx="2825216" cy="3960000"/>
            </a:xfrm>
            <a:prstGeom prst="rect">
              <a:avLst/>
            </a:prstGeom>
            <a:noFill/>
            <a:ln w="38100">
              <a:solidFill>
                <a:srgbClr val="42F8B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사각형: 둥근 모서리 111">
              <a:extLst>
                <a:ext uri="{FF2B5EF4-FFF2-40B4-BE49-F238E27FC236}">
                  <a16:creationId xmlns:a16="http://schemas.microsoft.com/office/drawing/2014/main" id="{C0DC293B-3940-1C6F-5204-AC4C706314F3}"/>
                </a:ext>
              </a:extLst>
            </p:cNvPr>
            <p:cNvSpPr/>
            <p:nvPr/>
          </p:nvSpPr>
          <p:spPr>
            <a:xfrm>
              <a:off x="4149306" y="1199471"/>
              <a:ext cx="196120" cy="215261"/>
            </a:xfrm>
            <a:prstGeom prst="round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rgbClr val="FF0000"/>
                  </a:solidFill>
                </a:rPr>
                <a:t>i</a:t>
              </a:r>
              <a:endParaRPr lang="ko-KR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B2FE1CEF-E841-7002-EAC3-21D57ACCEF0B}"/>
                </a:ext>
              </a:extLst>
            </p:cNvPr>
            <p:cNvSpPr txBox="1"/>
            <p:nvPr/>
          </p:nvSpPr>
          <p:spPr>
            <a:xfrm>
              <a:off x="1690777" y="2758045"/>
              <a:ext cx="2562046" cy="31354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피해량 </a:t>
              </a:r>
              <a:r>
                <a:rPr lang="en-US" altLang="ko-KR" sz="1100" b="1" dirty="0"/>
                <a:t>5 % </a:t>
              </a:r>
              <a:r>
                <a:rPr lang="ko-KR" altLang="en-US" sz="1100" b="1" dirty="0"/>
                <a:t>증가</a:t>
              </a:r>
            </a:p>
          </p:txBody>
        </p:sp>
      </p:grpSp>
      <p:grpSp>
        <p:nvGrpSpPr>
          <p:cNvPr id="197" name="그룹 196">
            <a:extLst>
              <a:ext uri="{FF2B5EF4-FFF2-40B4-BE49-F238E27FC236}">
                <a16:creationId xmlns:a16="http://schemas.microsoft.com/office/drawing/2014/main" id="{3EADDEB0-675F-9BF9-30CD-6893346836E4}"/>
              </a:ext>
            </a:extLst>
          </p:cNvPr>
          <p:cNvGrpSpPr/>
          <p:nvPr/>
        </p:nvGrpSpPr>
        <p:grpSpPr>
          <a:xfrm>
            <a:off x="1560000" y="1160999"/>
            <a:ext cx="2825216" cy="3964082"/>
            <a:chOff x="1560000" y="1160999"/>
            <a:chExt cx="2825216" cy="3964082"/>
          </a:xfrm>
        </p:grpSpPr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BDBC955B-2B58-9F8F-17AF-AA939297C31C}"/>
                </a:ext>
              </a:extLst>
            </p:cNvPr>
            <p:cNvGrpSpPr/>
            <p:nvPr/>
          </p:nvGrpSpPr>
          <p:grpSpPr>
            <a:xfrm>
              <a:off x="1560000" y="1160999"/>
              <a:ext cx="2825216" cy="3964082"/>
              <a:chOff x="1560000" y="1160999"/>
              <a:chExt cx="2825216" cy="3964082"/>
            </a:xfrm>
          </p:grpSpPr>
          <p:sp>
            <p:nvSpPr>
              <p:cNvPr id="35" name="직사각형 34">
                <a:extLst>
                  <a:ext uri="{FF2B5EF4-FFF2-40B4-BE49-F238E27FC236}">
                    <a16:creationId xmlns:a16="http://schemas.microsoft.com/office/drawing/2014/main" id="{987A9C72-9FDA-5E4A-6DF6-C651F439839A}"/>
                  </a:ext>
                </a:extLst>
              </p:cNvPr>
              <p:cNvSpPr/>
              <p:nvPr/>
            </p:nvSpPr>
            <p:spPr>
              <a:xfrm>
                <a:off x="1560000" y="1160999"/>
                <a:ext cx="2825216" cy="3964082"/>
              </a:xfrm>
              <a:prstGeom prst="rect">
                <a:avLst/>
              </a:prstGeom>
              <a:solidFill>
                <a:srgbClr val="F8E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44AD303-1526-84B6-5688-FD7691E80665}"/>
                  </a:ext>
                </a:extLst>
              </p:cNvPr>
              <p:cNvSpPr txBox="1"/>
              <p:nvPr/>
            </p:nvSpPr>
            <p:spPr>
              <a:xfrm>
                <a:off x="2210220" y="1833128"/>
                <a:ext cx="152477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2400" dirty="0"/>
                  <a:t>불꽃 탄환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D973EAA-85B5-CD71-5271-067254050C09}"/>
                  </a:ext>
                </a:extLst>
              </p:cNvPr>
              <p:cNvSpPr txBox="1"/>
              <p:nvPr/>
            </p:nvSpPr>
            <p:spPr>
              <a:xfrm>
                <a:off x="2584520" y="2299051"/>
                <a:ext cx="776175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1100" b="1" dirty="0">
                    <a:solidFill>
                      <a:schemeClr val="bg2">
                        <a:lumMod val="50000"/>
                      </a:schemeClr>
                    </a:solidFill>
                  </a:rPr>
                  <a:t>common</a:t>
                </a:r>
              </a:p>
            </p:txBody>
          </p:sp>
        </p:grp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322B8D2B-1628-D0B3-9426-1FA0B4167EF9}"/>
                </a:ext>
              </a:extLst>
            </p:cNvPr>
            <p:cNvSpPr/>
            <p:nvPr/>
          </p:nvSpPr>
          <p:spPr>
            <a:xfrm>
              <a:off x="1560000" y="1160999"/>
              <a:ext cx="2825216" cy="3960000"/>
            </a:xfrm>
            <a:prstGeom prst="rect">
              <a:avLst/>
            </a:prstGeom>
            <a:noFill/>
            <a:ln w="38100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30F782B9-B0A7-1A64-7038-3EFB288F3C6E}"/>
                </a:ext>
              </a:extLst>
            </p:cNvPr>
            <p:cNvSpPr/>
            <p:nvPr/>
          </p:nvSpPr>
          <p:spPr>
            <a:xfrm>
              <a:off x="4149306" y="1199471"/>
              <a:ext cx="196120" cy="215261"/>
            </a:xfrm>
            <a:prstGeom prst="round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rgbClr val="FF0000"/>
                  </a:solidFill>
                </a:rPr>
                <a:t>i</a:t>
              </a:r>
              <a:endParaRPr lang="ko-KR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0011F512-365B-4ED3-2091-DA5D0003EC11}"/>
                </a:ext>
              </a:extLst>
            </p:cNvPr>
            <p:cNvSpPr txBox="1"/>
            <p:nvPr/>
          </p:nvSpPr>
          <p:spPr>
            <a:xfrm>
              <a:off x="1560000" y="4882177"/>
              <a:ext cx="2825216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</a:rPr>
                <a:t>사원의 열정은 불꽃과 같아서 금새 </a:t>
              </a:r>
              <a:r>
                <a:rPr lang="ko-KR" altLang="en-US" sz="700" dirty="0" err="1">
                  <a:solidFill>
                    <a:schemeClr val="bg1">
                      <a:lumMod val="75000"/>
                    </a:schemeClr>
                  </a:solidFill>
                </a:rPr>
                <a:t>사그라든다</a:t>
              </a:r>
              <a:r>
                <a:rPr lang="en-US" altLang="ko-KR" sz="700" dirty="0">
                  <a:solidFill>
                    <a:schemeClr val="bg1">
                      <a:lumMod val="75000"/>
                    </a:schemeClr>
                  </a:solidFill>
                </a:rPr>
                <a:t>.</a:t>
              </a:r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</a:rPr>
                <a:t> 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1A1F5060-DDA8-E0B0-4956-5B7D5C2F9739}"/>
                </a:ext>
              </a:extLst>
            </p:cNvPr>
            <p:cNvSpPr txBox="1"/>
            <p:nvPr/>
          </p:nvSpPr>
          <p:spPr>
            <a:xfrm>
              <a:off x="1690777" y="2993042"/>
              <a:ext cx="2562046" cy="5674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불꽃 탄환</a:t>
              </a:r>
              <a:r>
                <a:rPr lang="en-US" altLang="ko-KR" sz="1100" b="1" dirty="0"/>
                <a:t>(1*</a:t>
              </a:r>
              <a:r>
                <a:rPr lang="ko-KR" altLang="en-US" sz="1100" b="1" dirty="0"/>
                <a:t>피해량</a:t>
              </a:r>
              <a:r>
                <a:rPr lang="en-US" altLang="ko-KR" sz="1100" b="1" dirty="0"/>
                <a:t> 0.8)</a:t>
              </a:r>
              <a:r>
                <a:rPr lang="ko-KR" altLang="en-US" sz="1100" b="1" dirty="0"/>
                <a:t>으로 이루어진 탄환 </a:t>
              </a:r>
              <a:r>
                <a:rPr lang="en-US" altLang="ko-KR" sz="1100" b="1" dirty="0"/>
                <a:t>1</a:t>
              </a:r>
              <a:r>
                <a:rPr lang="ko-KR" altLang="en-US" sz="1100" b="1" dirty="0"/>
                <a:t>발을 적에게 쏜다</a:t>
              </a:r>
              <a:r>
                <a:rPr lang="en-US" altLang="ko-KR" sz="1100" b="1" dirty="0"/>
                <a:t>.</a:t>
              </a:r>
              <a:endParaRPr lang="ko-KR" altLang="en-US" sz="1100" b="1" dirty="0"/>
            </a:p>
          </p:txBody>
        </p:sp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EC91E0A5-5D81-3B16-DE2A-23CE874B54F9}"/>
                </a:ext>
              </a:extLst>
            </p:cNvPr>
            <p:cNvGrpSpPr/>
            <p:nvPr/>
          </p:nvGrpSpPr>
          <p:grpSpPr>
            <a:xfrm>
              <a:off x="1638555" y="2662227"/>
              <a:ext cx="881189" cy="287632"/>
              <a:chOff x="1625586" y="2309542"/>
              <a:chExt cx="881189" cy="287632"/>
            </a:xfrm>
          </p:grpSpPr>
          <p:sp>
            <p:nvSpPr>
              <p:cNvPr id="79" name="사각형: 둥근 모서리 78">
                <a:extLst>
                  <a:ext uri="{FF2B5EF4-FFF2-40B4-BE49-F238E27FC236}">
                    <a16:creationId xmlns:a16="http://schemas.microsoft.com/office/drawing/2014/main" id="{5C1DF7F9-0AE9-5A25-D565-FE68C5097691}"/>
                  </a:ext>
                </a:extLst>
              </p:cNvPr>
              <p:cNvSpPr/>
              <p:nvPr/>
            </p:nvSpPr>
            <p:spPr>
              <a:xfrm>
                <a:off x="1648306" y="2309542"/>
                <a:ext cx="858469" cy="287632"/>
              </a:xfrm>
              <a:prstGeom prst="roundRect">
                <a:avLst/>
              </a:prstGeom>
              <a:solidFill>
                <a:srgbClr val="FFFFC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0" name="사각형: 둥근 모서리 79">
                <a:extLst>
                  <a:ext uri="{FF2B5EF4-FFF2-40B4-BE49-F238E27FC236}">
                    <a16:creationId xmlns:a16="http://schemas.microsoft.com/office/drawing/2014/main" id="{62F2AF4F-E8B6-9AE2-6BD2-65F3DEE96EE0}"/>
                  </a:ext>
                </a:extLst>
              </p:cNvPr>
              <p:cNvSpPr/>
              <p:nvPr/>
            </p:nvSpPr>
            <p:spPr>
              <a:xfrm>
                <a:off x="2233565" y="2363358"/>
                <a:ext cx="180000" cy="18000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 dirty="0">
                    <a:solidFill>
                      <a:schemeClr val="tx1"/>
                    </a:solidFill>
                  </a:rPr>
                  <a:t>N</a:t>
                </a:r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0D30A25D-A88A-C400-97BC-E89D0660E2F1}"/>
                  </a:ext>
                </a:extLst>
              </p:cNvPr>
              <p:cNvSpPr txBox="1"/>
              <p:nvPr/>
            </p:nvSpPr>
            <p:spPr>
              <a:xfrm>
                <a:off x="1625586" y="2315142"/>
                <a:ext cx="68935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200" b="1" dirty="0"/>
                  <a:t>액티브</a:t>
                </a:r>
              </a:p>
            </p:txBody>
          </p:sp>
        </p:grpSp>
        <p:grpSp>
          <p:nvGrpSpPr>
            <p:cNvPr id="82" name="그룹 81">
              <a:extLst>
                <a:ext uri="{FF2B5EF4-FFF2-40B4-BE49-F238E27FC236}">
                  <a16:creationId xmlns:a16="http://schemas.microsoft.com/office/drawing/2014/main" id="{23F57CA4-EDC8-1622-CEF4-65B9F79303EB}"/>
                </a:ext>
              </a:extLst>
            </p:cNvPr>
            <p:cNvGrpSpPr/>
            <p:nvPr/>
          </p:nvGrpSpPr>
          <p:grpSpPr>
            <a:xfrm>
              <a:off x="1643317" y="3757402"/>
              <a:ext cx="689353" cy="287632"/>
              <a:chOff x="1630348" y="2309542"/>
              <a:chExt cx="689353" cy="287632"/>
            </a:xfrm>
          </p:grpSpPr>
          <p:sp>
            <p:nvSpPr>
              <p:cNvPr id="83" name="사각형: 둥근 모서리 82">
                <a:extLst>
                  <a:ext uri="{FF2B5EF4-FFF2-40B4-BE49-F238E27FC236}">
                    <a16:creationId xmlns:a16="http://schemas.microsoft.com/office/drawing/2014/main" id="{AF42C6E6-D8B0-921D-A98E-6EB7EE342056}"/>
                  </a:ext>
                </a:extLst>
              </p:cNvPr>
              <p:cNvSpPr/>
              <p:nvPr/>
            </p:nvSpPr>
            <p:spPr>
              <a:xfrm>
                <a:off x="1648306" y="2309542"/>
                <a:ext cx="666633" cy="287632"/>
              </a:xfrm>
              <a:prstGeom prst="roundRect">
                <a:avLst/>
              </a:prstGeom>
              <a:solidFill>
                <a:srgbClr val="FFFFC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6D556F91-DC20-47A3-96DD-A87EB2C23E81}"/>
                  </a:ext>
                </a:extLst>
              </p:cNvPr>
              <p:cNvSpPr txBox="1"/>
              <p:nvPr/>
            </p:nvSpPr>
            <p:spPr>
              <a:xfrm>
                <a:off x="1630348" y="2315142"/>
                <a:ext cx="68935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200" b="1" dirty="0"/>
                  <a:t>패시브</a:t>
                </a:r>
              </a:p>
            </p:txBody>
          </p:sp>
        </p:grp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8EEE6842-CABA-1804-775E-DCB3840E5D8D}"/>
                </a:ext>
              </a:extLst>
            </p:cNvPr>
            <p:cNvSpPr txBox="1"/>
            <p:nvPr/>
          </p:nvSpPr>
          <p:spPr>
            <a:xfrm>
              <a:off x="1690777" y="4093706"/>
              <a:ext cx="2562046" cy="8213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불꽃 탄환</a:t>
              </a:r>
              <a:r>
                <a:rPr lang="en-US" altLang="ko-KR" sz="1100" b="1" dirty="0"/>
                <a:t>(1*</a:t>
              </a:r>
              <a:r>
                <a:rPr lang="ko-KR" altLang="en-US" sz="1100" b="1" dirty="0"/>
                <a:t>피해량</a:t>
              </a:r>
              <a:r>
                <a:rPr lang="en-US" altLang="ko-KR" sz="1100" b="1" dirty="0"/>
                <a:t> 0.2)</a:t>
              </a:r>
              <a:r>
                <a:rPr lang="ko-KR" altLang="en-US" sz="1100" b="1" dirty="0"/>
                <a:t>으로 이루어진 탄환 </a:t>
              </a:r>
              <a:r>
                <a:rPr lang="en-US" altLang="ko-KR" sz="1100" b="1" dirty="0"/>
                <a:t>1</a:t>
              </a:r>
              <a:r>
                <a:rPr lang="ko-KR" altLang="en-US" sz="1100" b="1" dirty="0"/>
                <a:t>발을 적에게 </a:t>
              </a:r>
              <a:r>
                <a:rPr lang="en-US" altLang="ko-KR" sz="1100" b="1" dirty="0"/>
                <a:t>4</a:t>
              </a:r>
              <a:r>
                <a:rPr lang="ko-KR" altLang="en-US" sz="1100" b="1" dirty="0"/>
                <a:t>초에 한 번 쏜다</a:t>
              </a:r>
              <a:r>
                <a:rPr lang="en-US" altLang="ko-KR" sz="1100" b="1" dirty="0"/>
                <a:t>.</a:t>
              </a:r>
              <a:endParaRPr lang="ko-KR" altLang="en-US" sz="1100" b="1" dirty="0"/>
            </a:p>
          </p:txBody>
        </p:sp>
        <p:sp>
          <p:nvSpPr>
            <p:cNvPr id="193" name="사각형: 둥근 모서리 192">
              <a:extLst>
                <a:ext uri="{FF2B5EF4-FFF2-40B4-BE49-F238E27FC236}">
                  <a16:creationId xmlns:a16="http://schemas.microsoft.com/office/drawing/2014/main" id="{CAFCF588-1DDC-ABB1-E6BA-1B3AF8BA6B28}"/>
                </a:ext>
              </a:extLst>
            </p:cNvPr>
            <p:cNvSpPr/>
            <p:nvPr/>
          </p:nvSpPr>
          <p:spPr>
            <a:xfrm>
              <a:off x="2701800" y="12309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364" name="그룹 363">
            <a:extLst>
              <a:ext uri="{FF2B5EF4-FFF2-40B4-BE49-F238E27FC236}">
                <a16:creationId xmlns:a16="http://schemas.microsoft.com/office/drawing/2014/main" id="{F37082E8-9BFB-1EBB-1C66-37048B8D69E0}"/>
              </a:ext>
            </a:extLst>
          </p:cNvPr>
          <p:cNvGrpSpPr/>
          <p:nvPr/>
        </p:nvGrpSpPr>
        <p:grpSpPr>
          <a:xfrm>
            <a:off x="7866468" y="1160999"/>
            <a:ext cx="2825216" cy="3964082"/>
            <a:chOff x="7866468" y="1160999"/>
            <a:chExt cx="2825216" cy="3964082"/>
          </a:xfrm>
        </p:grpSpPr>
        <p:grpSp>
          <p:nvGrpSpPr>
            <p:cNvPr id="320" name="그룹 319">
              <a:extLst>
                <a:ext uri="{FF2B5EF4-FFF2-40B4-BE49-F238E27FC236}">
                  <a16:creationId xmlns:a16="http://schemas.microsoft.com/office/drawing/2014/main" id="{8F5C9B19-3B8D-6B3C-B574-8748BE42EB70}"/>
                </a:ext>
              </a:extLst>
            </p:cNvPr>
            <p:cNvGrpSpPr/>
            <p:nvPr/>
          </p:nvGrpSpPr>
          <p:grpSpPr>
            <a:xfrm>
              <a:off x="7866468" y="1160999"/>
              <a:ext cx="2825216" cy="3964082"/>
              <a:chOff x="1560000" y="1160999"/>
              <a:chExt cx="2825216" cy="3964082"/>
            </a:xfrm>
          </p:grpSpPr>
          <p:grpSp>
            <p:nvGrpSpPr>
              <p:cNvPr id="321" name="그룹 320">
                <a:extLst>
                  <a:ext uri="{FF2B5EF4-FFF2-40B4-BE49-F238E27FC236}">
                    <a16:creationId xmlns:a16="http://schemas.microsoft.com/office/drawing/2014/main" id="{288E0267-F554-9FE7-0DA0-8AB1D9F7B442}"/>
                  </a:ext>
                </a:extLst>
              </p:cNvPr>
              <p:cNvGrpSpPr/>
              <p:nvPr/>
            </p:nvGrpSpPr>
            <p:grpSpPr>
              <a:xfrm>
                <a:off x="1560000" y="1160999"/>
                <a:ext cx="2825216" cy="3964082"/>
                <a:chOff x="1560000" y="1160999"/>
                <a:chExt cx="2825216" cy="3964082"/>
              </a:xfrm>
            </p:grpSpPr>
            <p:sp>
              <p:nvSpPr>
                <p:cNvPr id="335" name="직사각형 334">
                  <a:extLst>
                    <a:ext uri="{FF2B5EF4-FFF2-40B4-BE49-F238E27FC236}">
                      <a16:creationId xmlns:a16="http://schemas.microsoft.com/office/drawing/2014/main" id="{B1D5F970-78A0-4B4D-6D68-D3E6CB8CEA5F}"/>
                    </a:ext>
                  </a:extLst>
                </p:cNvPr>
                <p:cNvSpPr/>
                <p:nvPr/>
              </p:nvSpPr>
              <p:spPr>
                <a:xfrm>
                  <a:off x="1560000" y="1160999"/>
                  <a:ext cx="2825216" cy="3964082"/>
                </a:xfrm>
                <a:prstGeom prst="rect">
                  <a:avLst/>
                </a:prstGeom>
                <a:solidFill>
                  <a:srgbClr val="F8E8C8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336" name="TextBox 335">
                  <a:extLst>
                    <a:ext uri="{FF2B5EF4-FFF2-40B4-BE49-F238E27FC236}">
                      <a16:creationId xmlns:a16="http://schemas.microsoft.com/office/drawing/2014/main" id="{8E5620E1-174F-5E22-5849-596CA3AFCF2C}"/>
                    </a:ext>
                  </a:extLst>
                </p:cNvPr>
                <p:cNvSpPr txBox="1"/>
                <p:nvPr/>
              </p:nvSpPr>
              <p:spPr>
                <a:xfrm>
                  <a:off x="2210222" y="1833128"/>
                  <a:ext cx="1524776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ko-KR" altLang="en-US" sz="2400" dirty="0"/>
                    <a:t>화염 심장</a:t>
                  </a:r>
                </a:p>
              </p:txBody>
            </p:sp>
            <p:sp>
              <p:nvSpPr>
                <p:cNvPr id="337" name="TextBox 336">
                  <a:extLst>
                    <a:ext uri="{FF2B5EF4-FFF2-40B4-BE49-F238E27FC236}">
                      <a16:creationId xmlns:a16="http://schemas.microsoft.com/office/drawing/2014/main" id="{A0C6D845-1998-FD00-5A4C-E7D56D473D7C}"/>
                    </a:ext>
                  </a:extLst>
                </p:cNvPr>
                <p:cNvSpPr txBox="1"/>
                <p:nvPr/>
              </p:nvSpPr>
              <p:spPr>
                <a:xfrm>
                  <a:off x="2728790" y="2293303"/>
                  <a:ext cx="48763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altLang="ko-KR" sz="1100" b="1" dirty="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</a:rPr>
                    <a:t>Rare</a:t>
                  </a:r>
                </a:p>
              </p:txBody>
            </p:sp>
          </p:grpSp>
          <p:sp>
            <p:nvSpPr>
              <p:cNvPr id="322" name="직사각형 321">
                <a:extLst>
                  <a:ext uri="{FF2B5EF4-FFF2-40B4-BE49-F238E27FC236}">
                    <a16:creationId xmlns:a16="http://schemas.microsoft.com/office/drawing/2014/main" id="{326A78B3-3455-EBC2-0F2E-F080E3A1B3A5}"/>
                  </a:ext>
                </a:extLst>
              </p:cNvPr>
              <p:cNvSpPr/>
              <p:nvPr/>
            </p:nvSpPr>
            <p:spPr>
              <a:xfrm>
                <a:off x="1560000" y="1160999"/>
                <a:ext cx="2825216" cy="3960000"/>
              </a:xfrm>
              <a:prstGeom prst="rect">
                <a:avLst/>
              </a:prstGeom>
              <a:noFill/>
              <a:ln w="3810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23" name="사각형: 둥근 모서리 322">
                <a:extLst>
                  <a:ext uri="{FF2B5EF4-FFF2-40B4-BE49-F238E27FC236}">
                    <a16:creationId xmlns:a16="http://schemas.microsoft.com/office/drawing/2014/main" id="{47492FEE-BFD8-2682-FCDD-80798F0A20FC}"/>
                  </a:ext>
                </a:extLst>
              </p:cNvPr>
              <p:cNvSpPr/>
              <p:nvPr/>
            </p:nvSpPr>
            <p:spPr>
              <a:xfrm>
                <a:off x="4149306" y="1199471"/>
                <a:ext cx="196120" cy="215261"/>
              </a:xfrm>
              <a:prstGeom prst="round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 dirty="0">
                    <a:solidFill>
                      <a:srgbClr val="FF0000"/>
                    </a:solidFill>
                  </a:rPr>
                  <a:t>i</a:t>
                </a:r>
                <a:endParaRPr lang="ko-KR" altLang="en-US" sz="1400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324" name="TextBox 323">
                <a:extLst>
                  <a:ext uri="{FF2B5EF4-FFF2-40B4-BE49-F238E27FC236}">
                    <a16:creationId xmlns:a16="http://schemas.microsoft.com/office/drawing/2014/main" id="{00CD3150-C542-93E2-1529-7C0C5A9024DA}"/>
                  </a:ext>
                </a:extLst>
              </p:cNvPr>
              <p:cNvSpPr txBox="1"/>
              <p:nvPr/>
            </p:nvSpPr>
            <p:spPr>
              <a:xfrm>
                <a:off x="1560000" y="4882177"/>
                <a:ext cx="2825216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ko-KR" altLang="en-US" sz="700" dirty="0">
                    <a:solidFill>
                      <a:schemeClr val="bg1">
                        <a:lumMod val="75000"/>
                      </a:schemeClr>
                    </a:solidFill>
                  </a:rPr>
                  <a:t>불사조 관련 내용</a:t>
                </a:r>
              </a:p>
            </p:txBody>
          </p:sp>
          <p:sp>
            <p:nvSpPr>
              <p:cNvPr id="329" name="사각형: 둥근 모서리 328">
                <a:extLst>
                  <a:ext uri="{FF2B5EF4-FFF2-40B4-BE49-F238E27FC236}">
                    <a16:creationId xmlns:a16="http://schemas.microsoft.com/office/drawing/2014/main" id="{C52932A0-0CAF-FE64-75F4-24CC61437682}"/>
                  </a:ext>
                </a:extLst>
              </p:cNvPr>
              <p:cNvSpPr/>
              <p:nvPr/>
            </p:nvSpPr>
            <p:spPr>
              <a:xfrm>
                <a:off x="2701800" y="1230991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342" name="TextBox 341">
              <a:extLst>
                <a:ext uri="{FF2B5EF4-FFF2-40B4-BE49-F238E27FC236}">
                  <a16:creationId xmlns:a16="http://schemas.microsoft.com/office/drawing/2014/main" id="{73CF2EF4-8781-E67B-4630-4A8D12245B35}"/>
                </a:ext>
              </a:extLst>
            </p:cNvPr>
            <p:cNvSpPr txBox="1"/>
            <p:nvPr/>
          </p:nvSpPr>
          <p:spPr>
            <a:xfrm>
              <a:off x="7997245" y="2814292"/>
              <a:ext cx="2562046" cy="31354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화염 속성 피해량 </a:t>
              </a:r>
              <a:r>
                <a:rPr lang="en-US" altLang="ko-KR" sz="1100" b="1" dirty="0"/>
                <a:t>30% </a:t>
              </a:r>
              <a:r>
                <a:rPr lang="ko-KR" altLang="en-US" sz="1100" b="1" dirty="0"/>
                <a:t>증가</a:t>
              </a:r>
            </a:p>
          </p:txBody>
        </p:sp>
      </p:grpSp>
      <p:grpSp>
        <p:nvGrpSpPr>
          <p:cNvPr id="345" name="그룹 344">
            <a:extLst>
              <a:ext uri="{FF2B5EF4-FFF2-40B4-BE49-F238E27FC236}">
                <a16:creationId xmlns:a16="http://schemas.microsoft.com/office/drawing/2014/main" id="{111840EC-162B-BBC5-08CB-ACCF90FFFBF0}"/>
              </a:ext>
            </a:extLst>
          </p:cNvPr>
          <p:cNvGrpSpPr/>
          <p:nvPr/>
        </p:nvGrpSpPr>
        <p:grpSpPr>
          <a:xfrm>
            <a:off x="2756608" y="5243519"/>
            <a:ext cx="432000" cy="432000"/>
            <a:chOff x="2756608" y="5243519"/>
            <a:chExt cx="432000" cy="432000"/>
          </a:xfrm>
        </p:grpSpPr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44FC11E7-31E8-AB3E-D3D6-1161221BA64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756608" y="5243519"/>
              <a:ext cx="432000" cy="432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44" name="그림 343">
              <a:extLst>
                <a:ext uri="{FF2B5EF4-FFF2-40B4-BE49-F238E27FC236}">
                  <a16:creationId xmlns:a16="http://schemas.microsoft.com/office/drawing/2014/main" id="{8DD2A218-3DE5-A375-136D-0D68CA77F4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1800" y="5285400"/>
              <a:ext cx="360000" cy="360000"/>
            </a:xfrm>
            <a:prstGeom prst="rect">
              <a:avLst/>
            </a:prstGeom>
          </p:spPr>
        </p:pic>
      </p:grpSp>
      <p:grpSp>
        <p:nvGrpSpPr>
          <p:cNvPr id="352" name="그룹 351">
            <a:extLst>
              <a:ext uri="{FF2B5EF4-FFF2-40B4-BE49-F238E27FC236}">
                <a16:creationId xmlns:a16="http://schemas.microsoft.com/office/drawing/2014/main" id="{D4B692A5-1B1E-2409-613A-AC2BD65E3C24}"/>
              </a:ext>
            </a:extLst>
          </p:cNvPr>
          <p:cNvGrpSpPr/>
          <p:nvPr/>
        </p:nvGrpSpPr>
        <p:grpSpPr>
          <a:xfrm>
            <a:off x="5880000" y="5243519"/>
            <a:ext cx="432000" cy="432000"/>
            <a:chOff x="2756608" y="5243519"/>
            <a:chExt cx="432000" cy="432000"/>
          </a:xfrm>
        </p:grpSpPr>
        <p:sp>
          <p:nvSpPr>
            <p:cNvPr id="353" name="타원 352">
              <a:extLst>
                <a:ext uri="{FF2B5EF4-FFF2-40B4-BE49-F238E27FC236}">
                  <a16:creationId xmlns:a16="http://schemas.microsoft.com/office/drawing/2014/main" id="{FE5BE273-F6DC-FDA6-9DF4-C0F08571A8D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756608" y="5243519"/>
              <a:ext cx="432000" cy="432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54" name="그림 353">
              <a:extLst>
                <a:ext uri="{FF2B5EF4-FFF2-40B4-BE49-F238E27FC236}">
                  <a16:creationId xmlns:a16="http://schemas.microsoft.com/office/drawing/2014/main" id="{116183AA-0E81-BA1B-B210-5CDB225242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1800" y="5285400"/>
              <a:ext cx="360000" cy="360000"/>
            </a:xfrm>
            <a:prstGeom prst="rect">
              <a:avLst/>
            </a:prstGeom>
          </p:spPr>
        </p:pic>
      </p:grpSp>
      <p:grpSp>
        <p:nvGrpSpPr>
          <p:cNvPr id="355" name="그룹 354">
            <a:extLst>
              <a:ext uri="{FF2B5EF4-FFF2-40B4-BE49-F238E27FC236}">
                <a16:creationId xmlns:a16="http://schemas.microsoft.com/office/drawing/2014/main" id="{E5B208DA-177E-8AB1-14CA-FB0FE1FD5052}"/>
              </a:ext>
            </a:extLst>
          </p:cNvPr>
          <p:cNvGrpSpPr/>
          <p:nvPr/>
        </p:nvGrpSpPr>
        <p:grpSpPr>
          <a:xfrm>
            <a:off x="9003392" y="5243519"/>
            <a:ext cx="432000" cy="432000"/>
            <a:chOff x="2756608" y="5243519"/>
            <a:chExt cx="432000" cy="432000"/>
          </a:xfrm>
        </p:grpSpPr>
        <p:sp>
          <p:nvSpPr>
            <p:cNvPr id="356" name="타원 355">
              <a:extLst>
                <a:ext uri="{FF2B5EF4-FFF2-40B4-BE49-F238E27FC236}">
                  <a16:creationId xmlns:a16="http://schemas.microsoft.com/office/drawing/2014/main" id="{70FFBB6E-D909-ADDA-576D-4F7BDA5BF18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756608" y="5243519"/>
              <a:ext cx="432000" cy="432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57" name="그림 356">
              <a:extLst>
                <a:ext uri="{FF2B5EF4-FFF2-40B4-BE49-F238E27FC236}">
                  <a16:creationId xmlns:a16="http://schemas.microsoft.com/office/drawing/2014/main" id="{0C0AEB5A-1509-1BB4-2CF5-C250156D7D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1800" y="5285400"/>
              <a:ext cx="360000" cy="360000"/>
            </a:xfrm>
            <a:prstGeom prst="rect">
              <a:avLst/>
            </a:prstGeom>
          </p:spPr>
        </p:pic>
      </p:grpSp>
      <p:grpSp>
        <p:nvGrpSpPr>
          <p:cNvPr id="358" name="그룹 357">
            <a:extLst>
              <a:ext uri="{FF2B5EF4-FFF2-40B4-BE49-F238E27FC236}">
                <a16:creationId xmlns:a16="http://schemas.microsoft.com/office/drawing/2014/main" id="{AA7F2D63-5E58-558E-C639-82353D0552B0}"/>
              </a:ext>
            </a:extLst>
          </p:cNvPr>
          <p:cNvGrpSpPr/>
          <p:nvPr/>
        </p:nvGrpSpPr>
        <p:grpSpPr>
          <a:xfrm>
            <a:off x="10167774" y="5837743"/>
            <a:ext cx="288000" cy="288000"/>
            <a:chOff x="2756608" y="5243519"/>
            <a:chExt cx="432000" cy="432000"/>
          </a:xfrm>
        </p:grpSpPr>
        <p:sp>
          <p:nvSpPr>
            <p:cNvPr id="359" name="타원 358">
              <a:extLst>
                <a:ext uri="{FF2B5EF4-FFF2-40B4-BE49-F238E27FC236}">
                  <a16:creationId xmlns:a16="http://schemas.microsoft.com/office/drawing/2014/main" id="{9D89DAB2-66D5-97AD-71D9-97403F80744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756608" y="5243519"/>
              <a:ext cx="432000" cy="432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60" name="그림 359">
              <a:extLst>
                <a:ext uri="{FF2B5EF4-FFF2-40B4-BE49-F238E27FC236}">
                  <a16:creationId xmlns:a16="http://schemas.microsoft.com/office/drawing/2014/main" id="{87782F9C-670A-CC79-E5B2-6C39882D40C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1800" y="5285400"/>
              <a:ext cx="360000" cy="360000"/>
            </a:xfrm>
            <a:prstGeom prst="rect">
              <a:avLst/>
            </a:prstGeom>
          </p:spPr>
        </p:pic>
      </p:grpSp>
      <p:sp>
        <p:nvSpPr>
          <p:cNvPr id="361" name="TextBox 360">
            <a:extLst>
              <a:ext uri="{FF2B5EF4-FFF2-40B4-BE49-F238E27FC236}">
                <a16:creationId xmlns:a16="http://schemas.microsoft.com/office/drawing/2014/main" id="{B7529E9A-298C-A3AF-6809-AEF4CBF0C054}"/>
              </a:ext>
            </a:extLst>
          </p:cNvPr>
          <p:cNvSpPr txBox="1"/>
          <p:nvPr/>
        </p:nvSpPr>
        <p:spPr>
          <a:xfrm>
            <a:off x="10479715" y="5797077"/>
            <a:ext cx="6832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X 10</a:t>
            </a:r>
            <a:endParaRPr lang="ko-KR" alt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1BA497-F7EC-89BC-DB64-289EEC7D88D6}"/>
              </a:ext>
            </a:extLst>
          </p:cNvPr>
          <p:cNvSpPr txBox="1"/>
          <p:nvPr/>
        </p:nvSpPr>
        <p:spPr>
          <a:xfrm>
            <a:off x="912000" y="67859"/>
            <a:ext cx="35397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 err="1"/>
              <a:t>인게임</a:t>
            </a:r>
            <a:r>
              <a:rPr lang="ko-KR" altLang="en-US" dirty="0"/>
              <a:t> 스킬 및 증강 선택</a:t>
            </a:r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7DEC902-7A06-978D-EEDB-E7B45DD07463}"/>
              </a:ext>
            </a:extLst>
          </p:cNvPr>
          <p:cNvSpPr/>
          <p:nvPr/>
        </p:nvSpPr>
        <p:spPr>
          <a:xfrm>
            <a:off x="4814169" y="182879"/>
            <a:ext cx="2458529" cy="61811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5299C3-751E-67A6-3556-1E96B1E97ED7}"/>
              </a:ext>
            </a:extLst>
          </p:cNvPr>
          <p:cNvSpPr txBox="1"/>
          <p:nvPr/>
        </p:nvSpPr>
        <p:spPr>
          <a:xfrm>
            <a:off x="5563974" y="302298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레벨 업</a:t>
            </a:r>
          </a:p>
        </p:txBody>
      </p:sp>
    </p:spTree>
    <p:extLst>
      <p:ext uri="{BB962C8B-B14F-4D97-AF65-F5344CB8AC3E}">
        <p14:creationId xmlns:p14="http://schemas.microsoft.com/office/powerpoint/2010/main" val="26149398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76274-34F4-BAC1-9A27-E7441F7E0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직사각형 362">
            <a:extLst>
              <a:ext uri="{FF2B5EF4-FFF2-40B4-BE49-F238E27FC236}">
                <a16:creationId xmlns:a16="http://schemas.microsoft.com/office/drawing/2014/main" id="{C708FB0D-08EF-A257-650B-45576FA6A92A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238215B0-379E-1CD7-6879-6C1F5905CECF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09" name="그룹 108">
            <a:extLst>
              <a:ext uri="{FF2B5EF4-FFF2-40B4-BE49-F238E27FC236}">
                <a16:creationId xmlns:a16="http://schemas.microsoft.com/office/drawing/2014/main" id="{F106FA3D-BD39-484A-6385-031097E681EA}"/>
              </a:ext>
            </a:extLst>
          </p:cNvPr>
          <p:cNvGrpSpPr/>
          <p:nvPr/>
        </p:nvGrpSpPr>
        <p:grpSpPr>
          <a:xfrm>
            <a:off x="4683392" y="1160999"/>
            <a:ext cx="2825216" cy="3960000"/>
            <a:chOff x="1560000" y="1160999"/>
            <a:chExt cx="2825216" cy="3960000"/>
          </a:xfrm>
        </p:grpSpPr>
        <p:grpSp>
          <p:nvGrpSpPr>
            <p:cNvPr id="110" name="그룹 109">
              <a:extLst>
                <a:ext uri="{FF2B5EF4-FFF2-40B4-BE49-F238E27FC236}">
                  <a16:creationId xmlns:a16="http://schemas.microsoft.com/office/drawing/2014/main" id="{5D509268-1028-AB0A-DB8C-37FB66F0939F}"/>
                </a:ext>
              </a:extLst>
            </p:cNvPr>
            <p:cNvGrpSpPr/>
            <p:nvPr/>
          </p:nvGrpSpPr>
          <p:grpSpPr>
            <a:xfrm>
              <a:off x="1560000" y="1160999"/>
              <a:ext cx="2825216" cy="3960000"/>
              <a:chOff x="1560000" y="1160999"/>
              <a:chExt cx="2825216" cy="3960000"/>
            </a:xfrm>
          </p:grpSpPr>
          <p:grpSp>
            <p:nvGrpSpPr>
              <p:cNvPr id="123" name="그룹 122">
                <a:extLst>
                  <a:ext uri="{FF2B5EF4-FFF2-40B4-BE49-F238E27FC236}">
                    <a16:creationId xmlns:a16="http://schemas.microsoft.com/office/drawing/2014/main" id="{B0B3ACCA-2557-5F01-C063-F47894131E6D}"/>
                  </a:ext>
                </a:extLst>
              </p:cNvPr>
              <p:cNvGrpSpPr/>
              <p:nvPr/>
            </p:nvGrpSpPr>
            <p:grpSpPr>
              <a:xfrm>
                <a:off x="1560000" y="1160999"/>
                <a:ext cx="2825216" cy="3960000"/>
                <a:chOff x="1560000" y="1160999"/>
                <a:chExt cx="2825216" cy="3960000"/>
              </a:xfrm>
            </p:grpSpPr>
            <p:sp>
              <p:nvSpPr>
                <p:cNvPr id="126" name="직사각형 125">
                  <a:extLst>
                    <a:ext uri="{FF2B5EF4-FFF2-40B4-BE49-F238E27FC236}">
                      <a16:creationId xmlns:a16="http://schemas.microsoft.com/office/drawing/2014/main" id="{8E2F1505-B332-F5B3-8805-FCF0A763033C}"/>
                    </a:ext>
                  </a:extLst>
                </p:cNvPr>
                <p:cNvSpPr/>
                <p:nvPr/>
              </p:nvSpPr>
              <p:spPr>
                <a:xfrm>
                  <a:off x="1560000" y="2240999"/>
                  <a:ext cx="2825216" cy="1440000"/>
                </a:xfrm>
                <a:prstGeom prst="rect">
                  <a:avLst/>
                </a:prstGeom>
                <a:solidFill>
                  <a:srgbClr val="F8E8C8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127" name="직사각형 126">
                  <a:extLst>
                    <a:ext uri="{FF2B5EF4-FFF2-40B4-BE49-F238E27FC236}">
                      <a16:creationId xmlns:a16="http://schemas.microsoft.com/office/drawing/2014/main" id="{EF2D68A6-08AF-08F5-A850-015D4F2CD1FC}"/>
                    </a:ext>
                  </a:extLst>
                </p:cNvPr>
                <p:cNvSpPr/>
                <p:nvPr/>
              </p:nvSpPr>
              <p:spPr>
                <a:xfrm>
                  <a:off x="1560000" y="3680999"/>
                  <a:ext cx="2825216" cy="1440000"/>
                </a:xfrm>
                <a:prstGeom prst="rect">
                  <a:avLst/>
                </a:prstGeom>
                <a:solidFill>
                  <a:srgbClr val="F8E8C8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28" name="직사각형 127">
                  <a:extLst>
                    <a:ext uri="{FF2B5EF4-FFF2-40B4-BE49-F238E27FC236}">
                      <a16:creationId xmlns:a16="http://schemas.microsoft.com/office/drawing/2014/main" id="{7C94EED8-CD4A-6265-93E6-81AE2C54965B}"/>
                    </a:ext>
                  </a:extLst>
                </p:cNvPr>
                <p:cNvSpPr/>
                <p:nvPr/>
              </p:nvSpPr>
              <p:spPr>
                <a:xfrm>
                  <a:off x="1560000" y="1160999"/>
                  <a:ext cx="2825216" cy="1080000"/>
                </a:xfrm>
                <a:prstGeom prst="rect">
                  <a:avLst/>
                </a:prstGeom>
                <a:solidFill>
                  <a:srgbClr val="F8E8C8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5CDC6DC2-1EA0-5F8B-964B-2322443151A6}"/>
                  </a:ext>
                </a:extLst>
              </p:cNvPr>
              <p:cNvSpPr txBox="1"/>
              <p:nvPr/>
            </p:nvSpPr>
            <p:spPr>
              <a:xfrm>
                <a:off x="2056333" y="1831638"/>
                <a:ext cx="183255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o-KR" altLang="en-US" sz="2400" dirty="0"/>
                  <a:t>피해량 증가</a:t>
                </a:r>
              </a:p>
            </p:txBody>
          </p:sp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7B76E73A-C634-2F34-F91A-13F5814B8D88}"/>
                  </a:ext>
                </a:extLst>
              </p:cNvPr>
              <p:cNvSpPr txBox="1"/>
              <p:nvPr/>
            </p:nvSpPr>
            <p:spPr>
              <a:xfrm>
                <a:off x="2519785" y="2293303"/>
                <a:ext cx="965329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1100" b="1" dirty="0">
                    <a:solidFill>
                      <a:srgbClr val="42F8BB"/>
                    </a:solidFill>
                  </a:rPr>
                  <a:t>Uncommon</a:t>
                </a:r>
              </a:p>
            </p:txBody>
          </p:sp>
        </p:grpSp>
        <p:sp>
          <p:nvSpPr>
            <p:cNvPr id="111" name="직사각형 110">
              <a:extLst>
                <a:ext uri="{FF2B5EF4-FFF2-40B4-BE49-F238E27FC236}">
                  <a16:creationId xmlns:a16="http://schemas.microsoft.com/office/drawing/2014/main" id="{C685527C-3048-4A75-B273-EF2C5D1FE4BD}"/>
                </a:ext>
              </a:extLst>
            </p:cNvPr>
            <p:cNvSpPr/>
            <p:nvPr/>
          </p:nvSpPr>
          <p:spPr>
            <a:xfrm>
              <a:off x="1560000" y="1160999"/>
              <a:ext cx="2825216" cy="3960000"/>
            </a:xfrm>
            <a:prstGeom prst="rect">
              <a:avLst/>
            </a:prstGeom>
            <a:noFill/>
            <a:ln w="38100">
              <a:solidFill>
                <a:srgbClr val="42F8B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사각형: 둥근 모서리 111">
              <a:extLst>
                <a:ext uri="{FF2B5EF4-FFF2-40B4-BE49-F238E27FC236}">
                  <a16:creationId xmlns:a16="http://schemas.microsoft.com/office/drawing/2014/main" id="{CCFD873A-832B-34FD-726A-188C13652D9D}"/>
                </a:ext>
              </a:extLst>
            </p:cNvPr>
            <p:cNvSpPr/>
            <p:nvPr/>
          </p:nvSpPr>
          <p:spPr>
            <a:xfrm>
              <a:off x="4149306" y="1199471"/>
              <a:ext cx="196120" cy="215261"/>
            </a:xfrm>
            <a:prstGeom prst="round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rgbClr val="FF0000"/>
                  </a:solidFill>
                </a:rPr>
                <a:t>i</a:t>
              </a:r>
              <a:endParaRPr lang="ko-KR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B0FA8A3C-BAD9-F1EE-7AB7-B0E192D4B81D}"/>
                </a:ext>
              </a:extLst>
            </p:cNvPr>
            <p:cNvSpPr txBox="1"/>
            <p:nvPr/>
          </p:nvSpPr>
          <p:spPr>
            <a:xfrm>
              <a:off x="1690777" y="2758045"/>
              <a:ext cx="2562046" cy="31354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피해량 </a:t>
              </a:r>
              <a:r>
                <a:rPr lang="en-US" altLang="ko-KR" sz="1100" b="1" dirty="0"/>
                <a:t>5 % </a:t>
              </a:r>
              <a:r>
                <a:rPr lang="ko-KR" altLang="en-US" sz="1100" b="1" dirty="0"/>
                <a:t>증가</a:t>
              </a:r>
            </a:p>
          </p:txBody>
        </p:sp>
      </p:grpSp>
      <p:grpSp>
        <p:nvGrpSpPr>
          <p:cNvPr id="197" name="그룹 196">
            <a:extLst>
              <a:ext uri="{FF2B5EF4-FFF2-40B4-BE49-F238E27FC236}">
                <a16:creationId xmlns:a16="http://schemas.microsoft.com/office/drawing/2014/main" id="{C822CB6C-41DA-5CA8-B1D1-221BC4B91CE5}"/>
              </a:ext>
            </a:extLst>
          </p:cNvPr>
          <p:cNvGrpSpPr/>
          <p:nvPr/>
        </p:nvGrpSpPr>
        <p:grpSpPr>
          <a:xfrm>
            <a:off x="1560000" y="1160999"/>
            <a:ext cx="2825216" cy="3964082"/>
            <a:chOff x="1560000" y="1160999"/>
            <a:chExt cx="2825216" cy="3964082"/>
          </a:xfrm>
        </p:grpSpPr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D26A95D3-6C6C-40CD-349D-2DBDF16CA7CC}"/>
                </a:ext>
              </a:extLst>
            </p:cNvPr>
            <p:cNvGrpSpPr/>
            <p:nvPr/>
          </p:nvGrpSpPr>
          <p:grpSpPr>
            <a:xfrm>
              <a:off x="1560000" y="1160999"/>
              <a:ext cx="2825216" cy="3964082"/>
              <a:chOff x="1560000" y="1160999"/>
              <a:chExt cx="2825216" cy="3964082"/>
            </a:xfrm>
          </p:grpSpPr>
          <p:sp>
            <p:nvSpPr>
              <p:cNvPr id="35" name="직사각형 34">
                <a:extLst>
                  <a:ext uri="{FF2B5EF4-FFF2-40B4-BE49-F238E27FC236}">
                    <a16:creationId xmlns:a16="http://schemas.microsoft.com/office/drawing/2014/main" id="{2726A6EA-DDD2-5334-AC5E-F21914669C22}"/>
                  </a:ext>
                </a:extLst>
              </p:cNvPr>
              <p:cNvSpPr/>
              <p:nvPr/>
            </p:nvSpPr>
            <p:spPr>
              <a:xfrm>
                <a:off x="1560000" y="1160999"/>
                <a:ext cx="2825216" cy="3964082"/>
              </a:xfrm>
              <a:prstGeom prst="rect">
                <a:avLst/>
              </a:prstGeom>
              <a:solidFill>
                <a:srgbClr val="F8E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E818805A-5992-F3BE-B1C7-FF0C4F6062A8}"/>
                  </a:ext>
                </a:extLst>
              </p:cNvPr>
              <p:cNvSpPr txBox="1"/>
              <p:nvPr/>
            </p:nvSpPr>
            <p:spPr>
              <a:xfrm>
                <a:off x="2210220" y="1833128"/>
                <a:ext cx="152477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2400" dirty="0"/>
                  <a:t>불꽃 탄환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DE7BBA1-6DAC-677F-FDEF-906759BCCDED}"/>
                  </a:ext>
                </a:extLst>
              </p:cNvPr>
              <p:cNvSpPr txBox="1"/>
              <p:nvPr/>
            </p:nvSpPr>
            <p:spPr>
              <a:xfrm>
                <a:off x="2584520" y="2299051"/>
                <a:ext cx="776175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1100" b="1" dirty="0">
                    <a:solidFill>
                      <a:schemeClr val="bg2">
                        <a:lumMod val="50000"/>
                      </a:schemeClr>
                    </a:solidFill>
                  </a:rPr>
                  <a:t>common</a:t>
                </a:r>
              </a:p>
            </p:txBody>
          </p:sp>
        </p:grp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5C7AA515-57F0-F683-C650-5775371F8756}"/>
                </a:ext>
              </a:extLst>
            </p:cNvPr>
            <p:cNvSpPr/>
            <p:nvPr/>
          </p:nvSpPr>
          <p:spPr>
            <a:xfrm>
              <a:off x="1560000" y="1160999"/>
              <a:ext cx="2825216" cy="3960000"/>
            </a:xfrm>
            <a:prstGeom prst="rect">
              <a:avLst/>
            </a:prstGeom>
            <a:noFill/>
            <a:ln w="38100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40380890-B7D6-E15B-32EF-3450C20F43CF}"/>
                </a:ext>
              </a:extLst>
            </p:cNvPr>
            <p:cNvSpPr/>
            <p:nvPr/>
          </p:nvSpPr>
          <p:spPr>
            <a:xfrm>
              <a:off x="4149306" y="1199471"/>
              <a:ext cx="196120" cy="215261"/>
            </a:xfrm>
            <a:prstGeom prst="round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rgbClr val="FF0000"/>
                  </a:solidFill>
                </a:rPr>
                <a:t>i</a:t>
              </a:r>
              <a:endParaRPr lang="ko-KR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F17FFF2-C8E8-6753-BF81-F37C8652AF60}"/>
                </a:ext>
              </a:extLst>
            </p:cNvPr>
            <p:cNvSpPr txBox="1"/>
            <p:nvPr/>
          </p:nvSpPr>
          <p:spPr>
            <a:xfrm>
              <a:off x="1560000" y="4882177"/>
              <a:ext cx="2825216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</a:rPr>
                <a:t>사원의 열정은 불꽃과 같아서 금새 </a:t>
              </a:r>
              <a:r>
                <a:rPr lang="ko-KR" altLang="en-US" sz="700" dirty="0" err="1">
                  <a:solidFill>
                    <a:schemeClr val="bg1">
                      <a:lumMod val="75000"/>
                    </a:schemeClr>
                  </a:solidFill>
                </a:rPr>
                <a:t>사그라든다</a:t>
              </a:r>
              <a:r>
                <a:rPr lang="en-US" altLang="ko-KR" sz="700" dirty="0">
                  <a:solidFill>
                    <a:schemeClr val="bg1">
                      <a:lumMod val="75000"/>
                    </a:schemeClr>
                  </a:solidFill>
                </a:rPr>
                <a:t>.</a:t>
              </a:r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</a:rPr>
                <a:t> 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C218CA1D-8DEB-DAAF-FCC3-AA12A584032F}"/>
                </a:ext>
              </a:extLst>
            </p:cNvPr>
            <p:cNvSpPr txBox="1"/>
            <p:nvPr/>
          </p:nvSpPr>
          <p:spPr>
            <a:xfrm>
              <a:off x="1690777" y="2993042"/>
              <a:ext cx="2562046" cy="5674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불꽃 탄환으로 이루어진 탄환 </a:t>
              </a:r>
              <a:r>
                <a:rPr lang="en-US" altLang="ko-KR" sz="1100" b="1" dirty="0"/>
                <a:t>1</a:t>
              </a:r>
              <a:r>
                <a:rPr lang="ko-KR" altLang="en-US" sz="1100" b="1" dirty="0"/>
                <a:t>발을 적에게 쏜다</a:t>
              </a:r>
              <a:r>
                <a:rPr lang="en-US" altLang="ko-KR" sz="1100" b="1" dirty="0"/>
                <a:t>.</a:t>
              </a:r>
              <a:endParaRPr lang="ko-KR" altLang="en-US" sz="1100" b="1" dirty="0"/>
            </a:p>
          </p:txBody>
        </p:sp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4435C66C-A122-9661-7700-200CB517C1E3}"/>
                </a:ext>
              </a:extLst>
            </p:cNvPr>
            <p:cNvGrpSpPr/>
            <p:nvPr/>
          </p:nvGrpSpPr>
          <p:grpSpPr>
            <a:xfrm>
              <a:off x="1638555" y="2662227"/>
              <a:ext cx="881189" cy="287632"/>
              <a:chOff x="1625586" y="2309542"/>
              <a:chExt cx="881189" cy="287632"/>
            </a:xfrm>
          </p:grpSpPr>
          <p:sp>
            <p:nvSpPr>
              <p:cNvPr id="79" name="사각형: 둥근 모서리 78">
                <a:extLst>
                  <a:ext uri="{FF2B5EF4-FFF2-40B4-BE49-F238E27FC236}">
                    <a16:creationId xmlns:a16="http://schemas.microsoft.com/office/drawing/2014/main" id="{9FE5A4CD-ED72-2AF0-8E53-2EB6B9A0E3AE}"/>
                  </a:ext>
                </a:extLst>
              </p:cNvPr>
              <p:cNvSpPr/>
              <p:nvPr/>
            </p:nvSpPr>
            <p:spPr>
              <a:xfrm>
                <a:off x="1648306" y="2309542"/>
                <a:ext cx="858469" cy="287632"/>
              </a:xfrm>
              <a:prstGeom prst="roundRect">
                <a:avLst/>
              </a:prstGeom>
              <a:solidFill>
                <a:srgbClr val="FFFFC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0" name="사각형: 둥근 모서리 79">
                <a:extLst>
                  <a:ext uri="{FF2B5EF4-FFF2-40B4-BE49-F238E27FC236}">
                    <a16:creationId xmlns:a16="http://schemas.microsoft.com/office/drawing/2014/main" id="{1CD1103F-81E9-84B3-4879-16FFB6EB26C1}"/>
                  </a:ext>
                </a:extLst>
              </p:cNvPr>
              <p:cNvSpPr/>
              <p:nvPr/>
            </p:nvSpPr>
            <p:spPr>
              <a:xfrm>
                <a:off x="2233565" y="2363358"/>
                <a:ext cx="180000" cy="18000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 dirty="0">
                    <a:solidFill>
                      <a:schemeClr val="tx1"/>
                    </a:solidFill>
                  </a:rPr>
                  <a:t>N</a:t>
                </a:r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5EBAE18F-3E7D-8ACE-E555-06B50568DFA1}"/>
                  </a:ext>
                </a:extLst>
              </p:cNvPr>
              <p:cNvSpPr txBox="1"/>
              <p:nvPr/>
            </p:nvSpPr>
            <p:spPr>
              <a:xfrm>
                <a:off x="1625586" y="2315142"/>
                <a:ext cx="68935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200" b="1" dirty="0"/>
                  <a:t>액티브</a:t>
                </a:r>
              </a:p>
            </p:txBody>
          </p:sp>
        </p:grpSp>
        <p:grpSp>
          <p:nvGrpSpPr>
            <p:cNvPr id="82" name="그룹 81">
              <a:extLst>
                <a:ext uri="{FF2B5EF4-FFF2-40B4-BE49-F238E27FC236}">
                  <a16:creationId xmlns:a16="http://schemas.microsoft.com/office/drawing/2014/main" id="{49A99DD8-DE28-5BE0-7728-294EAD603665}"/>
                </a:ext>
              </a:extLst>
            </p:cNvPr>
            <p:cNvGrpSpPr/>
            <p:nvPr/>
          </p:nvGrpSpPr>
          <p:grpSpPr>
            <a:xfrm>
              <a:off x="1643317" y="3757402"/>
              <a:ext cx="689353" cy="287632"/>
              <a:chOff x="1630348" y="2309542"/>
              <a:chExt cx="689353" cy="287632"/>
            </a:xfrm>
          </p:grpSpPr>
          <p:sp>
            <p:nvSpPr>
              <p:cNvPr id="83" name="사각형: 둥근 모서리 82">
                <a:extLst>
                  <a:ext uri="{FF2B5EF4-FFF2-40B4-BE49-F238E27FC236}">
                    <a16:creationId xmlns:a16="http://schemas.microsoft.com/office/drawing/2014/main" id="{FE15046A-1C83-1B33-43B5-F31F284F14EF}"/>
                  </a:ext>
                </a:extLst>
              </p:cNvPr>
              <p:cNvSpPr/>
              <p:nvPr/>
            </p:nvSpPr>
            <p:spPr>
              <a:xfrm>
                <a:off x="1648306" y="2309542"/>
                <a:ext cx="666633" cy="287632"/>
              </a:xfrm>
              <a:prstGeom prst="roundRect">
                <a:avLst/>
              </a:prstGeom>
              <a:solidFill>
                <a:srgbClr val="FFFFC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E4079911-AD00-5767-EB50-1E7CA36C377D}"/>
                  </a:ext>
                </a:extLst>
              </p:cNvPr>
              <p:cNvSpPr txBox="1"/>
              <p:nvPr/>
            </p:nvSpPr>
            <p:spPr>
              <a:xfrm>
                <a:off x="1630348" y="2315142"/>
                <a:ext cx="68935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200" b="1" dirty="0"/>
                  <a:t>패시브</a:t>
                </a:r>
              </a:p>
            </p:txBody>
          </p:sp>
        </p:grp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4DE7A95D-DCCD-5826-680B-2DB7D30D1561}"/>
                </a:ext>
              </a:extLst>
            </p:cNvPr>
            <p:cNvSpPr txBox="1"/>
            <p:nvPr/>
          </p:nvSpPr>
          <p:spPr>
            <a:xfrm>
              <a:off x="1690777" y="4093706"/>
              <a:ext cx="2562046" cy="5674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불꽃 탄환으로 이루어진 탄환 </a:t>
              </a:r>
              <a:r>
                <a:rPr lang="en-US" altLang="ko-KR" sz="1100" b="1" dirty="0"/>
                <a:t>1</a:t>
              </a:r>
              <a:r>
                <a:rPr lang="ko-KR" altLang="en-US" sz="1100" b="1" dirty="0"/>
                <a:t>발을 적에게 </a:t>
              </a:r>
              <a:r>
                <a:rPr lang="en-US" altLang="ko-KR" sz="1100" b="1" dirty="0"/>
                <a:t>4</a:t>
              </a:r>
              <a:r>
                <a:rPr lang="ko-KR" altLang="en-US" sz="1100" b="1" dirty="0"/>
                <a:t>초에 한 번 쏜다</a:t>
              </a:r>
              <a:r>
                <a:rPr lang="en-US" altLang="ko-KR" sz="1100" b="1" dirty="0"/>
                <a:t>.</a:t>
              </a:r>
              <a:endParaRPr lang="ko-KR" altLang="en-US" sz="1100" b="1" dirty="0"/>
            </a:p>
          </p:txBody>
        </p:sp>
        <p:sp>
          <p:nvSpPr>
            <p:cNvPr id="193" name="사각형: 둥근 모서리 192">
              <a:extLst>
                <a:ext uri="{FF2B5EF4-FFF2-40B4-BE49-F238E27FC236}">
                  <a16:creationId xmlns:a16="http://schemas.microsoft.com/office/drawing/2014/main" id="{0CA4682C-354E-B670-5A9E-1796A79EEC04}"/>
                </a:ext>
              </a:extLst>
            </p:cNvPr>
            <p:cNvSpPr/>
            <p:nvPr/>
          </p:nvSpPr>
          <p:spPr>
            <a:xfrm>
              <a:off x="2701800" y="12309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364" name="그룹 363">
            <a:extLst>
              <a:ext uri="{FF2B5EF4-FFF2-40B4-BE49-F238E27FC236}">
                <a16:creationId xmlns:a16="http://schemas.microsoft.com/office/drawing/2014/main" id="{CCADA948-C259-9E78-22C6-008B97211E62}"/>
              </a:ext>
            </a:extLst>
          </p:cNvPr>
          <p:cNvGrpSpPr/>
          <p:nvPr/>
        </p:nvGrpSpPr>
        <p:grpSpPr>
          <a:xfrm>
            <a:off x="7866468" y="1160999"/>
            <a:ext cx="2825216" cy="3964082"/>
            <a:chOff x="7866468" y="1160999"/>
            <a:chExt cx="2825216" cy="3964082"/>
          </a:xfrm>
        </p:grpSpPr>
        <p:grpSp>
          <p:nvGrpSpPr>
            <p:cNvPr id="320" name="그룹 319">
              <a:extLst>
                <a:ext uri="{FF2B5EF4-FFF2-40B4-BE49-F238E27FC236}">
                  <a16:creationId xmlns:a16="http://schemas.microsoft.com/office/drawing/2014/main" id="{9CDF5DE4-60BB-E7C2-B160-83BF04734099}"/>
                </a:ext>
              </a:extLst>
            </p:cNvPr>
            <p:cNvGrpSpPr/>
            <p:nvPr/>
          </p:nvGrpSpPr>
          <p:grpSpPr>
            <a:xfrm>
              <a:off x="7866468" y="1160999"/>
              <a:ext cx="2825216" cy="3964082"/>
              <a:chOff x="1560000" y="1160999"/>
              <a:chExt cx="2825216" cy="3964082"/>
            </a:xfrm>
          </p:grpSpPr>
          <p:grpSp>
            <p:nvGrpSpPr>
              <p:cNvPr id="321" name="그룹 320">
                <a:extLst>
                  <a:ext uri="{FF2B5EF4-FFF2-40B4-BE49-F238E27FC236}">
                    <a16:creationId xmlns:a16="http://schemas.microsoft.com/office/drawing/2014/main" id="{DE9CC77E-4909-592C-D9DD-5052778C6789}"/>
                  </a:ext>
                </a:extLst>
              </p:cNvPr>
              <p:cNvGrpSpPr/>
              <p:nvPr/>
            </p:nvGrpSpPr>
            <p:grpSpPr>
              <a:xfrm>
                <a:off x="1560000" y="1160999"/>
                <a:ext cx="2825216" cy="3964082"/>
                <a:chOff x="1560000" y="1160999"/>
                <a:chExt cx="2825216" cy="3964082"/>
              </a:xfrm>
            </p:grpSpPr>
            <p:sp>
              <p:nvSpPr>
                <p:cNvPr id="335" name="직사각형 334">
                  <a:extLst>
                    <a:ext uri="{FF2B5EF4-FFF2-40B4-BE49-F238E27FC236}">
                      <a16:creationId xmlns:a16="http://schemas.microsoft.com/office/drawing/2014/main" id="{FB651AA4-26DC-9773-58A9-5828D0C7FAA6}"/>
                    </a:ext>
                  </a:extLst>
                </p:cNvPr>
                <p:cNvSpPr/>
                <p:nvPr/>
              </p:nvSpPr>
              <p:spPr>
                <a:xfrm>
                  <a:off x="1560000" y="1160999"/>
                  <a:ext cx="2825216" cy="3964082"/>
                </a:xfrm>
                <a:prstGeom prst="rect">
                  <a:avLst/>
                </a:prstGeom>
                <a:solidFill>
                  <a:srgbClr val="F8E8C8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336" name="TextBox 335">
                  <a:extLst>
                    <a:ext uri="{FF2B5EF4-FFF2-40B4-BE49-F238E27FC236}">
                      <a16:creationId xmlns:a16="http://schemas.microsoft.com/office/drawing/2014/main" id="{B7B4B5DD-5F52-8B69-D3C2-2AA621FA0565}"/>
                    </a:ext>
                  </a:extLst>
                </p:cNvPr>
                <p:cNvSpPr txBox="1"/>
                <p:nvPr/>
              </p:nvSpPr>
              <p:spPr>
                <a:xfrm>
                  <a:off x="2210222" y="1833128"/>
                  <a:ext cx="1524776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ko-KR" altLang="en-US" sz="2400" dirty="0"/>
                    <a:t>화염 심장</a:t>
                  </a:r>
                </a:p>
              </p:txBody>
            </p:sp>
            <p:sp>
              <p:nvSpPr>
                <p:cNvPr id="337" name="TextBox 336">
                  <a:extLst>
                    <a:ext uri="{FF2B5EF4-FFF2-40B4-BE49-F238E27FC236}">
                      <a16:creationId xmlns:a16="http://schemas.microsoft.com/office/drawing/2014/main" id="{33CE4028-5CD7-8981-5D3C-4CE9E307699F}"/>
                    </a:ext>
                  </a:extLst>
                </p:cNvPr>
                <p:cNvSpPr txBox="1"/>
                <p:nvPr/>
              </p:nvSpPr>
              <p:spPr>
                <a:xfrm>
                  <a:off x="2728790" y="2293303"/>
                  <a:ext cx="48763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altLang="ko-KR" sz="1100" b="1" dirty="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</a:rPr>
                    <a:t>Rare</a:t>
                  </a:r>
                </a:p>
              </p:txBody>
            </p:sp>
          </p:grpSp>
          <p:sp>
            <p:nvSpPr>
              <p:cNvPr id="322" name="직사각형 321">
                <a:extLst>
                  <a:ext uri="{FF2B5EF4-FFF2-40B4-BE49-F238E27FC236}">
                    <a16:creationId xmlns:a16="http://schemas.microsoft.com/office/drawing/2014/main" id="{BE0CE728-B501-BF9D-48C0-386AF965F5A7}"/>
                  </a:ext>
                </a:extLst>
              </p:cNvPr>
              <p:cNvSpPr/>
              <p:nvPr/>
            </p:nvSpPr>
            <p:spPr>
              <a:xfrm>
                <a:off x="1560000" y="1160999"/>
                <a:ext cx="2825216" cy="3960000"/>
              </a:xfrm>
              <a:prstGeom prst="rect">
                <a:avLst/>
              </a:prstGeom>
              <a:noFill/>
              <a:ln w="3810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23" name="사각형: 둥근 모서리 322">
                <a:extLst>
                  <a:ext uri="{FF2B5EF4-FFF2-40B4-BE49-F238E27FC236}">
                    <a16:creationId xmlns:a16="http://schemas.microsoft.com/office/drawing/2014/main" id="{7E506EA7-7567-8464-345A-7E07F126A416}"/>
                  </a:ext>
                </a:extLst>
              </p:cNvPr>
              <p:cNvSpPr/>
              <p:nvPr/>
            </p:nvSpPr>
            <p:spPr>
              <a:xfrm>
                <a:off x="4149306" y="1199471"/>
                <a:ext cx="196120" cy="215261"/>
              </a:xfrm>
              <a:prstGeom prst="round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 dirty="0">
                    <a:solidFill>
                      <a:srgbClr val="FF0000"/>
                    </a:solidFill>
                  </a:rPr>
                  <a:t>i</a:t>
                </a:r>
                <a:endParaRPr lang="ko-KR" altLang="en-US" sz="1400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324" name="TextBox 323">
                <a:extLst>
                  <a:ext uri="{FF2B5EF4-FFF2-40B4-BE49-F238E27FC236}">
                    <a16:creationId xmlns:a16="http://schemas.microsoft.com/office/drawing/2014/main" id="{B7822CD8-791C-6A48-3CFF-64ADA55D5359}"/>
                  </a:ext>
                </a:extLst>
              </p:cNvPr>
              <p:cNvSpPr txBox="1"/>
              <p:nvPr/>
            </p:nvSpPr>
            <p:spPr>
              <a:xfrm>
                <a:off x="1560000" y="4882177"/>
                <a:ext cx="2825216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ko-KR" altLang="en-US" sz="700" dirty="0">
                    <a:solidFill>
                      <a:schemeClr val="bg1">
                        <a:lumMod val="75000"/>
                      </a:schemeClr>
                    </a:solidFill>
                  </a:rPr>
                  <a:t>불사조 관련 내용</a:t>
                </a:r>
              </a:p>
            </p:txBody>
          </p:sp>
          <p:sp>
            <p:nvSpPr>
              <p:cNvPr id="329" name="사각형: 둥근 모서리 328">
                <a:extLst>
                  <a:ext uri="{FF2B5EF4-FFF2-40B4-BE49-F238E27FC236}">
                    <a16:creationId xmlns:a16="http://schemas.microsoft.com/office/drawing/2014/main" id="{76BFEF06-4F5B-B76E-1695-581FA56E2FAC}"/>
                  </a:ext>
                </a:extLst>
              </p:cNvPr>
              <p:cNvSpPr/>
              <p:nvPr/>
            </p:nvSpPr>
            <p:spPr>
              <a:xfrm>
                <a:off x="2701800" y="1230991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342" name="TextBox 341">
              <a:extLst>
                <a:ext uri="{FF2B5EF4-FFF2-40B4-BE49-F238E27FC236}">
                  <a16:creationId xmlns:a16="http://schemas.microsoft.com/office/drawing/2014/main" id="{1D36B61F-7921-D897-C385-FB5BFDBD86B9}"/>
                </a:ext>
              </a:extLst>
            </p:cNvPr>
            <p:cNvSpPr txBox="1"/>
            <p:nvPr/>
          </p:nvSpPr>
          <p:spPr>
            <a:xfrm>
              <a:off x="7997245" y="2814292"/>
              <a:ext cx="2562046" cy="31354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화염 속성 피해량 </a:t>
              </a:r>
              <a:r>
                <a:rPr lang="en-US" altLang="ko-KR" sz="1100" b="1" dirty="0"/>
                <a:t>30% </a:t>
              </a:r>
              <a:r>
                <a:rPr lang="ko-KR" altLang="en-US" sz="1100" b="1" dirty="0"/>
                <a:t>증가</a:t>
              </a:r>
            </a:p>
          </p:txBody>
        </p:sp>
      </p:grpSp>
      <p:grpSp>
        <p:nvGrpSpPr>
          <p:cNvPr id="345" name="그룹 344">
            <a:extLst>
              <a:ext uri="{FF2B5EF4-FFF2-40B4-BE49-F238E27FC236}">
                <a16:creationId xmlns:a16="http://schemas.microsoft.com/office/drawing/2014/main" id="{3887C03C-A354-1564-71D3-84D7D4F04354}"/>
              </a:ext>
            </a:extLst>
          </p:cNvPr>
          <p:cNvGrpSpPr/>
          <p:nvPr/>
        </p:nvGrpSpPr>
        <p:grpSpPr>
          <a:xfrm>
            <a:off x="2756608" y="5243519"/>
            <a:ext cx="432000" cy="432000"/>
            <a:chOff x="2756608" y="5243519"/>
            <a:chExt cx="432000" cy="432000"/>
          </a:xfrm>
        </p:grpSpPr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D2468C33-64F7-8F16-4B66-02EA377B0FC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756608" y="5243519"/>
              <a:ext cx="432000" cy="432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44" name="그림 343">
              <a:extLst>
                <a:ext uri="{FF2B5EF4-FFF2-40B4-BE49-F238E27FC236}">
                  <a16:creationId xmlns:a16="http://schemas.microsoft.com/office/drawing/2014/main" id="{797292D6-97A5-27EA-5331-737AB5BC415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1800" y="5285400"/>
              <a:ext cx="360000" cy="360000"/>
            </a:xfrm>
            <a:prstGeom prst="rect">
              <a:avLst/>
            </a:prstGeom>
          </p:spPr>
        </p:pic>
      </p:grpSp>
      <p:grpSp>
        <p:nvGrpSpPr>
          <p:cNvPr id="352" name="그룹 351">
            <a:extLst>
              <a:ext uri="{FF2B5EF4-FFF2-40B4-BE49-F238E27FC236}">
                <a16:creationId xmlns:a16="http://schemas.microsoft.com/office/drawing/2014/main" id="{FA565131-B40C-2A25-1EE8-83F8E1F80D03}"/>
              </a:ext>
            </a:extLst>
          </p:cNvPr>
          <p:cNvGrpSpPr/>
          <p:nvPr/>
        </p:nvGrpSpPr>
        <p:grpSpPr>
          <a:xfrm>
            <a:off x="5880000" y="5243519"/>
            <a:ext cx="432000" cy="432000"/>
            <a:chOff x="2756608" y="5243519"/>
            <a:chExt cx="432000" cy="432000"/>
          </a:xfrm>
        </p:grpSpPr>
        <p:sp>
          <p:nvSpPr>
            <p:cNvPr id="353" name="타원 352">
              <a:extLst>
                <a:ext uri="{FF2B5EF4-FFF2-40B4-BE49-F238E27FC236}">
                  <a16:creationId xmlns:a16="http://schemas.microsoft.com/office/drawing/2014/main" id="{65C040F4-8513-BED7-8793-F85AF2C5FAE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756608" y="5243519"/>
              <a:ext cx="432000" cy="432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54" name="그림 353">
              <a:extLst>
                <a:ext uri="{FF2B5EF4-FFF2-40B4-BE49-F238E27FC236}">
                  <a16:creationId xmlns:a16="http://schemas.microsoft.com/office/drawing/2014/main" id="{BADB78A7-21ED-D388-486D-8FB8668FA7B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1800" y="5285400"/>
              <a:ext cx="360000" cy="360000"/>
            </a:xfrm>
            <a:prstGeom prst="rect">
              <a:avLst/>
            </a:prstGeom>
          </p:spPr>
        </p:pic>
      </p:grpSp>
      <p:grpSp>
        <p:nvGrpSpPr>
          <p:cNvPr id="355" name="그룹 354">
            <a:extLst>
              <a:ext uri="{FF2B5EF4-FFF2-40B4-BE49-F238E27FC236}">
                <a16:creationId xmlns:a16="http://schemas.microsoft.com/office/drawing/2014/main" id="{C6BAE623-FF78-1F30-2A3E-232D407E1867}"/>
              </a:ext>
            </a:extLst>
          </p:cNvPr>
          <p:cNvGrpSpPr/>
          <p:nvPr/>
        </p:nvGrpSpPr>
        <p:grpSpPr>
          <a:xfrm>
            <a:off x="9003392" y="5243519"/>
            <a:ext cx="432000" cy="432000"/>
            <a:chOff x="2756608" y="5243519"/>
            <a:chExt cx="432000" cy="432000"/>
          </a:xfrm>
        </p:grpSpPr>
        <p:sp>
          <p:nvSpPr>
            <p:cNvPr id="356" name="타원 355">
              <a:extLst>
                <a:ext uri="{FF2B5EF4-FFF2-40B4-BE49-F238E27FC236}">
                  <a16:creationId xmlns:a16="http://schemas.microsoft.com/office/drawing/2014/main" id="{C0276E01-53D9-84A7-E795-5292C65C231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756608" y="5243519"/>
              <a:ext cx="432000" cy="432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57" name="그림 356">
              <a:extLst>
                <a:ext uri="{FF2B5EF4-FFF2-40B4-BE49-F238E27FC236}">
                  <a16:creationId xmlns:a16="http://schemas.microsoft.com/office/drawing/2014/main" id="{24A7113C-DE21-590E-8827-B499B896DD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1800" y="5285400"/>
              <a:ext cx="360000" cy="360000"/>
            </a:xfrm>
            <a:prstGeom prst="rect">
              <a:avLst/>
            </a:prstGeom>
          </p:spPr>
        </p:pic>
      </p:grpSp>
      <p:grpSp>
        <p:nvGrpSpPr>
          <p:cNvPr id="358" name="그룹 357">
            <a:extLst>
              <a:ext uri="{FF2B5EF4-FFF2-40B4-BE49-F238E27FC236}">
                <a16:creationId xmlns:a16="http://schemas.microsoft.com/office/drawing/2014/main" id="{82CE0CCE-483E-7C2E-C788-246C18F68400}"/>
              </a:ext>
            </a:extLst>
          </p:cNvPr>
          <p:cNvGrpSpPr/>
          <p:nvPr/>
        </p:nvGrpSpPr>
        <p:grpSpPr>
          <a:xfrm>
            <a:off x="10167774" y="5837743"/>
            <a:ext cx="288000" cy="288000"/>
            <a:chOff x="2756608" y="5243519"/>
            <a:chExt cx="432000" cy="432000"/>
          </a:xfrm>
        </p:grpSpPr>
        <p:sp>
          <p:nvSpPr>
            <p:cNvPr id="359" name="타원 358">
              <a:extLst>
                <a:ext uri="{FF2B5EF4-FFF2-40B4-BE49-F238E27FC236}">
                  <a16:creationId xmlns:a16="http://schemas.microsoft.com/office/drawing/2014/main" id="{BCFD212C-83A8-B2BB-D0F5-C8C3CD3E24F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756608" y="5243519"/>
              <a:ext cx="432000" cy="432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60" name="그림 359">
              <a:extLst>
                <a:ext uri="{FF2B5EF4-FFF2-40B4-BE49-F238E27FC236}">
                  <a16:creationId xmlns:a16="http://schemas.microsoft.com/office/drawing/2014/main" id="{B03FB99C-D2E6-22EF-2A74-3AA5FD9869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1800" y="5285400"/>
              <a:ext cx="360000" cy="360000"/>
            </a:xfrm>
            <a:prstGeom prst="rect">
              <a:avLst/>
            </a:prstGeom>
          </p:spPr>
        </p:pic>
      </p:grpSp>
      <p:sp>
        <p:nvSpPr>
          <p:cNvPr id="361" name="TextBox 360">
            <a:extLst>
              <a:ext uri="{FF2B5EF4-FFF2-40B4-BE49-F238E27FC236}">
                <a16:creationId xmlns:a16="http://schemas.microsoft.com/office/drawing/2014/main" id="{C70ADD5A-4668-4790-0608-E02827D63CD1}"/>
              </a:ext>
            </a:extLst>
          </p:cNvPr>
          <p:cNvSpPr txBox="1"/>
          <p:nvPr/>
        </p:nvSpPr>
        <p:spPr>
          <a:xfrm>
            <a:off x="10479715" y="5797077"/>
            <a:ext cx="6832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X 10</a:t>
            </a:r>
            <a:endParaRPr lang="ko-KR" altLang="en-US" b="1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4507904-6634-6F31-0E68-9C06A6D13382}"/>
              </a:ext>
            </a:extLst>
          </p:cNvPr>
          <p:cNvSpPr/>
          <p:nvPr/>
        </p:nvSpPr>
        <p:spPr>
          <a:xfrm>
            <a:off x="4814169" y="182879"/>
            <a:ext cx="2458529" cy="61811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EABEC9-5815-F8BA-7285-1ECC7896A479}"/>
              </a:ext>
            </a:extLst>
          </p:cNvPr>
          <p:cNvSpPr txBox="1"/>
          <p:nvPr/>
        </p:nvSpPr>
        <p:spPr>
          <a:xfrm>
            <a:off x="5563974" y="302298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레벨 업</a:t>
            </a: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8A7D6303-A23A-841C-360F-CC9E799C7780}"/>
              </a:ext>
            </a:extLst>
          </p:cNvPr>
          <p:cNvCxnSpPr>
            <a:cxnSpLocks/>
            <a:stCxn id="70" idx="3"/>
            <a:endCxn id="43" idx="1"/>
          </p:cNvCxnSpPr>
          <p:nvPr/>
        </p:nvCxnSpPr>
        <p:spPr>
          <a:xfrm flipV="1">
            <a:off x="4252823" y="3272480"/>
            <a:ext cx="7474357" cy="42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04BA094B-849E-0445-4714-D6BA13AF80DC}"/>
              </a:ext>
            </a:extLst>
          </p:cNvPr>
          <p:cNvCxnSpPr>
            <a:cxnSpLocks/>
            <a:stCxn id="193" idx="3"/>
            <a:endCxn id="42" idx="1"/>
          </p:cNvCxnSpPr>
          <p:nvPr/>
        </p:nvCxnSpPr>
        <p:spPr>
          <a:xfrm flipV="1">
            <a:off x="3241800" y="1493549"/>
            <a:ext cx="8485380" cy="74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연결선: 꺾임 29">
            <a:extLst>
              <a:ext uri="{FF2B5EF4-FFF2-40B4-BE49-F238E27FC236}">
                <a16:creationId xmlns:a16="http://schemas.microsoft.com/office/drawing/2014/main" id="{9F063E6D-939E-49CD-551A-55C8C0BD6572}"/>
              </a:ext>
            </a:extLst>
          </p:cNvPr>
          <p:cNvCxnSpPr>
            <a:cxnSpLocks/>
            <a:stCxn id="64" idx="0"/>
            <a:endCxn id="41" idx="1"/>
          </p:cNvCxnSpPr>
          <p:nvPr/>
        </p:nvCxnSpPr>
        <p:spPr>
          <a:xfrm rot="5400000" flipH="1" flipV="1">
            <a:off x="7857533" y="-2670176"/>
            <a:ext cx="259480" cy="747981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연결선: 꺾임 32">
            <a:extLst>
              <a:ext uri="{FF2B5EF4-FFF2-40B4-BE49-F238E27FC236}">
                <a16:creationId xmlns:a16="http://schemas.microsoft.com/office/drawing/2014/main" id="{9EA771FD-73E5-53E5-9C7E-173CA8026DEE}"/>
              </a:ext>
            </a:extLst>
          </p:cNvPr>
          <p:cNvCxnSpPr>
            <a:cxnSpLocks/>
            <a:stCxn id="3" idx="0"/>
            <a:endCxn id="37" idx="1"/>
          </p:cNvCxnSpPr>
          <p:nvPr/>
        </p:nvCxnSpPr>
        <p:spPr>
          <a:xfrm rot="5400000" flipH="1" flipV="1">
            <a:off x="8827797" y="-2716504"/>
            <a:ext cx="115020" cy="568374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21A87D55-057C-EC7F-8C16-50EFDB55043A}"/>
              </a:ext>
            </a:extLst>
          </p:cNvPr>
          <p:cNvSpPr txBox="1"/>
          <p:nvPr/>
        </p:nvSpPr>
        <p:spPr>
          <a:xfrm>
            <a:off x="11727180" y="-116807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제목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55F56A5-B272-2590-055D-1A34DED5D14D}"/>
              </a:ext>
            </a:extLst>
          </p:cNvPr>
          <p:cNvSpPr txBox="1"/>
          <p:nvPr/>
        </p:nvSpPr>
        <p:spPr>
          <a:xfrm>
            <a:off x="11727180" y="755325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자세히 보기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2AFD278-BB95-728E-486F-674047BBD3A0}"/>
              </a:ext>
            </a:extLst>
          </p:cNvPr>
          <p:cNvSpPr txBox="1"/>
          <p:nvPr/>
        </p:nvSpPr>
        <p:spPr>
          <a:xfrm>
            <a:off x="11727180" y="1308883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아이콘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671BA20-7572-E164-5B78-116415D739B8}"/>
              </a:ext>
            </a:extLst>
          </p:cNvPr>
          <p:cNvSpPr txBox="1"/>
          <p:nvPr/>
        </p:nvSpPr>
        <p:spPr>
          <a:xfrm>
            <a:off x="11727180" y="308781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설명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6FD82E1-D2D0-2531-FF47-F66B58E41672}"/>
              </a:ext>
            </a:extLst>
          </p:cNvPr>
          <p:cNvSpPr txBox="1"/>
          <p:nvPr/>
        </p:nvSpPr>
        <p:spPr>
          <a:xfrm>
            <a:off x="11688202" y="5243519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재굴림</a:t>
            </a:r>
            <a:endParaRPr lang="ko-KR" altLang="en-US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C3F7856-21F0-51B3-4667-AD84EA0C2480}"/>
              </a:ext>
            </a:extLst>
          </p:cNvPr>
          <p:cNvSpPr txBox="1"/>
          <p:nvPr/>
        </p:nvSpPr>
        <p:spPr>
          <a:xfrm>
            <a:off x="11727180" y="5797077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재굴림</a:t>
            </a:r>
            <a:r>
              <a:rPr lang="ko-KR" altLang="en-US" dirty="0"/>
              <a:t> 횟수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CC3E124A-3238-F608-F6DD-C314F1A31611}"/>
              </a:ext>
            </a:extLst>
          </p:cNvPr>
          <p:cNvCxnSpPr>
            <a:cxnSpLocks/>
            <a:stCxn id="24" idx="6"/>
            <a:endCxn id="44" idx="1"/>
          </p:cNvCxnSpPr>
          <p:nvPr/>
        </p:nvCxnSpPr>
        <p:spPr>
          <a:xfrm flipV="1">
            <a:off x="3188608" y="5428185"/>
            <a:ext cx="8499594" cy="31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D52E5DF9-788A-20F9-E016-D2D69B5726DB}"/>
              </a:ext>
            </a:extLst>
          </p:cNvPr>
          <p:cNvCxnSpPr>
            <a:cxnSpLocks/>
            <a:stCxn id="361" idx="3"/>
            <a:endCxn id="45" idx="1"/>
          </p:cNvCxnSpPr>
          <p:nvPr/>
        </p:nvCxnSpPr>
        <p:spPr>
          <a:xfrm>
            <a:off x="11162915" y="5981743"/>
            <a:ext cx="56426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30003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0E36B-647A-20D7-CDD2-41C89ABEE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D1555A1A-F55B-8B1A-94A3-A6AD8EC78817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D12D697-EF36-B8FE-F160-7E31130E0085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2F15C1B-285C-D13A-4750-56EFDC8625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45B36EA-96D7-7C4E-B5C9-FD06CF0523B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CE30EE4-D265-3ABA-9A05-B855B98D84D1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A4C3006-A481-8178-A4FA-80C589FCF3D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C95C0CC-FD43-F646-B525-61100CD01264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8E21CC9B-E85D-2280-575E-D24875DF2336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6687F43E-33EC-7EAC-2EEB-AAF47E38BE8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10C11FDE-DE7F-DB0E-BE9A-BF5B6D814DFD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2F62DC3B-B36D-C625-C6EE-557139E7C82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F187059F-097D-DBF1-A391-0C42039FF8DC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B614643B-E735-47E9-F3E5-7011234BA648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9162AC67-7DD6-E914-8FF1-1686AEEE0DF6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B36F9B23-5A15-BA6B-F3B2-FAA4CE1FF6C9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3" name="그림 22">
            <a:extLst>
              <a:ext uri="{FF2B5EF4-FFF2-40B4-BE49-F238E27FC236}">
                <a16:creationId xmlns:a16="http://schemas.microsoft.com/office/drawing/2014/main" id="{3C5ED0D9-0389-E381-F7E6-494E26D4EB7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4D128F53-BDDF-A17E-2367-988C6DCF5DE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2B8337C1-30AC-4B10-19FC-D6BF745C2581}"/>
              </a:ext>
            </a:extLst>
          </p:cNvPr>
          <p:cNvSpPr/>
          <p:nvPr/>
        </p:nvSpPr>
        <p:spPr>
          <a:xfrm>
            <a:off x="5356364" y="5470509"/>
            <a:ext cx="965329" cy="307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371BF14A-4AAF-92C2-A0FD-A88584037347}"/>
              </a:ext>
            </a:extLst>
          </p:cNvPr>
          <p:cNvGrpSpPr/>
          <p:nvPr/>
        </p:nvGrpSpPr>
        <p:grpSpPr>
          <a:xfrm>
            <a:off x="2862181" y="5502193"/>
            <a:ext cx="6034244" cy="413049"/>
            <a:chOff x="2223232" y="5433771"/>
            <a:chExt cx="6034244" cy="413049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DFBED3BC-1015-8DE7-76D5-A4DE80D1C2C8}"/>
                </a:ext>
              </a:extLst>
            </p:cNvPr>
            <p:cNvSpPr/>
            <p:nvPr/>
          </p:nvSpPr>
          <p:spPr>
            <a:xfrm>
              <a:off x="2223232" y="5743665"/>
              <a:ext cx="6034244" cy="1031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114D2DE-50C3-C168-91EE-B9901608D8EF}"/>
                </a:ext>
              </a:extLst>
            </p:cNvPr>
            <p:cNvSpPr txBox="1"/>
            <p:nvPr/>
          </p:nvSpPr>
          <p:spPr>
            <a:xfrm>
              <a:off x="4732524" y="5433771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/>
                <a:t>보스 이름</a:t>
              </a: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DEAB2447-F441-73D3-64F1-4FAF57C22FF0}"/>
              </a:ext>
            </a:extLst>
          </p:cNvPr>
          <p:cNvGrpSpPr/>
          <p:nvPr/>
        </p:nvGrpSpPr>
        <p:grpSpPr>
          <a:xfrm>
            <a:off x="1608805" y="1160999"/>
            <a:ext cx="9072002" cy="4466010"/>
            <a:chOff x="1608805" y="1160999"/>
            <a:chExt cx="9072002" cy="4466010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1757C72D-044A-D76D-17DD-A46D7C971937}"/>
                </a:ext>
              </a:extLst>
            </p:cNvPr>
            <p:cNvSpPr/>
            <p:nvPr/>
          </p:nvSpPr>
          <p:spPr>
            <a:xfrm>
              <a:off x="1608805" y="1160999"/>
              <a:ext cx="9072002" cy="4466010"/>
            </a:xfrm>
            <a:prstGeom prst="rect">
              <a:avLst/>
            </a:prstGeom>
            <a:solidFill>
              <a:srgbClr val="F8E8C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FE6017B9-6AFA-A14A-3443-3F543280F8EC}"/>
                </a:ext>
              </a:extLst>
            </p:cNvPr>
            <p:cNvSpPr/>
            <p:nvPr/>
          </p:nvSpPr>
          <p:spPr>
            <a:xfrm>
              <a:off x="3117500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FC996753-0A7F-690F-6DCC-1A49ED4F3AA6}"/>
                </a:ext>
              </a:extLst>
            </p:cNvPr>
            <p:cNvSpPr/>
            <p:nvPr/>
          </p:nvSpPr>
          <p:spPr>
            <a:xfrm>
              <a:off x="3765499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73A36E63-501F-70D5-A816-9683DE6EDE4A}"/>
                </a:ext>
              </a:extLst>
            </p:cNvPr>
            <p:cNvSpPr/>
            <p:nvPr/>
          </p:nvSpPr>
          <p:spPr>
            <a:xfrm>
              <a:off x="4413498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6BCA7169-2DB6-6415-A980-62E261D383D5}"/>
                </a:ext>
              </a:extLst>
            </p:cNvPr>
            <p:cNvSpPr/>
            <p:nvPr/>
          </p:nvSpPr>
          <p:spPr>
            <a:xfrm>
              <a:off x="5051947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FFB690F8-F67C-0964-8A16-40852D5992DB}"/>
                </a:ext>
              </a:extLst>
            </p:cNvPr>
            <p:cNvSpPr/>
            <p:nvPr/>
          </p:nvSpPr>
          <p:spPr>
            <a:xfrm>
              <a:off x="5699946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2A06EA2C-719A-CFDE-13AD-E6B01C2E86E2}"/>
                </a:ext>
              </a:extLst>
            </p:cNvPr>
            <p:cNvSpPr/>
            <p:nvPr/>
          </p:nvSpPr>
          <p:spPr>
            <a:xfrm>
              <a:off x="6341595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C45A8E06-EE75-EF71-FD73-9400DD111894}"/>
                </a:ext>
              </a:extLst>
            </p:cNvPr>
            <p:cNvSpPr/>
            <p:nvPr/>
          </p:nvSpPr>
          <p:spPr>
            <a:xfrm>
              <a:off x="6980404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E88C33E6-90A7-07C4-BE1A-BF0C0DE0F5B8}"/>
                </a:ext>
              </a:extLst>
            </p:cNvPr>
            <p:cNvSpPr/>
            <p:nvPr/>
          </p:nvSpPr>
          <p:spPr>
            <a:xfrm>
              <a:off x="7627393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FAB2CEE4-9C8D-B4FB-2E0A-0619D01DFD10}"/>
                </a:ext>
              </a:extLst>
            </p:cNvPr>
            <p:cNvGrpSpPr/>
            <p:nvPr/>
          </p:nvGrpSpPr>
          <p:grpSpPr>
            <a:xfrm>
              <a:off x="3110628" y="1316129"/>
              <a:ext cx="1691903" cy="369332"/>
              <a:chOff x="3110628" y="1316129"/>
              <a:chExt cx="1691903" cy="369332"/>
            </a:xfrm>
          </p:grpSpPr>
          <p:grpSp>
            <p:nvGrpSpPr>
              <p:cNvPr id="92" name="그룹 91">
                <a:extLst>
                  <a:ext uri="{FF2B5EF4-FFF2-40B4-BE49-F238E27FC236}">
                    <a16:creationId xmlns:a16="http://schemas.microsoft.com/office/drawing/2014/main" id="{23A67574-54FC-0379-4343-265FB7407C9B}"/>
                  </a:ext>
                </a:extLst>
              </p:cNvPr>
              <p:cNvGrpSpPr/>
              <p:nvPr/>
            </p:nvGrpSpPr>
            <p:grpSpPr>
              <a:xfrm>
                <a:off x="3110628" y="1343633"/>
                <a:ext cx="1691903" cy="314325"/>
                <a:chOff x="6933508" y="0"/>
                <a:chExt cx="1238001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94" name="직사각형 93">
                  <a:extLst>
                    <a:ext uri="{FF2B5EF4-FFF2-40B4-BE49-F238E27FC236}">
                      <a16:creationId xmlns:a16="http://schemas.microsoft.com/office/drawing/2014/main" id="{8EF1C6A9-3229-6908-9E10-3A9F846602C9}"/>
                    </a:ext>
                  </a:extLst>
                </p:cNvPr>
                <p:cNvSpPr/>
                <p:nvPr/>
              </p:nvSpPr>
              <p:spPr>
                <a:xfrm>
                  <a:off x="6933508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5" name="사각형: 둥근 모서리 94">
                  <a:extLst>
                    <a:ext uri="{FF2B5EF4-FFF2-40B4-BE49-F238E27FC236}">
                      <a16:creationId xmlns:a16="http://schemas.microsoft.com/office/drawing/2014/main" id="{50BFF71B-4EA2-911C-F306-724D5F189D89}"/>
                    </a:ext>
                  </a:extLst>
                </p:cNvPr>
                <p:cNvSpPr/>
                <p:nvPr/>
              </p:nvSpPr>
              <p:spPr>
                <a:xfrm>
                  <a:off x="7282509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81257842-4390-EC02-25E8-45E6C8AF8319}"/>
                  </a:ext>
                </a:extLst>
              </p:cNvPr>
              <p:cNvSpPr txBox="1"/>
              <p:nvPr/>
            </p:nvSpPr>
            <p:spPr>
              <a:xfrm>
                <a:off x="3170624" y="1316129"/>
                <a:ext cx="11897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공격 스킬</a:t>
                </a:r>
              </a:p>
            </p:txBody>
          </p:sp>
        </p:grp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4FBF0F3A-ECC8-EF49-492C-4052292E2944}"/>
                </a:ext>
              </a:extLst>
            </p:cNvPr>
            <p:cNvGrpSpPr/>
            <p:nvPr/>
          </p:nvGrpSpPr>
          <p:grpSpPr>
            <a:xfrm>
              <a:off x="8509374" y="2394761"/>
              <a:ext cx="1691901" cy="369332"/>
              <a:chOff x="8509374" y="2394761"/>
              <a:chExt cx="1691901" cy="369332"/>
            </a:xfrm>
          </p:grpSpPr>
          <p:grpSp>
            <p:nvGrpSpPr>
              <p:cNvPr id="88" name="그룹 87">
                <a:extLst>
                  <a:ext uri="{FF2B5EF4-FFF2-40B4-BE49-F238E27FC236}">
                    <a16:creationId xmlns:a16="http://schemas.microsoft.com/office/drawing/2014/main" id="{CD1CC9E7-8EBE-6B79-5CF0-7A9AC8F8FB18}"/>
                  </a:ext>
                </a:extLst>
              </p:cNvPr>
              <p:cNvGrpSpPr/>
              <p:nvPr/>
            </p:nvGrpSpPr>
            <p:grpSpPr>
              <a:xfrm>
                <a:off x="8509374" y="2418990"/>
                <a:ext cx="1691901" cy="314325"/>
                <a:chOff x="5921500" y="0"/>
                <a:chExt cx="1238000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90" name="직사각형 89">
                  <a:extLst>
                    <a:ext uri="{FF2B5EF4-FFF2-40B4-BE49-F238E27FC236}">
                      <a16:creationId xmlns:a16="http://schemas.microsoft.com/office/drawing/2014/main" id="{AEAD99A5-B030-3358-1D55-AD0288375A22}"/>
                    </a:ext>
                  </a:extLst>
                </p:cNvPr>
                <p:cNvSpPr/>
                <p:nvPr/>
              </p:nvSpPr>
              <p:spPr>
                <a:xfrm>
                  <a:off x="5921500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EE45935D-A32E-1FB3-7DDC-F6E2A47A2452}"/>
                    </a:ext>
                  </a:extLst>
                </p:cNvPr>
                <p:cNvSpPr/>
                <p:nvPr/>
              </p:nvSpPr>
              <p:spPr>
                <a:xfrm>
                  <a:off x="6270500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046A8142-98B5-17E0-354B-5EFFA48C582A}"/>
                  </a:ext>
                </a:extLst>
              </p:cNvPr>
              <p:cNvSpPr txBox="1"/>
              <p:nvPr/>
            </p:nvSpPr>
            <p:spPr>
              <a:xfrm>
                <a:off x="8632015" y="2394761"/>
                <a:ext cx="11897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전략 스킬</a:t>
                </a:r>
              </a:p>
            </p:txBody>
          </p:sp>
        </p:grpSp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BEEDF8AD-23B6-53E1-220C-829AB9B89943}"/>
                </a:ext>
              </a:extLst>
            </p:cNvPr>
            <p:cNvSpPr/>
            <p:nvPr/>
          </p:nvSpPr>
          <p:spPr>
            <a:xfrm>
              <a:off x="3140545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07B9A1E3-86E3-BC20-4257-A53867D93D59}"/>
                </a:ext>
              </a:extLst>
            </p:cNvPr>
            <p:cNvSpPr/>
            <p:nvPr/>
          </p:nvSpPr>
          <p:spPr>
            <a:xfrm>
              <a:off x="3784546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D1C532A3-D50B-62A7-EAB6-63A9A5B104B1}"/>
                </a:ext>
              </a:extLst>
            </p:cNvPr>
            <p:cNvSpPr/>
            <p:nvPr/>
          </p:nvSpPr>
          <p:spPr>
            <a:xfrm>
              <a:off x="4413498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2E44800F-85AF-73AC-55AA-1F3C5A566051}"/>
                </a:ext>
              </a:extLst>
            </p:cNvPr>
            <p:cNvSpPr/>
            <p:nvPr/>
          </p:nvSpPr>
          <p:spPr>
            <a:xfrm>
              <a:off x="5051947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20C2A2B2-0C81-06C0-3066-8324E3A95402}"/>
                </a:ext>
              </a:extLst>
            </p:cNvPr>
            <p:cNvSpPr/>
            <p:nvPr/>
          </p:nvSpPr>
          <p:spPr>
            <a:xfrm>
              <a:off x="5699946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B41DB400-FEE7-EB52-540F-8D2CFF799B6E}"/>
                </a:ext>
              </a:extLst>
            </p:cNvPr>
            <p:cNvSpPr/>
            <p:nvPr/>
          </p:nvSpPr>
          <p:spPr>
            <a:xfrm>
              <a:off x="6341595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8660CE8B-080B-C429-D555-A073EDF722F4}"/>
                </a:ext>
              </a:extLst>
            </p:cNvPr>
            <p:cNvSpPr/>
            <p:nvPr/>
          </p:nvSpPr>
          <p:spPr>
            <a:xfrm>
              <a:off x="6980404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E3A00DE0-C712-F4FC-AAED-64BDCD53D687}"/>
                </a:ext>
              </a:extLst>
            </p:cNvPr>
            <p:cNvSpPr/>
            <p:nvPr/>
          </p:nvSpPr>
          <p:spPr>
            <a:xfrm>
              <a:off x="7627393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B4D3FA2D-C51D-0159-F7A2-2144792FF100}"/>
                </a:ext>
              </a:extLst>
            </p:cNvPr>
            <p:cNvGrpSpPr/>
            <p:nvPr/>
          </p:nvGrpSpPr>
          <p:grpSpPr>
            <a:xfrm>
              <a:off x="3123413" y="4101398"/>
              <a:ext cx="939426" cy="369332"/>
              <a:chOff x="3123413" y="4101398"/>
              <a:chExt cx="939426" cy="369332"/>
            </a:xfrm>
          </p:grpSpPr>
          <p:grpSp>
            <p:nvGrpSpPr>
              <p:cNvPr id="84" name="그룹 83">
                <a:extLst>
                  <a:ext uri="{FF2B5EF4-FFF2-40B4-BE49-F238E27FC236}">
                    <a16:creationId xmlns:a16="http://schemas.microsoft.com/office/drawing/2014/main" id="{049CF91E-E3AD-B5F0-894C-964931E4FE1D}"/>
                  </a:ext>
                </a:extLst>
              </p:cNvPr>
              <p:cNvGrpSpPr/>
              <p:nvPr/>
            </p:nvGrpSpPr>
            <p:grpSpPr>
              <a:xfrm>
                <a:off x="3123413" y="4128902"/>
                <a:ext cx="939426" cy="314325"/>
                <a:chOff x="7760972" y="0"/>
                <a:chExt cx="1238000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86" name="직사각형 85">
                  <a:extLst>
                    <a:ext uri="{FF2B5EF4-FFF2-40B4-BE49-F238E27FC236}">
                      <a16:creationId xmlns:a16="http://schemas.microsoft.com/office/drawing/2014/main" id="{9831A137-25B7-D68A-48CD-9FBA76FDA980}"/>
                    </a:ext>
                  </a:extLst>
                </p:cNvPr>
                <p:cNvSpPr/>
                <p:nvPr/>
              </p:nvSpPr>
              <p:spPr>
                <a:xfrm>
                  <a:off x="7760972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87" name="사각형: 둥근 모서리 86">
                  <a:extLst>
                    <a:ext uri="{FF2B5EF4-FFF2-40B4-BE49-F238E27FC236}">
                      <a16:creationId xmlns:a16="http://schemas.microsoft.com/office/drawing/2014/main" id="{2228F8F5-69A7-2BF3-62F8-AEABFB29C844}"/>
                    </a:ext>
                  </a:extLst>
                </p:cNvPr>
                <p:cNvSpPr/>
                <p:nvPr/>
              </p:nvSpPr>
              <p:spPr>
                <a:xfrm>
                  <a:off x="8109972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4036C8DA-E2A1-0BE2-D3C1-D3C59F82ACA7}"/>
                  </a:ext>
                </a:extLst>
              </p:cNvPr>
              <p:cNvSpPr txBox="1"/>
              <p:nvPr/>
            </p:nvSpPr>
            <p:spPr>
              <a:xfrm>
                <a:off x="3183410" y="4101398"/>
                <a:ext cx="6463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증강</a:t>
                </a:r>
              </a:p>
            </p:txBody>
          </p:sp>
        </p:grp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3074CDC8-BA61-C318-34B8-4E5D1F459001}"/>
                </a:ext>
              </a:extLst>
            </p:cNvPr>
            <p:cNvSpPr/>
            <p:nvPr/>
          </p:nvSpPr>
          <p:spPr>
            <a:xfrm>
              <a:off x="3588996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FE4A4D4F-FACB-1F0B-ED78-04F84EE442F8}"/>
                </a:ext>
              </a:extLst>
            </p:cNvPr>
            <p:cNvSpPr/>
            <p:nvPr/>
          </p:nvSpPr>
          <p:spPr>
            <a:xfrm>
              <a:off x="4216709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2" name="사각형: 둥근 모서리 51">
              <a:extLst>
                <a:ext uri="{FF2B5EF4-FFF2-40B4-BE49-F238E27FC236}">
                  <a16:creationId xmlns:a16="http://schemas.microsoft.com/office/drawing/2014/main" id="{59194A47-22AC-B5C8-C129-35E428A853BC}"/>
                </a:ext>
              </a:extLst>
            </p:cNvPr>
            <p:cNvSpPr/>
            <p:nvPr/>
          </p:nvSpPr>
          <p:spPr>
            <a:xfrm>
              <a:off x="4855158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03EA329E-C8BC-1D46-E8F7-598E97F204C1}"/>
                </a:ext>
              </a:extLst>
            </p:cNvPr>
            <p:cNvSpPr/>
            <p:nvPr/>
          </p:nvSpPr>
          <p:spPr>
            <a:xfrm>
              <a:off x="5503157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C46C40D7-6E9E-9C26-5968-43D2923D511A}"/>
                </a:ext>
              </a:extLst>
            </p:cNvPr>
            <p:cNvSpPr/>
            <p:nvPr/>
          </p:nvSpPr>
          <p:spPr>
            <a:xfrm>
              <a:off x="6144806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B96A6538-70C4-04A0-58BF-BE2253D6E76A}"/>
                </a:ext>
              </a:extLst>
            </p:cNvPr>
            <p:cNvSpPr/>
            <p:nvPr/>
          </p:nvSpPr>
          <p:spPr>
            <a:xfrm>
              <a:off x="6783615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3E0937EB-C282-5D9B-1B23-7C1E04E3F1EA}"/>
                </a:ext>
              </a:extLst>
            </p:cNvPr>
            <p:cNvSpPr/>
            <p:nvPr/>
          </p:nvSpPr>
          <p:spPr>
            <a:xfrm>
              <a:off x="7430604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2E5ABAD7-6853-362D-67C8-97F6389DC405}"/>
                </a:ext>
              </a:extLst>
            </p:cNvPr>
            <p:cNvSpPr/>
            <p:nvPr/>
          </p:nvSpPr>
          <p:spPr>
            <a:xfrm>
              <a:off x="3117349" y="2721522"/>
              <a:ext cx="674597" cy="31432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D26EF5A6-E2FF-6B82-B1B8-BFBEC08A311D}"/>
                </a:ext>
              </a:extLst>
            </p:cNvPr>
            <p:cNvSpPr/>
            <p:nvPr/>
          </p:nvSpPr>
          <p:spPr>
            <a:xfrm>
              <a:off x="9289473" y="5094472"/>
              <a:ext cx="1168430" cy="314325"/>
            </a:xfrm>
            <a:prstGeom prst="roundRect">
              <a:avLst>
                <a:gd name="adj" fmla="val 50000"/>
              </a:avLst>
            </a:prstGeom>
            <a:solidFill>
              <a:srgbClr val="FF7C8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AD447342-A74A-5FE5-B095-1E80D0C2DB03}"/>
                </a:ext>
              </a:extLst>
            </p:cNvPr>
            <p:cNvGrpSpPr/>
            <p:nvPr/>
          </p:nvGrpSpPr>
          <p:grpSpPr>
            <a:xfrm>
              <a:off x="3177347" y="2689575"/>
              <a:ext cx="879429" cy="369332"/>
              <a:chOff x="3177347" y="2689575"/>
              <a:chExt cx="879429" cy="369332"/>
            </a:xfrm>
          </p:grpSpPr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4B7F0E48-F024-F1A9-733F-3CC283E833E2}"/>
                  </a:ext>
                </a:extLst>
              </p:cNvPr>
              <p:cNvSpPr/>
              <p:nvPr/>
            </p:nvSpPr>
            <p:spPr>
              <a:xfrm>
                <a:off x="3382179" y="2721522"/>
                <a:ext cx="674597" cy="314325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4788339D-2B43-7F7C-C2C3-2EB1ADD27133}"/>
                  </a:ext>
                </a:extLst>
              </p:cNvPr>
              <p:cNvSpPr txBox="1"/>
              <p:nvPr/>
            </p:nvSpPr>
            <p:spPr>
              <a:xfrm>
                <a:off x="3177347" y="2689575"/>
                <a:ext cx="6463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유물</a:t>
                </a:r>
              </a:p>
            </p:txBody>
          </p:sp>
        </p:grpSp>
        <p:sp>
          <p:nvSpPr>
            <p:cNvPr id="61" name="사각형: 둥근 모서리 60">
              <a:extLst>
                <a:ext uri="{FF2B5EF4-FFF2-40B4-BE49-F238E27FC236}">
                  <a16:creationId xmlns:a16="http://schemas.microsoft.com/office/drawing/2014/main" id="{A62AF152-0B4C-CA8B-5F17-8CA00AA8A86F}"/>
                </a:ext>
              </a:extLst>
            </p:cNvPr>
            <p:cNvSpPr/>
            <p:nvPr/>
          </p:nvSpPr>
          <p:spPr>
            <a:xfrm>
              <a:off x="8632015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3F535B9E-B22E-16A0-E708-F651A88BB51E}"/>
                </a:ext>
              </a:extLst>
            </p:cNvPr>
            <p:cNvSpPr/>
            <p:nvPr/>
          </p:nvSpPr>
          <p:spPr>
            <a:xfrm>
              <a:off x="9280014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FD6D3874-4D45-7D02-2F42-15782F67A4EA}"/>
                </a:ext>
              </a:extLst>
            </p:cNvPr>
            <p:cNvSpPr/>
            <p:nvPr/>
          </p:nvSpPr>
          <p:spPr>
            <a:xfrm>
              <a:off x="8632015" y="3567208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22AD31AA-F16C-B86C-DCFB-3BEBCCB812EB}"/>
                </a:ext>
              </a:extLst>
            </p:cNvPr>
            <p:cNvSpPr/>
            <p:nvPr/>
          </p:nvSpPr>
          <p:spPr>
            <a:xfrm>
              <a:off x="9270464" y="3567208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C16F56B8-21AC-C815-A93A-99B19B155962}"/>
                </a:ext>
              </a:extLst>
            </p:cNvPr>
            <p:cNvSpPr/>
            <p:nvPr/>
          </p:nvSpPr>
          <p:spPr>
            <a:xfrm>
              <a:off x="9933952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CA8D7E09-0DCB-DCC0-F4A4-BD9ABF624B0A}"/>
                </a:ext>
              </a:extLst>
            </p:cNvPr>
            <p:cNvGrpSpPr/>
            <p:nvPr/>
          </p:nvGrpSpPr>
          <p:grpSpPr>
            <a:xfrm>
              <a:off x="3140545" y="3907709"/>
              <a:ext cx="5026848" cy="94497"/>
              <a:chOff x="2079166" y="5778191"/>
              <a:chExt cx="3082343" cy="142875"/>
            </a:xfrm>
          </p:grpSpPr>
          <p:sp>
            <p:nvSpPr>
              <p:cNvPr id="80" name="직사각형 79">
                <a:extLst>
                  <a:ext uri="{FF2B5EF4-FFF2-40B4-BE49-F238E27FC236}">
                    <a16:creationId xmlns:a16="http://schemas.microsoft.com/office/drawing/2014/main" id="{8E48118D-6874-81AA-3D2D-34578F3031CD}"/>
                  </a:ext>
                </a:extLst>
              </p:cNvPr>
              <p:cNvSpPr/>
              <p:nvPr/>
            </p:nvSpPr>
            <p:spPr>
              <a:xfrm>
                <a:off x="2079166" y="5778191"/>
                <a:ext cx="3082343" cy="14287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1" name="직사각형 80">
                <a:extLst>
                  <a:ext uri="{FF2B5EF4-FFF2-40B4-BE49-F238E27FC236}">
                    <a16:creationId xmlns:a16="http://schemas.microsoft.com/office/drawing/2014/main" id="{83354BA2-D475-93E5-0D23-BFFDA4064F66}"/>
                  </a:ext>
                </a:extLst>
              </p:cNvPr>
              <p:cNvSpPr/>
              <p:nvPr/>
            </p:nvSpPr>
            <p:spPr>
              <a:xfrm>
                <a:off x="2086837" y="5778191"/>
                <a:ext cx="942817" cy="142875"/>
              </a:xfrm>
              <a:prstGeom prst="rect">
                <a:avLst/>
              </a:prstGeom>
              <a:solidFill>
                <a:srgbClr val="42F8BB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EDB5EEB3-6951-315B-6A90-92552DAB1112}"/>
                </a:ext>
              </a:extLst>
            </p:cNvPr>
            <p:cNvGrpSpPr/>
            <p:nvPr/>
          </p:nvGrpSpPr>
          <p:grpSpPr>
            <a:xfrm>
              <a:off x="3117349" y="5293938"/>
              <a:ext cx="5050044" cy="96902"/>
              <a:chOff x="2064943" y="5788972"/>
              <a:chExt cx="3096566" cy="146513"/>
            </a:xfrm>
          </p:grpSpPr>
          <p:sp>
            <p:nvSpPr>
              <p:cNvPr id="78" name="직사각형 77">
                <a:extLst>
                  <a:ext uri="{FF2B5EF4-FFF2-40B4-BE49-F238E27FC236}">
                    <a16:creationId xmlns:a16="http://schemas.microsoft.com/office/drawing/2014/main" id="{FCFA6C95-CC46-9493-83F4-1A07ED2E30BB}"/>
                  </a:ext>
                </a:extLst>
              </p:cNvPr>
              <p:cNvSpPr/>
              <p:nvPr/>
            </p:nvSpPr>
            <p:spPr>
              <a:xfrm>
                <a:off x="2064943" y="5788972"/>
                <a:ext cx="3096566" cy="14651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9" name="직사각형 78">
                <a:extLst>
                  <a:ext uri="{FF2B5EF4-FFF2-40B4-BE49-F238E27FC236}">
                    <a16:creationId xmlns:a16="http://schemas.microsoft.com/office/drawing/2014/main" id="{874FC7DB-127A-3D87-316E-0BE7ECBBD1FD}"/>
                  </a:ext>
                </a:extLst>
              </p:cNvPr>
              <p:cNvSpPr/>
              <p:nvPr/>
            </p:nvSpPr>
            <p:spPr>
              <a:xfrm>
                <a:off x="2127342" y="5792610"/>
                <a:ext cx="942817" cy="142875"/>
              </a:xfrm>
              <a:prstGeom prst="rect">
                <a:avLst/>
              </a:prstGeom>
              <a:solidFill>
                <a:srgbClr val="42F8BB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68" name="그룹 67">
              <a:extLst>
                <a:ext uri="{FF2B5EF4-FFF2-40B4-BE49-F238E27FC236}">
                  <a16:creationId xmlns:a16="http://schemas.microsoft.com/office/drawing/2014/main" id="{8250472E-D356-7F4D-EB78-217609BDAA75}"/>
                </a:ext>
              </a:extLst>
            </p:cNvPr>
            <p:cNvGrpSpPr/>
            <p:nvPr/>
          </p:nvGrpSpPr>
          <p:grpSpPr>
            <a:xfrm>
              <a:off x="3108204" y="4593499"/>
              <a:ext cx="412612" cy="554784"/>
              <a:chOff x="3108204" y="4573838"/>
              <a:chExt cx="412612" cy="554784"/>
            </a:xfrm>
          </p:grpSpPr>
          <p:pic>
            <p:nvPicPr>
              <p:cNvPr id="76" name="그림 75">
                <a:extLst>
                  <a:ext uri="{FF2B5EF4-FFF2-40B4-BE49-F238E27FC236}">
                    <a16:creationId xmlns:a16="http://schemas.microsoft.com/office/drawing/2014/main" id="{5402F70E-9756-ED12-294E-BD55D20E506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rcRect l="26435"/>
              <a:stretch>
                <a:fillRect/>
              </a:stretch>
            </p:blipFill>
            <p:spPr>
              <a:xfrm>
                <a:off x="3108204" y="4573838"/>
                <a:ext cx="412612" cy="554784"/>
              </a:xfrm>
              <a:prstGeom prst="rect">
                <a:avLst/>
              </a:prstGeom>
            </p:spPr>
          </p:pic>
          <p:cxnSp>
            <p:nvCxnSpPr>
              <p:cNvPr id="77" name="직선 연결선 76">
                <a:extLst>
                  <a:ext uri="{FF2B5EF4-FFF2-40B4-BE49-F238E27FC236}">
                    <a16:creationId xmlns:a16="http://schemas.microsoft.com/office/drawing/2014/main" id="{6771D43D-030E-020B-D59E-71427CF60737}"/>
                  </a:ext>
                </a:extLst>
              </p:cNvPr>
              <p:cNvCxnSpPr/>
              <p:nvPr/>
            </p:nvCxnSpPr>
            <p:spPr>
              <a:xfrm>
                <a:off x="3108204" y="4573838"/>
                <a:ext cx="0" cy="55478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C1DEA1D9-6B38-2236-04C0-89FD4E3CD9BB}"/>
                </a:ext>
              </a:extLst>
            </p:cNvPr>
            <p:cNvGrpSpPr/>
            <p:nvPr/>
          </p:nvGrpSpPr>
          <p:grpSpPr>
            <a:xfrm rot="10800000">
              <a:off x="8036760" y="4593499"/>
              <a:ext cx="130633" cy="554784"/>
              <a:chOff x="2073899" y="4573838"/>
              <a:chExt cx="130633" cy="554784"/>
            </a:xfrm>
          </p:grpSpPr>
          <p:pic>
            <p:nvPicPr>
              <p:cNvPr id="74" name="그림 73">
                <a:extLst>
                  <a:ext uri="{FF2B5EF4-FFF2-40B4-BE49-F238E27FC236}">
                    <a16:creationId xmlns:a16="http://schemas.microsoft.com/office/drawing/2014/main" id="{2EDB70F5-5B50-D8E5-9D3B-A56FF3BD750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rcRect l="79028"/>
              <a:stretch>
                <a:fillRect/>
              </a:stretch>
            </p:blipFill>
            <p:spPr>
              <a:xfrm>
                <a:off x="2086907" y="4573838"/>
                <a:ext cx="117625" cy="554784"/>
              </a:xfrm>
              <a:prstGeom prst="rect">
                <a:avLst/>
              </a:prstGeom>
            </p:spPr>
          </p:pic>
          <p:cxnSp>
            <p:nvCxnSpPr>
              <p:cNvPr id="75" name="직선 연결선 74">
                <a:extLst>
                  <a:ext uri="{FF2B5EF4-FFF2-40B4-BE49-F238E27FC236}">
                    <a16:creationId xmlns:a16="http://schemas.microsoft.com/office/drawing/2014/main" id="{95BC5A79-D66F-EF78-989A-63B021667DA8}"/>
                  </a:ext>
                </a:extLst>
              </p:cNvPr>
              <p:cNvCxnSpPr/>
              <p:nvPr/>
            </p:nvCxnSpPr>
            <p:spPr>
              <a:xfrm>
                <a:off x="2073899" y="4573838"/>
                <a:ext cx="0" cy="55478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041C3EF5-6B4C-0090-E414-4E56633E93E1}"/>
                </a:ext>
              </a:extLst>
            </p:cNvPr>
            <p:cNvSpPr txBox="1"/>
            <p:nvPr/>
          </p:nvSpPr>
          <p:spPr>
            <a:xfrm>
              <a:off x="9370425" y="5094472"/>
              <a:ext cx="10054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600" b="1" dirty="0" err="1"/>
                <a:t>뒤로가기</a:t>
              </a:r>
              <a:endParaRPr lang="ko-KR" altLang="en-US" sz="1600" b="1" dirty="0"/>
            </a:p>
          </p:txBody>
        </p: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213A089B-19E3-0EB9-95B6-7E54630E62C4}"/>
                </a:ext>
              </a:extLst>
            </p:cNvPr>
            <p:cNvGrpSpPr/>
            <p:nvPr/>
          </p:nvGrpSpPr>
          <p:grpSpPr>
            <a:xfrm>
              <a:off x="10116078" y="1253461"/>
              <a:ext cx="442800" cy="432000"/>
              <a:chOff x="10045510" y="1290859"/>
              <a:chExt cx="442800" cy="432000"/>
            </a:xfrm>
          </p:grpSpPr>
          <p:sp>
            <p:nvSpPr>
              <p:cNvPr id="72" name="타원 71">
                <a:extLst>
                  <a:ext uri="{FF2B5EF4-FFF2-40B4-BE49-F238E27FC236}">
                    <a16:creationId xmlns:a16="http://schemas.microsoft.com/office/drawing/2014/main" id="{1B9286DF-7E59-FAC6-6D19-3557F6D61948}"/>
                  </a:ext>
                </a:extLst>
              </p:cNvPr>
              <p:cNvSpPr/>
              <p:nvPr/>
            </p:nvSpPr>
            <p:spPr>
              <a:xfrm>
                <a:off x="10045510" y="1290859"/>
                <a:ext cx="442800" cy="432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73" name="그림 72">
                <a:extLst>
                  <a:ext uri="{FF2B5EF4-FFF2-40B4-BE49-F238E27FC236}">
                    <a16:creationId xmlns:a16="http://schemas.microsoft.com/office/drawing/2014/main" id="{0BF645AA-EFD6-ED15-D1D2-EE80836A64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3">
                        <a14:imgEffect>
                          <a14:colorTemperature colorTemp="7335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86704" y="1321625"/>
                <a:ext cx="360000" cy="360000"/>
              </a:xfrm>
              <a:prstGeom prst="rect">
                <a:avLst/>
              </a:prstGeom>
            </p:spPr>
          </p:pic>
        </p:grpSp>
      </p:grp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B3A61BA3-4288-E69A-380C-CF42F1AAF598}"/>
              </a:ext>
            </a:extLst>
          </p:cNvPr>
          <p:cNvSpPr/>
          <p:nvPr/>
        </p:nvSpPr>
        <p:spPr>
          <a:xfrm>
            <a:off x="1672417" y="1340346"/>
            <a:ext cx="1287784" cy="412793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6C9A790-C131-60F0-151F-6EB29906EDC9}"/>
              </a:ext>
            </a:extLst>
          </p:cNvPr>
          <p:cNvSpPr txBox="1"/>
          <p:nvPr/>
        </p:nvSpPr>
        <p:spPr>
          <a:xfrm>
            <a:off x="1742494" y="1389724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 err="1"/>
              <a:t>스탯</a:t>
            </a:r>
            <a:endParaRPr lang="ko-KR" altLang="en-US" sz="1400" b="1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15452CAA-A6E2-3157-1843-093885EEF85B}"/>
              </a:ext>
            </a:extLst>
          </p:cNvPr>
          <p:cNvSpPr txBox="1"/>
          <p:nvPr/>
        </p:nvSpPr>
        <p:spPr>
          <a:xfrm>
            <a:off x="1689195" y="1676213"/>
            <a:ext cx="36420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체력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231FAF1-8D33-8B9A-64F7-6902254B515B}"/>
              </a:ext>
            </a:extLst>
          </p:cNvPr>
          <p:cNvSpPr txBox="1"/>
          <p:nvPr/>
        </p:nvSpPr>
        <p:spPr>
          <a:xfrm>
            <a:off x="1689195" y="1919671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체력 재생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8F4C512-1924-1A69-DD32-416BB363AB84}"/>
              </a:ext>
            </a:extLst>
          </p:cNvPr>
          <p:cNvSpPr txBox="1"/>
          <p:nvPr/>
        </p:nvSpPr>
        <p:spPr>
          <a:xfrm>
            <a:off x="1689195" y="2163129"/>
            <a:ext cx="4539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피해량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6259814C-7D35-8B8E-982C-13FAD1B08E20}"/>
              </a:ext>
            </a:extLst>
          </p:cNvPr>
          <p:cNvSpPr txBox="1"/>
          <p:nvPr/>
        </p:nvSpPr>
        <p:spPr>
          <a:xfrm>
            <a:off x="1689195" y="2406587"/>
            <a:ext cx="7553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이동속도 증가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A3199B04-DCD9-5014-4264-0C535765501C}"/>
              </a:ext>
            </a:extLst>
          </p:cNvPr>
          <p:cNvSpPr txBox="1"/>
          <p:nvPr/>
        </p:nvSpPr>
        <p:spPr>
          <a:xfrm>
            <a:off x="1689195" y="2650045"/>
            <a:ext cx="4539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방어력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733209E-BE90-578D-A636-70525D195BD0}"/>
              </a:ext>
            </a:extLst>
          </p:cNvPr>
          <p:cNvSpPr txBox="1"/>
          <p:nvPr/>
        </p:nvSpPr>
        <p:spPr>
          <a:xfrm>
            <a:off x="1689195" y="2893503"/>
            <a:ext cx="36420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마력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5844E14C-93E4-BC7B-B63A-8A10D1383BBA}"/>
              </a:ext>
            </a:extLst>
          </p:cNvPr>
          <p:cNvSpPr txBox="1"/>
          <p:nvPr/>
        </p:nvSpPr>
        <p:spPr>
          <a:xfrm>
            <a:off x="1689195" y="3136961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마력 회복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5A131759-CD8E-4CC5-D621-8AE6FF1B539D}"/>
              </a:ext>
            </a:extLst>
          </p:cNvPr>
          <p:cNvSpPr txBox="1"/>
          <p:nvPr/>
        </p:nvSpPr>
        <p:spPr>
          <a:xfrm>
            <a:off x="1689195" y="3380419"/>
            <a:ext cx="84510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재사용 대기시간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0036FE09-BDF0-D142-2E4B-52D5A2327950}"/>
              </a:ext>
            </a:extLst>
          </p:cNvPr>
          <p:cNvSpPr txBox="1"/>
          <p:nvPr/>
        </p:nvSpPr>
        <p:spPr>
          <a:xfrm>
            <a:off x="1689195" y="3623877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속성 피해량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03153059-7B41-AB63-D730-8273B66EEE32}"/>
              </a:ext>
            </a:extLst>
          </p:cNvPr>
          <p:cNvSpPr txBox="1"/>
          <p:nvPr/>
        </p:nvSpPr>
        <p:spPr>
          <a:xfrm>
            <a:off x="2586212" y="1676213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100</a:t>
            </a:r>
            <a:endParaRPr lang="ko-KR" altLang="en-US" sz="700" b="1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F04B39E-5E49-68DA-75E7-E56044630A2C}"/>
              </a:ext>
            </a:extLst>
          </p:cNvPr>
          <p:cNvSpPr txBox="1"/>
          <p:nvPr/>
        </p:nvSpPr>
        <p:spPr>
          <a:xfrm>
            <a:off x="2531711" y="1919671"/>
            <a:ext cx="39305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1.0/s</a:t>
            </a:r>
            <a:endParaRPr lang="ko-KR" altLang="en-US" sz="700" b="1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3230D1A-0D47-753E-02CF-96D458327B5D}"/>
              </a:ext>
            </a:extLst>
          </p:cNvPr>
          <p:cNvSpPr txBox="1"/>
          <p:nvPr/>
        </p:nvSpPr>
        <p:spPr>
          <a:xfrm>
            <a:off x="2494841" y="2163129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+10%</a:t>
            </a:r>
            <a:endParaRPr lang="ko-KR" altLang="en-US" sz="700" b="1" dirty="0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ACA8DF1B-A5C6-4CAA-678D-904B62454D7E}"/>
              </a:ext>
            </a:extLst>
          </p:cNvPr>
          <p:cNvSpPr txBox="1"/>
          <p:nvPr/>
        </p:nvSpPr>
        <p:spPr>
          <a:xfrm>
            <a:off x="2688804" y="2406587"/>
            <a:ext cx="23596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0</a:t>
            </a:r>
            <a:endParaRPr lang="ko-KR" altLang="en-US" sz="700" b="1" dirty="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EE001E8-DDEB-4C14-DBD0-E22C8694D70E}"/>
              </a:ext>
            </a:extLst>
          </p:cNvPr>
          <p:cNvSpPr txBox="1"/>
          <p:nvPr/>
        </p:nvSpPr>
        <p:spPr>
          <a:xfrm>
            <a:off x="2688804" y="2650045"/>
            <a:ext cx="23596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0</a:t>
            </a:r>
            <a:endParaRPr lang="ko-KR" altLang="en-US" sz="700" b="1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575BA6F-C235-E459-2BA8-7ECE67D30B43}"/>
              </a:ext>
            </a:extLst>
          </p:cNvPr>
          <p:cNvSpPr txBox="1"/>
          <p:nvPr/>
        </p:nvSpPr>
        <p:spPr>
          <a:xfrm>
            <a:off x="2586212" y="2893503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100</a:t>
            </a:r>
            <a:endParaRPr lang="ko-KR" altLang="en-US" sz="700" b="1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891D8FBC-67D5-9E82-0D35-FFB16B78EC04}"/>
              </a:ext>
            </a:extLst>
          </p:cNvPr>
          <p:cNvSpPr txBox="1"/>
          <p:nvPr/>
        </p:nvSpPr>
        <p:spPr>
          <a:xfrm>
            <a:off x="2549343" y="3136961"/>
            <a:ext cx="37542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+1.0</a:t>
            </a:r>
            <a:endParaRPr lang="ko-KR" altLang="en-US" sz="700" b="1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F6BE09D1-B03C-E6B0-E83D-52B14CBB7B95}"/>
              </a:ext>
            </a:extLst>
          </p:cNvPr>
          <p:cNvSpPr txBox="1"/>
          <p:nvPr/>
        </p:nvSpPr>
        <p:spPr>
          <a:xfrm>
            <a:off x="2522093" y="3380419"/>
            <a:ext cx="40267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-10%</a:t>
            </a:r>
            <a:endParaRPr lang="ko-KR" altLang="en-US" sz="700" b="1" dirty="0"/>
          </a:p>
        </p:txBody>
      </p:sp>
      <p:cxnSp>
        <p:nvCxnSpPr>
          <p:cNvPr id="131" name="직선 연결선 130">
            <a:extLst>
              <a:ext uri="{FF2B5EF4-FFF2-40B4-BE49-F238E27FC236}">
                <a16:creationId xmlns:a16="http://schemas.microsoft.com/office/drawing/2014/main" id="{6EE7B80E-15EC-387E-5772-7AEB968B8CA3}"/>
              </a:ext>
            </a:extLst>
          </p:cNvPr>
          <p:cNvCxnSpPr/>
          <p:nvPr/>
        </p:nvCxnSpPr>
        <p:spPr>
          <a:xfrm>
            <a:off x="1742494" y="1876268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직선 연결선 131">
            <a:extLst>
              <a:ext uri="{FF2B5EF4-FFF2-40B4-BE49-F238E27FC236}">
                <a16:creationId xmlns:a16="http://schemas.microsoft.com/office/drawing/2014/main" id="{826DCF1C-273E-6CF8-C41D-862081D0E681}"/>
              </a:ext>
            </a:extLst>
          </p:cNvPr>
          <p:cNvCxnSpPr/>
          <p:nvPr/>
        </p:nvCxnSpPr>
        <p:spPr>
          <a:xfrm>
            <a:off x="1742494" y="2119726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B9A0B36A-D3F3-4484-B6D9-4D53DA1AB845}"/>
              </a:ext>
            </a:extLst>
          </p:cNvPr>
          <p:cNvCxnSpPr/>
          <p:nvPr/>
        </p:nvCxnSpPr>
        <p:spPr>
          <a:xfrm>
            <a:off x="1742494" y="2363184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직선 연결선 133">
            <a:extLst>
              <a:ext uri="{FF2B5EF4-FFF2-40B4-BE49-F238E27FC236}">
                <a16:creationId xmlns:a16="http://schemas.microsoft.com/office/drawing/2014/main" id="{03BFBCB1-64F9-9275-082F-7E4CC4EFBFDA}"/>
              </a:ext>
            </a:extLst>
          </p:cNvPr>
          <p:cNvCxnSpPr/>
          <p:nvPr/>
        </p:nvCxnSpPr>
        <p:spPr>
          <a:xfrm>
            <a:off x="1742494" y="2606642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직선 연결선 134">
            <a:extLst>
              <a:ext uri="{FF2B5EF4-FFF2-40B4-BE49-F238E27FC236}">
                <a16:creationId xmlns:a16="http://schemas.microsoft.com/office/drawing/2014/main" id="{D722CEA3-1A40-A0E7-3CFC-092D9E27EFE2}"/>
              </a:ext>
            </a:extLst>
          </p:cNvPr>
          <p:cNvCxnSpPr/>
          <p:nvPr/>
        </p:nvCxnSpPr>
        <p:spPr>
          <a:xfrm>
            <a:off x="1742494" y="285010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직선 연결선 135">
            <a:extLst>
              <a:ext uri="{FF2B5EF4-FFF2-40B4-BE49-F238E27FC236}">
                <a16:creationId xmlns:a16="http://schemas.microsoft.com/office/drawing/2014/main" id="{D4C6B872-D15E-E286-CF44-C764CB2CB5C9}"/>
              </a:ext>
            </a:extLst>
          </p:cNvPr>
          <p:cNvCxnSpPr/>
          <p:nvPr/>
        </p:nvCxnSpPr>
        <p:spPr>
          <a:xfrm>
            <a:off x="1742494" y="3093558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직선 연결선 136">
            <a:extLst>
              <a:ext uri="{FF2B5EF4-FFF2-40B4-BE49-F238E27FC236}">
                <a16:creationId xmlns:a16="http://schemas.microsoft.com/office/drawing/2014/main" id="{80C1D34A-1FB2-48C5-F30C-D38A3561A589}"/>
              </a:ext>
            </a:extLst>
          </p:cNvPr>
          <p:cNvCxnSpPr/>
          <p:nvPr/>
        </p:nvCxnSpPr>
        <p:spPr>
          <a:xfrm>
            <a:off x="1742494" y="3337016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TextBox 175">
            <a:extLst>
              <a:ext uri="{FF2B5EF4-FFF2-40B4-BE49-F238E27FC236}">
                <a16:creationId xmlns:a16="http://schemas.microsoft.com/office/drawing/2014/main" id="{AA4F8270-8FFF-15A1-77B4-51178F640F5F}"/>
              </a:ext>
            </a:extLst>
          </p:cNvPr>
          <p:cNvSpPr txBox="1"/>
          <p:nvPr/>
        </p:nvSpPr>
        <p:spPr>
          <a:xfrm>
            <a:off x="2494841" y="3618963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+10%</a:t>
            </a:r>
            <a:endParaRPr lang="ko-KR" altLang="en-US" sz="700" b="1" dirty="0"/>
          </a:p>
        </p:txBody>
      </p: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0A50F67A-B8DA-4605-50B0-1E7DEF1C5436}"/>
              </a:ext>
            </a:extLst>
          </p:cNvPr>
          <p:cNvCxnSpPr/>
          <p:nvPr/>
        </p:nvCxnSpPr>
        <p:spPr>
          <a:xfrm>
            <a:off x="1716809" y="3596187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37F548D8-8039-1199-5CB5-304BA9EC7A9E}"/>
              </a:ext>
            </a:extLst>
          </p:cNvPr>
          <p:cNvSpPr txBox="1"/>
          <p:nvPr/>
        </p:nvSpPr>
        <p:spPr>
          <a:xfrm>
            <a:off x="1689195" y="3864994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투사체 개수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502DEDA2-ADDD-380A-E349-CAADCECE968A}"/>
              </a:ext>
            </a:extLst>
          </p:cNvPr>
          <p:cNvSpPr txBox="1"/>
          <p:nvPr/>
        </p:nvSpPr>
        <p:spPr>
          <a:xfrm>
            <a:off x="2688805" y="3860080"/>
            <a:ext cx="23596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</a:t>
            </a:r>
            <a:endParaRPr lang="ko-KR" altLang="en-US" sz="700" b="1" dirty="0"/>
          </a:p>
        </p:txBody>
      </p:sp>
      <p:cxnSp>
        <p:nvCxnSpPr>
          <p:cNvPr id="148" name="직선 연결선 147">
            <a:extLst>
              <a:ext uri="{FF2B5EF4-FFF2-40B4-BE49-F238E27FC236}">
                <a16:creationId xmlns:a16="http://schemas.microsoft.com/office/drawing/2014/main" id="{4CA96472-2CF1-8DF7-7FD0-F1BA3022BAF3}"/>
              </a:ext>
            </a:extLst>
          </p:cNvPr>
          <p:cNvCxnSpPr/>
          <p:nvPr/>
        </p:nvCxnSpPr>
        <p:spPr>
          <a:xfrm>
            <a:off x="1742494" y="3836443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85FF5F99-78BC-2BD6-FF4A-B7D2219442A3}"/>
              </a:ext>
            </a:extLst>
          </p:cNvPr>
          <p:cNvSpPr txBox="1"/>
          <p:nvPr/>
        </p:nvSpPr>
        <p:spPr>
          <a:xfrm>
            <a:off x="1689195" y="4131838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투사체 크기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3F4EA56F-D4EB-00C0-E060-E664A56D9E86}"/>
              </a:ext>
            </a:extLst>
          </p:cNvPr>
          <p:cNvSpPr txBox="1"/>
          <p:nvPr/>
        </p:nvSpPr>
        <p:spPr>
          <a:xfrm>
            <a:off x="2494841" y="4126924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+20%</a:t>
            </a:r>
            <a:endParaRPr lang="ko-KR" altLang="en-US" sz="700" b="1" dirty="0"/>
          </a:p>
        </p:txBody>
      </p:sp>
      <p:cxnSp>
        <p:nvCxnSpPr>
          <p:cNvPr id="154" name="직선 연결선 153">
            <a:extLst>
              <a:ext uri="{FF2B5EF4-FFF2-40B4-BE49-F238E27FC236}">
                <a16:creationId xmlns:a16="http://schemas.microsoft.com/office/drawing/2014/main" id="{4953AB49-D2FC-2D02-CFB3-69DF926758E0}"/>
              </a:ext>
            </a:extLst>
          </p:cNvPr>
          <p:cNvCxnSpPr/>
          <p:nvPr/>
        </p:nvCxnSpPr>
        <p:spPr>
          <a:xfrm>
            <a:off x="1742494" y="4086612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E6EF8A90-CF25-6688-2CE1-089442A0CC06}"/>
              </a:ext>
            </a:extLst>
          </p:cNvPr>
          <p:cNvSpPr txBox="1"/>
          <p:nvPr/>
        </p:nvSpPr>
        <p:spPr>
          <a:xfrm>
            <a:off x="1689195" y="4398151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방어막 체력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59EB4EA2-9F49-C940-DA2D-DECB3F3BCD76}"/>
              </a:ext>
            </a:extLst>
          </p:cNvPr>
          <p:cNvSpPr txBox="1"/>
          <p:nvPr/>
        </p:nvSpPr>
        <p:spPr>
          <a:xfrm>
            <a:off x="2586212" y="4393237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300</a:t>
            </a:r>
            <a:endParaRPr lang="ko-KR" altLang="en-US" sz="700" b="1" dirty="0"/>
          </a:p>
        </p:txBody>
      </p:sp>
      <p:cxnSp>
        <p:nvCxnSpPr>
          <p:cNvPr id="160" name="직선 연결선 159">
            <a:extLst>
              <a:ext uri="{FF2B5EF4-FFF2-40B4-BE49-F238E27FC236}">
                <a16:creationId xmlns:a16="http://schemas.microsoft.com/office/drawing/2014/main" id="{3E2FBF8E-B858-B797-E5A4-79A8C4957B70}"/>
              </a:ext>
            </a:extLst>
          </p:cNvPr>
          <p:cNvCxnSpPr/>
          <p:nvPr/>
        </p:nvCxnSpPr>
        <p:spPr>
          <a:xfrm>
            <a:off x="1742494" y="435451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8000BED8-E30B-984B-7541-00AE85E9A53B}"/>
              </a:ext>
            </a:extLst>
          </p:cNvPr>
          <p:cNvSpPr txBox="1"/>
          <p:nvPr/>
        </p:nvSpPr>
        <p:spPr>
          <a:xfrm>
            <a:off x="1689195" y="4658422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기술 범위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37D43C64-718C-D708-B2ED-15FEF58F3DE2}"/>
              </a:ext>
            </a:extLst>
          </p:cNvPr>
          <p:cNvSpPr txBox="1"/>
          <p:nvPr/>
        </p:nvSpPr>
        <p:spPr>
          <a:xfrm>
            <a:off x="2494841" y="4653508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+20%</a:t>
            </a:r>
            <a:endParaRPr lang="ko-KR" altLang="en-US" sz="700" b="1" dirty="0"/>
          </a:p>
        </p:txBody>
      </p:sp>
      <p:cxnSp>
        <p:nvCxnSpPr>
          <p:cNvPr id="177" name="직선 연결선 176">
            <a:extLst>
              <a:ext uri="{FF2B5EF4-FFF2-40B4-BE49-F238E27FC236}">
                <a16:creationId xmlns:a16="http://schemas.microsoft.com/office/drawing/2014/main" id="{81DBC574-A5E6-111B-F12C-840E91ED9E11}"/>
              </a:ext>
            </a:extLst>
          </p:cNvPr>
          <p:cNvCxnSpPr/>
          <p:nvPr/>
        </p:nvCxnSpPr>
        <p:spPr>
          <a:xfrm>
            <a:off x="1742494" y="462126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9EAC7D04-4012-9190-248E-35FC98A5E431}"/>
              </a:ext>
            </a:extLst>
          </p:cNvPr>
          <p:cNvSpPr txBox="1"/>
          <p:nvPr/>
        </p:nvSpPr>
        <p:spPr>
          <a:xfrm>
            <a:off x="1689195" y="4902117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경험치 획득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48A8ACCF-3CE8-FFFD-60F4-65856088F4BD}"/>
              </a:ext>
            </a:extLst>
          </p:cNvPr>
          <p:cNvSpPr txBox="1"/>
          <p:nvPr/>
        </p:nvSpPr>
        <p:spPr>
          <a:xfrm>
            <a:off x="2494841" y="4897203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+50%</a:t>
            </a:r>
            <a:endParaRPr lang="ko-KR" altLang="en-US" sz="700" b="1" dirty="0"/>
          </a:p>
        </p:txBody>
      </p:sp>
      <p:cxnSp>
        <p:nvCxnSpPr>
          <p:cNvPr id="180" name="직선 연결선 179">
            <a:extLst>
              <a:ext uri="{FF2B5EF4-FFF2-40B4-BE49-F238E27FC236}">
                <a16:creationId xmlns:a16="http://schemas.microsoft.com/office/drawing/2014/main" id="{F8EBCE6A-FD46-5251-7E4C-992900DF7607}"/>
              </a:ext>
            </a:extLst>
          </p:cNvPr>
          <p:cNvCxnSpPr/>
          <p:nvPr/>
        </p:nvCxnSpPr>
        <p:spPr>
          <a:xfrm>
            <a:off x="1742494" y="4864955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DE1A836A-83F2-12BC-674D-B2C893DA22DD}"/>
              </a:ext>
            </a:extLst>
          </p:cNvPr>
          <p:cNvSpPr txBox="1"/>
          <p:nvPr/>
        </p:nvSpPr>
        <p:spPr>
          <a:xfrm>
            <a:off x="1689195" y="5145812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획득 반경</a:t>
            </a: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A28773C7-64E4-DCA9-1935-98C1D77A376B}"/>
              </a:ext>
            </a:extLst>
          </p:cNvPr>
          <p:cNvSpPr txBox="1"/>
          <p:nvPr/>
        </p:nvSpPr>
        <p:spPr>
          <a:xfrm>
            <a:off x="2494841" y="5140898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+50%</a:t>
            </a:r>
            <a:endParaRPr lang="ko-KR" altLang="en-US" sz="700" b="1" dirty="0"/>
          </a:p>
        </p:txBody>
      </p:sp>
      <p:cxnSp>
        <p:nvCxnSpPr>
          <p:cNvPr id="183" name="직선 연결선 182">
            <a:extLst>
              <a:ext uri="{FF2B5EF4-FFF2-40B4-BE49-F238E27FC236}">
                <a16:creationId xmlns:a16="http://schemas.microsoft.com/office/drawing/2014/main" id="{85FBC75C-2C5F-2A6F-5B29-48B1A33CAA74}"/>
              </a:ext>
            </a:extLst>
          </p:cNvPr>
          <p:cNvCxnSpPr/>
          <p:nvPr/>
        </p:nvCxnSpPr>
        <p:spPr>
          <a:xfrm>
            <a:off x="1742494" y="510865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DBFEAF3D-5A69-3F7E-C723-29F7FA6F0E9E}"/>
              </a:ext>
            </a:extLst>
          </p:cNvPr>
          <p:cNvSpPr txBox="1"/>
          <p:nvPr/>
        </p:nvSpPr>
        <p:spPr>
          <a:xfrm>
            <a:off x="2183501" y="3634510"/>
            <a:ext cx="377026" cy="1769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550" b="1" dirty="0"/>
              <a:t>(</a:t>
            </a:r>
            <a:r>
              <a:rPr lang="ko-KR" altLang="en-US" sz="550" b="1" dirty="0"/>
              <a:t>전체</a:t>
            </a:r>
            <a:r>
              <a:rPr lang="en-US" altLang="ko-KR" sz="550" b="1" dirty="0"/>
              <a:t>)</a:t>
            </a:r>
            <a:endParaRPr lang="ko-KR" altLang="en-US" sz="55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78B087-76D9-AFAA-1A2B-DCDCE78E1741}"/>
              </a:ext>
            </a:extLst>
          </p:cNvPr>
          <p:cNvSpPr txBox="1"/>
          <p:nvPr/>
        </p:nvSpPr>
        <p:spPr>
          <a:xfrm>
            <a:off x="912000" y="67859"/>
            <a:ext cx="2371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 err="1"/>
              <a:t>인게임</a:t>
            </a:r>
            <a:r>
              <a:rPr lang="ko-KR" altLang="en-US" dirty="0"/>
              <a:t> </a:t>
            </a:r>
            <a:r>
              <a:rPr lang="ko-KR" altLang="en-US" dirty="0" err="1"/>
              <a:t>상태창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2097221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E9A71-E509-7A5E-560D-826D7B60B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442DA968-FEC6-8FF3-13E9-4B301BC25D15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B63CE5F-0658-0ED0-17B9-7624557DB309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1DE63D1-36CD-CAB7-9561-C702531116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DEE4115-4465-423F-590B-FDB31D94C66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398EDD6-5165-8C20-E2B4-AB090942F10E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FFF40AA-9E53-53A9-8B12-65BD3512AEC4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421E9CCE-F38C-5454-2EB0-08BFD32F5C1C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A3421D3-4096-70D2-9C83-FB055D95987A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48A4F51D-53B2-BA54-F1D7-5DB84B7C39D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D886849B-732D-D6F1-B134-AF57FCFA0E3B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A142AF39-2263-77D3-C49B-31FF67D8838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2FBFA4E3-ADD0-C5D6-00D9-336B4E0BE259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7841C1BA-0827-15F6-6B6B-918FE94C9685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E1A6B897-0D41-3FC4-B058-A2FEF0CC8889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86376B22-19DC-178E-51F0-C92B4B292773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3" name="그림 22">
            <a:extLst>
              <a:ext uri="{FF2B5EF4-FFF2-40B4-BE49-F238E27FC236}">
                <a16:creationId xmlns:a16="http://schemas.microsoft.com/office/drawing/2014/main" id="{5D2D7D58-B1DA-7CAD-2A70-B589794F609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2B282777-EA04-9CEB-99F0-D60C373B990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26762B85-AFAC-EB65-B822-1332F384ABAC}"/>
              </a:ext>
            </a:extLst>
          </p:cNvPr>
          <p:cNvSpPr/>
          <p:nvPr/>
        </p:nvSpPr>
        <p:spPr>
          <a:xfrm>
            <a:off x="5356364" y="5470509"/>
            <a:ext cx="965329" cy="307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8E854051-D925-6921-F52E-B8886904A7DE}"/>
              </a:ext>
            </a:extLst>
          </p:cNvPr>
          <p:cNvGrpSpPr/>
          <p:nvPr/>
        </p:nvGrpSpPr>
        <p:grpSpPr>
          <a:xfrm>
            <a:off x="2862181" y="5502193"/>
            <a:ext cx="6034244" cy="413049"/>
            <a:chOff x="2223232" y="5433771"/>
            <a:chExt cx="6034244" cy="413049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9AAAD166-9538-CCCB-2231-C4161F09A0BD}"/>
                </a:ext>
              </a:extLst>
            </p:cNvPr>
            <p:cNvSpPr/>
            <p:nvPr/>
          </p:nvSpPr>
          <p:spPr>
            <a:xfrm>
              <a:off x="2223232" y="5743665"/>
              <a:ext cx="6034244" cy="1031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C971C58-9143-CCB1-70D1-B0D2480C6D42}"/>
                </a:ext>
              </a:extLst>
            </p:cNvPr>
            <p:cNvSpPr txBox="1"/>
            <p:nvPr/>
          </p:nvSpPr>
          <p:spPr>
            <a:xfrm>
              <a:off x="4732524" y="5433771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/>
                <a:t>보스 이름</a:t>
              </a: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FC27FD70-63F2-EF89-2D16-0F0FD2D572EB}"/>
              </a:ext>
            </a:extLst>
          </p:cNvPr>
          <p:cNvGrpSpPr/>
          <p:nvPr/>
        </p:nvGrpSpPr>
        <p:grpSpPr>
          <a:xfrm>
            <a:off x="1608805" y="1160999"/>
            <a:ext cx="9072002" cy="4466010"/>
            <a:chOff x="1608805" y="1160999"/>
            <a:chExt cx="9072002" cy="4466010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0688EEEB-6662-7FA8-205E-30727E9AF44A}"/>
                </a:ext>
              </a:extLst>
            </p:cNvPr>
            <p:cNvSpPr/>
            <p:nvPr/>
          </p:nvSpPr>
          <p:spPr>
            <a:xfrm>
              <a:off x="1608805" y="1160999"/>
              <a:ext cx="9072002" cy="4466010"/>
            </a:xfrm>
            <a:prstGeom prst="rect">
              <a:avLst/>
            </a:prstGeom>
            <a:solidFill>
              <a:srgbClr val="F8E8C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8C9998F1-6860-1ADF-D277-9C4F283CF388}"/>
                </a:ext>
              </a:extLst>
            </p:cNvPr>
            <p:cNvSpPr/>
            <p:nvPr/>
          </p:nvSpPr>
          <p:spPr>
            <a:xfrm>
              <a:off x="3117500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9CC2E49E-32A2-C801-4561-DBFF052100CB}"/>
                </a:ext>
              </a:extLst>
            </p:cNvPr>
            <p:cNvSpPr/>
            <p:nvPr/>
          </p:nvSpPr>
          <p:spPr>
            <a:xfrm>
              <a:off x="3765499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BC06261E-8CC5-E2BE-3FED-E9234ADE55AE}"/>
                </a:ext>
              </a:extLst>
            </p:cNvPr>
            <p:cNvSpPr/>
            <p:nvPr/>
          </p:nvSpPr>
          <p:spPr>
            <a:xfrm>
              <a:off x="4413498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A6392A18-1F75-411F-652E-722C2E4F86EF}"/>
                </a:ext>
              </a:extLst>
            </p:cNvPr>
            <p:cNvSpPr/>
            <p:nvPr/>
          </p:nvSpPr>
          <p:spPr>
            <a:xfrm>
              <a:off x="5051947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7ACF88FC-DE31-347A-3881-E2921581CB12}"/>
                </a:ext>
              </a:extLst>
            </p:cNvPr>
            <p:cNvSpPr/>
            <p:nvPr/>
          </p:nvSpPr>
          <p:spPr>
            <a:xfrm>
              <a:off x="5699946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26845EDC-ADAB-713C-DFD5-DB2F0168CCFF}"/>
                </a:ext>
              </a:extLst>
            </p:cNvPr>
            <p:cNvSpPr/>
            <p:nvPr/>
          </p:nvSpPr>
          <p:spPr>
            <a:xfrm>
              <a:off x="6341595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F30C4D1E-A8EB-ED07-1508-2740372D4C09}"/>
                </a:ext>
              </a:extLst>
            </p:cNvPr>
            <p:cNvSpPr/>
            <p:nvPr/>
          </p:nvSpPr>
          <p:spPr>
            <a:xfrm>
              <a:off x="6980404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DADC4858-611D-2ADF-03D9-81DDBE18BF44}"/>
                </a:ext>
              </a:extLst>
            </p:cNvPr>
            <p:cNvSpPr/>
            <p:nvPr/>
          </p:nvSpPr>
          <p:spPr>
            <a:xfrm>
              <a:off x="7627393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A0244890-D77D-56EA-39C3-8F1A194BC243}"/>
                </a:ext>
              </a:extLst>
            </p:cNvPr>
            <p:cNvGrpSpPr/>
            <p:nvPr/>
          </p:nvGrpSpPr>
          <p:grpSpPr>
            <a:xfrm>
              <a:off x="3110628" y="1316129"/>
              <a:ext cx="1691903" cy="369332"/>
              <a:chOff x="3110628" y="1316129"/>
              <a:chExt cx="1691903" cy="369332"/>
            </a:xfrm>
          </p:grpSpPr>
          <p:grpSp>
            <p:nvGrpSpPr>
              <p:cNvPr id="92" name="그룹 91">
                <a:extLst>
                  <a:ext uri="{FF2B5EF4-FFF2-40B4-BE49-F238E27FC236}">
                    <a16:creationId xmlns:a16="http://schemas.microsoft.com/office/drawing/2014/main" id="{EDEF71F0-E7A1-E58E-6163-9BF0044A4AB2}"/>
                  </a:ext>
                </a:extLst>
              </p:cNvPr>
              <p:cNvGrpSpPr/>
              <p:nvPr/>
            </p:nvGrpSpPr>
            <p:grpSpPr>
              <a:xfrm>
                <a:off x="3110628" y="1343633"/>
                <a:ext cx="1691903" cy="314325"/>
                <a:chOff x="6933508" y="0"/>
                <a:chExt cx="1238001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94" name="직사각형 93">
                  <a:extLst>
                    <a:ext uri="{FF2B5EF4-FFF2-40B4-BE49-F238E27FC236}">
                      <a16:creationId xmlns:a16="http://schemas.microsoft.com/office/drawing/2014/main" id="{ED0F45CB-241D-6F84-771A-CFD07CDA7760}"/>
                    </a:ext>
                  </a:extLst>
                </p:cNvPr>
                <p:cNvSpPr/>
                <p:nvPr/>
              </p:nvSpPr>
              <p:spPr>
                <a:xfrm>
                  <a:off x="6933508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5" name="사각형: 둥근 모서리 94">
                  <a:extLst>
                    <a:ext uri="{FF2B5EF4-FFF2-40B4-BE49-F238E27FC236}">
                      <a16:creationId xmlns:a16="http://schemas.microsoft.com/office/drawing/2014/main" id="{F6CC8395-3B27-48CF-ACAC-66476E7A8437}"/>
                    </a:ext>
                  </a:extLst>
                </p:cNvPr>
                <p:cNvSpPr/>
                <p:nvPr/>
              </p:nvSpPr>
              <p:spPr>
                <a:xfrm>
                  <a:off x="7282509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E249B1FE-74F6-CF18-FFBA-6201F8AF5F1D}"/>
                  </a:ext>
                </a:extLst>
              </p:cNvPr>
              <p:cNvSpPr txBox="1"/>
              <p:nvPr/>
            </p:nvSpPr>
            <p:spPr>
              <a:xfrm>
                <a:off x="3170624" y="1316129"/>
                <a:ext cx="11897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공격 스킬</a:t>
                </a:r>
              </a:p>
            </p:txBody>
          </p:sp>
        </p:grp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061290C3-16D9-D249-D8F8-D277DD082486}"/>
                </a:ext>
              </a:extLst>
            </p:cNvPr>
            <p:cNvGrpSpPr/>
            <p:nvPr/>
          </p:nvGrpSpPr>
          <p:grpSpPr>
            <a:xfrm>
              <a:off x="8509374" y="2394761"/>
              <a:ext cx="1691901" cy="369332"/>
              <a:chOff x="8509374" y="2394761"/>
              <a:chExt cx="1691901" cy="369332"/>
            </a:xfrm>
          </p:grpSpPr>
          <p:grpSp>
            <p:nvGrpSpPr>
              <p:cNvPr id="88" name="그룹 87">
                <a:extLst>
                  <a:ext uri="{FF2B5EF4-FFF2-40B4-BE49-F238E27FC236}">
                    <a16:creationId xmlns:a16="http://schemas.microsoft.com/office/drawing/2014/main" id="{A41F1F0F-B693-32C4-A109-C45EA78C8CC8}"/>
                  </a:ext>
                </a:extLst>
              </p:cNvPr>
              <p:cNvGrpSpPr/>
              <p:nvPr/>
            </p:nvGrpSpPr>
            <p:grpSpPr>
              <a:xfrm>
                <a:off x="8509374" y="2418990"/>
                <a:ext cx="1691901" cy="314325"/>
                <a:chOff x="5921500" y="0"/>
                <a:chExt cx="1238000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90" name="직사각형 89">
                  <a:extLst>
                    <a:ext uri="{FF2B5EF4-FFF2-40B4-BE49-F238E27FC236}">
                      <a16:creationId xmlns:a16="http://schemas.microsoft.com/office/drawing/2014/main" id="{6C24FAC0-B415-AA5C-6107-33BABB12AF97}"/>
                    </a:ext>
                  </a:extLst>
                </p:cNvPr>
                <p:cNvSpPr/>
                <p:nvPr/>
              </p:nvSpPr>
              <p:spPr>
                <a:xfrm>
                  <a:off x="5921500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12BB53ED-7AC4-2985-4224-E1C9E7851C50}"/>
                    </a:ext>
                  </a:extLst>
                </p:cNvPr>
                <p:cNvSpPr/>
                <p:nvPr/>
              </p:nvSpPr>
              <p:spPr>
                <a:xfrm>
                  <a:off x="6270500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3CC6F867-C916-F0AB-BFAC-D5DCD18E461B}"/>
                  </a:ext>
                </a:extLst>
              </p:cNvPr>
              <p:cNvSpPr txBox="1"/>
              <p:nvPr/>
            </p:nvSpPr>
            <p:spPr>
              <a:xfrm>
                <a:off x="8632015" y="2394761"/>
                <a:ext cx="11897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전략 스킬</a:t>
                </a:r>
              </a:p>
            </p:txBody>
          </p:sp>
        </p:grpSp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61366D68-031C-8D12-F70A-7AD3D5071AE9}"/>
                </a:ext>
              </a:extLst>
            </p:cNvPr>
            <p:cNvSpPr/>
            <p:nvPr/>
          </p:nvSpPr>
          <p:spPr>
            <a:xfrm>
              <a:off x="3140545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317A6E39-1EB6-572D-22D8-97144189AD07}"/>
                </a:ext>
              </a:extLst>
            </p:cNvPr>
            <p:cNvSpPr/>
            <p:nvPr/>
          </p:nvSpPr>
          <p:spPr>
            <a:xfrm>
              <a:off x="3784546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11CED4AF-833F-60E1-EFC1-8DAC9663211D}"/>
                </a:ext>
              </a:extLst>
            </p:cNvPr>
            <p:cNvSpPr/>
            <p:nvPr/>
          </p:nvSpPr>
          <p:spPr>
            <a:xfrm>
              <a:off x="4413498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07FE9709-08E6-BF0B-C7B0-557D88EE5BD2}"/>
                </a:ext>
              </a:extLst>
            </p:cNvPr>
            <p:cNvSpPr/>
            <p:nvPr/>
          </p:nvSpPr>
          <p:spPr>
            <a:xfrm>
              <a:off x="5051947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A8F2BF4F-C7B4-25FB-2F00-FD039380CDF7}"/>
                </a:ext>
              </a:extLst>
            </p:cNvPr>
            <p:cNvSpPr/>
            <p:nvPr/>
          </p:nvSpPr>
          <p:spPr>
            <a:xfrm>
              <a:off x="5699946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E347F84A-AB2A-FDD9-A0B0-AB4FBA4EEC71}"/>
                </a:ext>
              </a:extLst>
            </p:cNvPr>
            <p:cNvSpPr/>
            <p:nvPr/>
          </p:nvSpPr>
          <p:spPr>
            <a:xfrm>
              <a:off x="6341595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62FBB27A-D5FD-AC32-CEC5-47A0D942F751}"/>
                </a:ext>
              </a:extLst>
            </p:cNvPr>
            <p:cNvSpPr/>
            <p:nvPr/>
          </p:nvSpPr>
          <p:spPr>
            <a:xfrm>
              <a:off x="6980404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EEB0268F-3B46-6509-7DF4-BC71ED3D8B50}"/>
                </a:ext>
              </a:extLst>
            </p:cNvPr>
            <p:cNvSpPr/>
            <p:nvPr/>
          </p:nvSpPr>
          <p:spPr>
            <a:xfrm>
              <a:off x="7627393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90FA11EB-AFFC-8FDD-15E2-21E92F0DAFFE}"/>
                </a:ext>
              </a:extLst>
            </p:cNvPr>
            <p:cNvGrpSpPr/>
            <p:nvPr/>
          </p:nvGrpSpPr>
          <p:grpSpPr>
            <a:xfrm>
              <a:off x="3123413" y="4101398"/>
              <a:ext cx="939426" cy="369332"/>
              <a:chOff x="3123413" y="4101398"/>
              <a:chExt cx="939426" cy="369332"/>
            </a:xfrm>
          </p:grpSpPr>
          <p:grpSp>
            <p:nvGrpSpPr>
              <p:cNvPr id="84" name="그룹 83">
                <a:extLst>
                  <a:ext uri="{FF2B5EF4-FFF2-40B4-BE49-F238E27FC236}">
                    <a16:creationId xmlns:a16="http://schemas.microsoft.com/office/drawing/2014/main" id="{84E2F2CD-1C3E-A980-6177-AD232AF7F766}"/>
                  </a:ext>
                </a:extLst>
              </p:cNvPr>
              <p:cNvGrpSpPr/>
              <p:nvPr/>
            </p:nvGrpSpPr>
            <p:grpSpPr>
              <a:xfrm>
                <a:off x="3123413" y="4128902"/>
                <a:ext cx="939426" cy="314325"/>
                <a:chOff x="7760972" y="0"/>
                <a:chExt cx="1238000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86" name="직사각형 85">
                  <a:extLst>
                    <a:ext uri="{FF2B5EF4-FFF2-40B4-BE49-F238E27FC236}">
                      <a16:creationId xmlns:a16="http://schemas.microsoft.com/office/drawing/2014/main" id="{9D1E1D06-E77D-D914-A613-566C5199DB9F}"/>
                    </a:ext>
                  </a:extLst>
                </p:cNvPr>
                <p:cNvSpPr/>
                <p:nvPr/>
              </p:nvSpPr>
              <p:spPr>
                <a:xfrm>
                  <a:off x="7760972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87" name="사각형: 둥근 모서리 86">
                  <a:extLst>
                    <a:ext uri="{FF2B5EF4-FFF2-40B4-BE49-F238E27FC236}">
                      <a16:creationId xmlns:a16="http://schemas.microsoft.com/office/drawing/2014/main" id="{D6CEB589-CF04-04EC-0EFB-50E940091616}"/>
                    </a:ext>
                  </a:extLst>
                </p:cNvPr>
                <p:cNvSpPr/>
                <p:nvPr/>
              </p:nvSpPr>
              <p:spPr>
                <a:xfrm>
                  <a:off x="8109972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6CA7F756-34C5-AEE2-6877-8D04A871CCA4}"/>
                  </a:ext>
                </a:extLst>
              </p:cNvPr>
              <p:cNvSpPr txBox="1"/>
              <p:nvPr/>
            </p:nvSpPr>
            <p:spPr>
              <a:xfrm>
                <a:off x="3183410" y="4101398"/>
                <a:ext cx="6463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증강</a:t>
                </a:r>
              </a:p>
            </p:txBody>
          </p:sp>
        </p:grp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F7A70AF5-687C-1003-C8A3-3576C37A11FB}"/>
                </a:ext>
              </a:extLst>
            </p:cNvPr>
            <p:cNvSpPr/>
            <p:nvPr/>
          </p:nvSpPr>
          <p:spPr>
            <a:xfrm>
              <a:off x="3588996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0C064968-049F-C03C-C29E-C1886FD0A645}"/>
                </a:ext>
              </a:extLst>
            </p:cNvPr>
            <p:cNvSpPr/>
            <p:nvPr/>
          </p:nvSpPr>
          <p:spPr>
            <a:xfrm>
              <a:off x="4216709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2" name="사각형: 둥근 모서리 51">
              <a:extLst>
                <a:ext uri="{FF2B5EF4-FFF2-40B4-BE49-F238E27FC236}">
                  <a16:creationId xmlns:a16="http://schemas.microsoft.com/office/drawing/2014/main" id="{98DC6D11-041F-C8D9-352F-6930C66FF4D9}"/>
                </a:ext>
              </a:extLst>
            </p:cNvPr>
            <p:cNvSpPr/>
            <p:nvPr/>
          </p:nvSpPr>
          <p:spPr>
            <a:xfrm>
              <a:off x="4855158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42A26981-A36B-AA68-1AA4-017C813912F2}"/>
                </a:ext>
              </a:extLst>
            </p:cNvPr>
            <p:cNvSpPr/>
            <p:nvPr/>
          </p:nvSpPr>
          <p:spPr>
            <a:xfrm>
              <a:off x="5503157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08724405-E3A4-F46E-391E-7D3747265231}"/>
                </a:ext>
              </a:extLst>
            </p:cNvPr>
            <p:cNvSpPr/>
            <p:nvPr/>
          </p:nvSpPr>
          <p:spPr>
            <a:xfrm>
              <a:off x="6144806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BC6FBBA8-D932-1908-CB42-FE81046D454D}"/>
                </a:ext>
              </a:extLst>
            </p:cNvPr>
            <p:cNvSpPr/>
            <p:nvPr/>
          </p:nvSpPr>
          <p:spPr>
            <a:xfrm>
              <a:off x="6783615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B052FD91-C46C-5433-A2FA-198F675A55C4}"/>
                </a:ext>
              </a:extLst>
            </p:cNvPr>
            <p:cNvSpPr/>
            <p:nvPr/>
          </p:nvSpPr>
          <p:spPr>
            <a:xfrm>
              <a:off x="7430604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1459B032-1F3E-CB8B-98E2-DE3B8F7998C0}"/>
                </a:ext>
              </a:extLst>
            </p:cNvPr>
            <p:cNvSpPr/>
            <p:nvPr/>
          </p:nvSpPr>
          <p:spPr>
            <a:xfrm>
              <a:off x="3117349" y="2721522"/>
              <a:ext cx="674597" cy="31432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50CF6A3F-9401-9842-C5EF-95A81106EC21}"/>
                </a:ext>
              </a:extLst>
            </p:cNvPr>
            <p:cNvSpPr/>
            <p:nvPr/>
          </p:nvSpPr>
          <p:spPr>
            <a:xfrm>
              <a:off x="9289473" y="5094472"/>
              <a:ext cx="1168430" cy="314325"/>
            </a:xfrm>
            <a:prstGeom prst="roundRect">
              <a:avLst>
                <a:gd name="adj" fmla="val 50000"/>
              </a:avLst>
            </a:prstGeom>
            <a:solidFill>
              <a:srgbClr val="FF7C8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B9E54FEA-F90B-A36E-99AD-19C357E9B8D8}"/>
                </a:ext>
              </a:extLst>
            </p:cNvPr>
            <p:cNvGrpSpPr/>
            <p:nvPr/>
          </p:nvGrpSpPr>
          <p:grpSpPr>
            <a:xfrm>
              <a:off x="3177347" y="2689575"/>
              <a:ext cx="879429" cy="369332"/>
              <a:chOff x="3177347" y="2689575"/>
              <a:chExt cx="879429" cy="369332"/>
            </a:xfrm>
          </p:grpSpPr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E47F40E2-14EA-1C5B-341D-D8C1C153E662}"/>
                  </a:ext>
                </a:extLst>
              </p:cNvPr>
              <p:cNvSpPr/>
              <p:nvPr/>
            </p:nvSpPr>
            <p:spPr>
              <a:xfrm>
                <a:off x="3382179" y="2721522"/>
                <a:ext cx="674597" cy="314325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AE9332A1-4779-331E-FA50-2514EC7C16F5}"/>
                  </a:ext>
                </a:extLst>
              </p:cNvPr>
              <p:cNvSpPr txBox="1"/>
              <p:nvPr/>
            </p:nvSpPr>
            <p:spPr>
              <a:xfrm>
                <a:off x="3177347" y="2689575"/>
                <a:ext cx="6463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유물</a:t>
                </a:r>
              </a:p>
            </p:txBody>
          </p:sp>
        </p:grpSp>
        <p:sp>
          <p:nvSpPr>
            <p:cNvPr id="61" name="사각형: 둥근 모서리 60">
              <a:extLst>
                <a:ext uri="{FF2B5EF4-FFF2-40B4-BE49-F238E27FC236}">
                  <a16:creationId xmlns:a16="http://schemas.microsoft.com/office/drawing/2014/main" id="{318DD86F-8774-BAB6-4737-3FBCFE2D171F}"/>
                </a:ext>
              </a:extLst>
            </p:cNvPr>
            <p:cNvSpPr/>
            <p:nvPr/>
          </p:nvSpPr>
          <p:spPr>
            <a:xfrm>
              <a:off x="8632015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929B1236-B9EF-2342-0C1F-BAA37043C9D8}"/>
                </a:ext>
              </a:extLst>
            </p:cNvPr>
            <p:cNvSpPr/>
            <p:nvPr/>
          </p:nvSpPr>
          <p:spPr>
            <a:xfrm>
              <a:off x="9280014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F20A0E9E-8A56-E356-0776-6D92C0A39BC4}"/>
                </a:ext>
              </a:extLst>
            </p:cNvPr>
            <p:cNvSpPr/>
            <p:nvPr/>
          </p:nvSpPr>
          <p:spPr>
            <a:xfrm>
              <a:off x="8632015" y="3567208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A02184ED-40E3-1345-68D0-4B8A3D610064}"/>
                </a:ext>
              </a:extLst>
            </p:cNvPr>
            <p:cNvSpPr/>
            <p:nvPr/>
          </p:nvSpPr>
          <p:spPr>
            <a:xfrm>
              <a:off x="9270464" y="3567208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73C9E4F0-F162-0343-2D36-0F45E318C4A9}"/>
                </a:ext>
              </a:extLst>
            </p:cNvPr>
            <p:cNvSpPr/>
            <p:nvPr/>
          </p:nvSpPr>
          <p:spPr>
            <a:xfrm>
              <a:off x="9933952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77C7CBE7-C836-E734-2B3F-D2C3DDE0EB2C}"/>
                </a:ext>
              </a:extLst>
            </p:cNvPr>
            <p:cNvGrpSpPr/>
            <p:nvPr/>
          </p:nvGrpSpPr>
          <p:grpSpPr>
            <a:xfrm>
              <a:off x="3140545" y="3907709"/>
              <a:ext cx="5026848" cy="94497"/>
              <a:chOff x="2079166" y="5778191"/>
              <a:chExt cx="3082343" cy="142875"/>
            </a:xfrm>
          </p:grpSpPr>
          <p:sp>
            <p:nvSpPr>
              <p:cNvPr id="80" name="직사각형 79">
                <a:extLst>
                  <a:ext uri="{FF2B5EF4-FFF2-40B4-BE49-F238E27FC236}">
                    <a16:creationId xmlns:a16="http://schemas.microsoft.com/office/drawing/2014/main" id="{B3D7C38B-3148-4589-E528-337ACC27B43A}"/>
                  </a:ext>
                </a:extLst>
              </p:cNvPr>
              <p:cNvSpPr/>
              <p:nvPr/>
            </p:nvSpPr>
            <p:spPr>
              <a:xfrm>
                <a:off x="2079166" y="5778191"/>
                <a:ext cx="3082343" cy="14287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1" name="직사각형 80">
                <a:extLst>
                  <a:ext uri="{FF2B5EF4-FFF2-40B4-BE49-F238E27FC236}">
                    <a16:creationId xmlns:a16="http://schemas.microsoft.com/office/drawing/2014/main" id="{4A880D2A-5CE2-BFB4-CF3E-218C1E78D853}"/>
                  </a:ext>
                </a:extLst>
              </p:cNvPr>
              <p:cNvSpPr/>
              <p:nvPr/>
            </p:nvSpPr>
            <p:spPr>
              <a:xfrm>
                <a:off x="2086837" y="5778191"/>
                <a:ext cx="942817" cy="142875"/>
              </a:xfrm>
              <a:prstGeom prst="rect">
                <a:avLst/>
              </a:prstGeom>
              <a:solidFill>
                <a:srgbClr val="42F8BB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F86D9633-CCC6-938D-D4B8-A2A44A13B42C}"/>
                </a:ext>
              </a:extLst>
            </p:cNvPr>
            <p:cNvGrpSpPr/>
            <p:nvPr/>
          </p:nvGrpSpPr>
          <p:grpSpPr>
            <a:xfrm>
              <a:off x="3117349" y="5293938"/>
              <a:ext cx="5050044" cy="96902"/>
              <a:chOff x="2064943" y="5788972"/>
              <a:chExt cx="3096566" cy="146513"/>
            </a:xfrm>
          </p:grpSpPr>
          <p:sp>
            <p:nvSpPr>
              <p:cNvPr id="78" name="직사각형 77">
                <a:extLst>
                  <a:ext uri="{FF2B5EF4-FFF2-40B4-BE49-F238E27FC236}">
                    <a16:creationId xmlns:a16="http://schemas.microsoft.com/office/drawing/2014/main" id="{018C01C2-7A19-4739-42D9-23ED1C9AD86B}"/>
                  </a:ext>
                </a:extLst>
              </p:cNvPr>
              <p:cNvSpPr/>
              <p:nvPr/>
            </p:nvSpPr>
            <p:spPr>
              <a:xfrm>
                <a:off x="2064943" y="5788972"/>
                <a:ext cx="3096566" cy="14651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9" name="직사각형 78">
                <a:extLst>
                  <a:ext uri="{FF2B5EF4-FFF2-40B4-BE49-F238E27FC236}">
                    <a16:creationId xmlns:a16="http://schemas.microsoft.com/office/drawing/2014/main" id="{6BC8BB01-55DE-739F-C534-1F6B9614E06C}"/>
                  </a:ext>
                </a:extLst>
              </p:cNvPr>
              <p:cNvSpPr/>
              <p:nvPr/>
            </p:nvSpPr>
            <p:spPr>
              <a:xfrm>
                <a:off x="2127342" y="5792610"/>
                <a:ext cx="942817" cy="142875"/>
              </a:xfrm>
              <a:prstGeom prst="rect">
                <a:avLst/>
              </a:prstGeom>
              <a:solidFill>
                <a:srgbClr val="42F8BB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68" name="그룹 67">
              <a:extLst>
                <a:ext uri="{FF2B5EF4-FFF2-40B4-BE49-F238E27FC236}">
                  <a16:creationId xmlns:a16="http://schemas.microsoft.com/office/drawing/2014/main" id="{FB812080-C422-4C9A-C0A3-828963898C56}"/>
                </a:ext>
              </a:extLst>
            </p:cNvPr>
            <p:cNvGrpSpPr/>
            <p:nvPr/>
          </p:nvGrpSpPr>
          <p:grpSpPr>
            <a:xfrm>
              <a:off x="3108204" y="4593499"/>
              <a:ext cx="412612" cy="554784"/>
              <a:chOff x="3108204" y="4573838"/>
              <a:chExt cx="412612" cy="554784"/>
            </a:xfrm>
          </p:grpSpPr>
          <p:pic>
            <p:nvPicPr>
              <p:cNvPr id="76" name="그림 75">
                <a:extLst>
                  <a:ext uri="{FF2B5EF4-FFF2-40B4-BE49-F238E27FC236}">
                    <a16:creationId xmlns:a16="http://schemas.microsoft.com/office/drawing/2014/main" id="{D43F1141-85CA-E22C-F603-AEECED98095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rcRect l="26435"/>
              <a:stretch>
                <a:fillRect/>
              </a:stretch>
            </p:blipFill>
            <p:spPr>
              <a:xfrm>
                <a:off x="3108204" y="4573838"/>
                <a:ext cx="412612" cy="554784"/>
              </a:xfrm>
              <a:prstGeom prst="rect">
                <a:avLst/>
              </a:prstGeom>
            </p:spPr>
          </p:pic>
          <p:cxnSp>
            <p:nvCxnSpPr>
              <p:cNvPr id="77" name="직선 연결선 76">
                <a:extLst>
                  <a:ext uri="{FF2B5EF4-FFF2-40B4-BE49-F238E27FC236}">
                    <a16:creationId xmlns:a16="http://schemas.microsoft.com/office/drawing/2014/main" id="{0B8275A1-62F4-698D-9413-65F283DC74BF}"/>
                  </a:ext>
                </a:extLst>
              </p:cNvPr>
              <p:cNvCxnSpPr/>
              <p:nvPr/>
            </p:nvCxnSpPr>
            <p:spPr>
              <a:xfrm>
                <a:off x="3108204" y="4573838"/>
                <a:ext cx="0" cy="55478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800C82D4-25EE-40D4-2454-EA2EBEACBA00}"/>
                </a:ext>
              </a:extLst>
            </p:cNvPr>
            <p:cNvGrpSpPr/>
            <p:nvPr/>
          </p:nvGrpSpPr>
          <p:grpSpPr>
            <a:xfrm rot="10800000">
              <a:off x="8036760" y="4593499"/>
              <a:ext cx="130633" cy="554784"/>
              <a:chOff x="2073899" y="4573838"/>
              <a:chExt cx="130633" cy="554784"/>
            </a:xfrm>
          </p:grpSpPr>
          <p:pic>
            <p:nvPicPr>
              <p:cNvPr id="74" name="그림 73">
                <a:extLst>
                  <a:ext uri="{FF2B5EF4-FFF2-40B4-BE49-F238E27FC236}">
                    <a16:creationId xmlns:a16="http://schemas.microsoft.com/office/drawing/2014/main" id="{D0ABBC2A-7360-3997-C6AD-EA1353C25D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rcRect l="79028"/>
              <a:stretch>
                <a:fillRect/>
              </a:stretch>
            </p:blipFill>
            <p:spPr>
              <a:xfrm>
                <a:off x="2086907" y="4573838"/>
                <a:ext cx="117625" cy="554784"/>
              </a:xfrm>
              <a:prstGeom prst="rect">
                <a:avLst/>
              </a:prstGeom>
            </p:spPr>
          </p:pic>
          <p:cxnSp>
            <p:nvCxnSpPr>
              <p:cNvPr id="75" name="직선 연결선 74">
                <a:extLst>
                  <a:ext uri="{FF2B5EF4-FFF2-40B4-BE49-F238E27FC236}">
                    <a16:creationId xmlns:a16="http://schemas.microsoft.com/office/drawing/2014/main" id="{3C4E8CFC-5D78-C872-1F0C-170A80F68715}"/>
                  </a:ext>
                </a:extLst>
              </p:cNvPr>
              <p:cNvCxnSpPr/>
              <p:nvPr/>
            </p:nvCxnSpPr>
            <p:spPr>
              <a:xfrm>
                <a:off x="2073899" y="4573838"/>
                <a:ext cx="0" cy="55478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F2420AAA-8511-711E-D895-9A5564AA9D0C}"/>
                </a:ext>
              </a:extLst>
            </p:cNvPr>
            <p:cNvSpPr txBox="1"/>
            <p:nvPr/>
          </p:nvSpPr>
          <p:spPr>
            <a:xfrm>
              <a:off x="9370425" y="5094472"/>
              <a:ext cx="10054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600" b="1" dirty="0" err="1"/>
                <a:t>뒤로가기</a:t>
              </a:r>
              <a:endParaRPr lang="ko-KR" altLang="en-US" sz="1600" b="1" dirty="0"/>
            </a:p>
          </p:txBody>
        </p: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D870A7E3-124D-C729-73DD-877B4D520D42}"/>
                </a:ext>
              </a:extLst>
            </p:cNvPr>
            <p:cNvGrpSpPr/>
            <p:nvPr/>
          </p:nvGrpSpPr>
          <p:grpSpPr>
            <a:xfrm>
              <a:off x="10116078" y="1253461"/>
              <a:ext cx="442800" cy="432000"/>
              <a:chOff x="10045510" y="1290859"/>
              <a:chExt cx="442800" cy="432000"/>
            </a:xfrm>
          </p:grpSpPr>
          <p:sp>
            <p:nvSpPr>
              <p:cNvPr id="72" name="타원 71">
                <a:extLst>
                  <a:ext uri="{FF2B5EF4-FFF2-40B4-BE49-F238E27FC236}">
                    <a16:creationId xmlns:a16="http://schemas.microsoft.com/office/drawing/2014/main" id="{F535BB47-6FCB-F00D-E478-9E9792F60D27}"/>
                  </a:ext>
                </a:extLst>
              </p:cNvPr>
              <p:cNvSpPr/>
              <p:nvPr/>
            </p:nvSpPr>
            <p:spPr>
              <a:xfrm>
                <a:off x="10045510" y="1290859"/>
                <a:ext cx="442800" cy="432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73" name="그림 72">
                <a:extLst>
                  <a:ext uri="{FF2B5EF4-FFF2-40B4-BE49-F238E27FC236}">
                    <a16:creationId xmlns:a16="http://schemas.microsoft.com/office/drawing/2014/main" id="{B39BDDC5-651F-B0AE-88B3-4A5345BC8CE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3">
                        <a14:imgEffect>
                          <a14:colorTemperature colorTemp="7335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86704" y="1321625"/>
                <a:ext cx="360000" cy="360000"/>
              </a:xfrm>
              <a:prstGeom prst="rect">
                <a:avLst/>
              </a:prstGeom>
            </p:spPr>
          </p:pic>
        </p:grpSp>
      </p:grp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F74F7ED8-DF11-8FBF-4154-1CA8285F6C91}"/>
              </a:ext>
            </a:extLst>
          </p:cNvPr>
          <p:cNvSpPr/>
          <p:nvPr/>
        </p:nvSpPr>
        <p:spPr>
          <a:xfrm>
            <a:off x="1672417" y="1340346"/>
            <a:ext cx="1287784" cy="412793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83735F18-1BE1-0323-7249-CD25962FEC18}"/>
              </a:ext>
            </a:extLst>
          </p:cNvPr>
          <p:cNvSpPr txBox="1"/>
          <p:nvPr/>
        </p:nvSpPr>
        <p:spPr>
          <a:xfrm>
            <a:off x="1742494" y="1389724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 err="1"/>
              <a:t>스탯</a:t>
            </a:r>
            <a:endParaRPr lang="ko-KR" altLang="en-US" sz="1400" b="1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4FA8739B-BEB1-2FAC-514F-5935ED831977}"/>
              </a:ext>
            </a:extLst>
          </p:cNvPr>
          <p:cNvSpPr txBox="1"/>
          <p:nvPr/>
        </p:nvSpPr>
        <p:spPr>
          <a:xfrm>
            <a:off x="1689195" y="1676213"/>
            <a:ext cx="36420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체력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73FF3C7-B1A2-F464-7B19-75BAFB4CDA0F}"/>
              </a:ext>
            </a:extLst>
          </p:cNvPr>
          <p:cNvSpPr txBox="1"/>
          <p:nvPr/>
        </p:nvSpPr>
        <p:spPr>
          <a:xfrm>
            <a:off x="1689195" y="1919671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체력 재생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2692080C-6C7E-C97B-3FEC-E441B5499E9A}"/>
              </a:ext>
            </a:extLst>
          </p:cNvPr>
          <p:cNvSpPr txBox="1"/>
          <p:nvPr/>
        </p:nvSpPr>
        <p:spPr>
          <a:xfrm>
            <a:off x="1689195" y="2163129"/>
            <a:ext cx="4539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피해량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B90AA599-7F43-97A2-10B5-291DBFC6EA9A}"/>
              </a:ext>
            </a:extLst>
          </p:cNvPr>
          <p:cNvSpPr txBox="1"/>
          <p:nvPr/>
        </p:nvSpPr>
        <p:spPr>
          <a:xfrm>
            <a:off x="1689195" y="2406587"/>
            <a:ext cx="7553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이동속도 증가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C3C5597-1D79-3416-BFE8-15D2B174EF21}"/>
              </a:ext>
            </a:extLst>
          </p:cNvPr>
          <p:cNvSpPr txBox="1"/>
          <p:nvPr/>
        </p:nvSpPr>
        <p:spPr>
          <a:xfrm>
            <a:off x="1689195" y="2650045"/>
            <a:ext cx="4539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방어력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E8BDB01-690A-E43E-F51F-1BB64EDE7706}"/>
              </a:ext>
            </a:extLst>
          </p:cNvPr>
          <p:cNvSpPr txBox="1"/>
          <p:nvPr/>
        </p:nvSpPr>
        <p:spPr>
          <a:xfrm>
            <a:off x="1689195" y="2893503"/>
            <a:ext cx="36420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마력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24D511D7-7918-4C0E-5D3D-E9D482929F95}"/>
              </a:ext>
            </a:extLst>
          </p:cNvPr>
          <p:cNvSpPr txBox="1"/>
          <p:nvPr/>
        </p:nvSpPr>
        <p:spPr>
          <a:xfrm>
            <a:off x="1689195" y="3136961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마력 회복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B98C2C8D-7703-0591-9FCD-2DD4F157E081}"/>
              </a:ext>
            </a:extLst>
          </p:cNvPr>
          <p:cNvSpPr txBox="1"/>
          <p:nvPr/>
        </p:nvSpPr>
        <p:spPr>
          <a:xfrm>
            <a:off x="1689195" y="3380419"/>
            <a:ext cx="84510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재사용 대기시간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33DA61AA-A70E-2961-EB0D-CA563F3CECD0}"/>
              </a:ext>
            </a:extLst>
          </p:cNvPr>
          <p:cNvSpPr txBox="1"/>
          <p:nvPr/>
        </p:nvSpPr>
        <p:spPr>
          <a:xfrm>
            <a:off x="1689195" y="3623877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속성 피해량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6A77835-E534-05C6-80CD-4E6E006F5F60}"/>
              </a:ext>
            </a:extLst>
          </p:cNvPr>
          <p:cNvSpPr txBox="1"/>
          <p:nvPr/>
        </p:nvSpPr>
        <p:spPr>
          <a:xfrm>
            <a:off x="2586212" y="1676213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100</a:t>
            </a:r>
            <a:endParaRPr lang="ko-KR" altLang="en-US" sz="700" b="1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0F7C330-5C8A-1587-7848-F008FE915B24}"/>
              </a:ext>
            </a:extLst>
          </p:cNvPr>
          <p:cNvSpPr txBox="1"/>
          <p:nvPr/>
        </p:nvSpPr>
        <p:spPr>
          <a:xfrm>
            <a:off x="2531711" y="1919671"/>
            <a:ext cx="39305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1.0/s</a:t>
            </a:r>
            <a:endParaRPr lang="ko-KR" altLang="en-US" sz="700" b="1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60A00AA3-26A4-E645-2056-2A5291206EA2}"/>
              </a:ext>
            </a:extLst>
          </p:cNvPr>
          <p:cNvSpPr txBox="1"/>
          <p:nvPr/>
        </p:nvSpPr>
        <p:spPr>
          <a:xfrm>
            <a:off x="2494841" y="2163129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+10%</a:t>
            </a:r>
            <a:endParaRPr lang="ko-KR" altLang="en-US" sz="700" b="1" dirty="0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0705539-67AD-5459-20EB-BB8416B77921}"/>
              </a:ext>
            </a:extLst>
          </p:cNvPr>
          <p:cNvSpPr txBox="1"/>
          <p:nvPr/>
        </p:nvSpPr>
        <p:spPr>
          <a:xfrm>
            <a:off x="2688804" y="2406587"/>
            <a:ext cx="23596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0</a:t>
            </a:r>
            <a:endParaRPr lang="ko-KR" altLang="en-US" sz="700" b="1" dirty="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20101DE5-E775-197D-4848-2D661A3C2678}"/>
              </a:ext>
            </a:extLst>
          </p:cNvPr>
          <p:cNvSpPr txBox="1"/>
          <p:nvPr/>
        </p:nvSpPr>
        <p:spPr>
          <a:xfrm>
            <a:off x="2688804" y="2650045"/>
            <a:ext cx="23596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0</a:t>
            </a:r>
            <a:endParaRPr lang="ko-KR" altLang="en-US" sz="700" b="1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90628D84-2EB6-1B8D-F90F-82EC310BE6EB}"/>
              </a:ext>
            </a:extLst>
          </p:cNvPr>
          <p:cNvSpPr txBox="1"/>
          <p:nvPr/>
        </p:nvSpPr>
        <p:spPr>
          <a:xfrm>
            <a:off x="2586212" y="2893503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100</a:t>
            </a:r>
            <a:endParaRPr lang="ko-KR" altLang="en-US" sz="700" b="1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A11EED2A-0862-9F0D-0094-B23694C5FCCB}"/>
              </a:ext>
            </a:extLst>
          </p:cNvPr>
          <p:cNvSpPr txBox="1"/>
          <p:nvPr/>
        </p:nvSpPr>
        <p:spPr>
          <a:xfrm>
            <a:off x="2549343" y="3136961"/>
            <a:ext cx="37542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+1.0</a:t>
            </a:r>
            <a:endParaRPr lang="ko-KR" altLang="en-US" sz="700" b="1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F5970825-46AA-8C02-B425-5484348D3721}"/>
              </a:ext>
            </a:extLst>
          </p:cNvPr>
          <p:cNvSpPr txBox="1"/>
          <p:nvPr/>
        </p:nvSpPr>
        <p:spPr>
          <a:xfrm>
            <a:off x="2522093" y="3380419"/>
            <a:ext cx="40267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-10%</a:t>
            </a:r>
            <a:endParaRPr lang="ko-KR" altLang="en-US" sz="700" b="1" dirty="0"/>
          </a:p>
        </p:txBody>
      </p:sp>
      <p:cxnSp>
        <p:nvCxnSpPr>
          <p:cNvPr id="131" name="직선 연결선 130">
            <a:extLst>
              <a:ext uri="{FF2B5EF4-FFF2-40B4-BE49-F238E27FC236}">
                <a16:creationId xmlns:a16="http://schemas.microsoft.com/office/drawing/2014/main" id="{31B35EBC-567C-51CE-8A83-E869F036238B}"/>
              </a:ext>
            </a:extLst>
          </p:cNvPr>
          <p:cNvCxnSpPr/>
          <p:nvPr/>
        </p:nvCxnSpPr>
        <p:spPr>
          <a:xfrm>
            <a:off x="1742494" y="1876268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직선 연결선 131">
            <a:extLst>
              <a:ext uri="{FF2B5EF4-FFF2-40B4-BE49-F238E27FC236}">
                <a16:creationId xmlns:a16="http://schemas.microsoft.com/office/drawing/2014/main" id="{BAB359D6-9C99-3166-89D6-D25CE106A005}"/>
              </a:ext>
            </a:extLst>
          </p:cNvPr>
          <p:cNvCxnSpPr/>
          <p:nvPr/>
        </p:nvCxnSpPr>
        <p:spPr>
          <a:xfrm>
            <a:off x="1742494" y="2119726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F9162549-5017-61D0-4A52-3F554AF39DA8}"/>
              </a:ext>
            </a:extLst>
          </p:cNvPr>
          <p:cNvCxnSpPr/>
          <p:nvPr/>
        </p:nvCxnSpPr>
        <p:spPr>
          <a:xfrm>
            <a:off x="1742494" y="2363184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직선 연결선 133">
            <a:extLst>
              <a:ext uri="{FF2B5EF4-FFF2-40B4-BE49-F238E27FC236}">
                <a16:creationId xmlns:a16="http://schemas.microsoft.com/office/drawing/2014/main" id="{D5EC594E-1267-4E35-C2A1-03E5A65FCC12}"/>
              </a:ext>
            </a:extLst>
          </p:cNvPr>
          <p:cNvCxnSpPr/>
          <p:nvPr/>
        </p:nvCxnSpPr>
        <p:spPr>
          <a:xfrm>
            <a:off x="1742494" y="2606642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직선 연결선 134">
            <a:extLst>
              <a:ext uri="{FF2B5EF4-FFF2-40B4-BE49-F238E27FC236}">
                <a16:creationId xmlns:a16="http://schemas.microsoft.com/office/drawing/2014/main" id="{BE0A6C22-FA18-4957-388C-352593407F96}"/>
              </a:ext>
            </a:extLst>
          </p:cNvPr>
          <p:cNvCxnSpPr/>
          <p:nvPr/>
        </p:nvCxnSpPr>
        <p:spPr>
          <a:xfrm>
            <a:off x="1742494" y="285010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직선 연결선 135">
            <a:extLst>
              <a:ext uri="{FF2B5EF4-FFF2-40B4-BE49-F238E27FC236}">
                <a16:creationId xmlns:a16="http://schemas.microsoft.com/office/drawing/2014/main" id="{9A0ABABA-60F5-7333-AE36-CD9C0628D546}"/>
              </a:ext>
            </a:extLst>
          </p:cNvPr>
          <p:cNvCxnSpPr/>
          <p:nvPr/>
        </p:nvCxnSpPr>
        <p:spPr>
          <a:xfrm>
            <a:off x="1742494" y="3093558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직선 연결선 136">
            <a:extLst>
              <a:ext uri="{FF2B5EF4-FFF2-40B4-BE49-F238E27FC236}">
                <a16:creationId xmlns:a16="http://schemas.microsoft.com/office/drawing/2014/main" id="{E8272959-541D-0375-E340-63AB42A3D480}"/>
              </a:ext>
            </a:extLst>
          </p:cNvPr>
          <p:cNvCxnSpPr/>
          <p:nvPr/>
        </p:nvCxnSpPr>
        <p:spPr>
          <a:xfrm>
            <a:off x="1742494" y="3337016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TextBox 175">
            <a:extLst>
              <a:ext uri="{FF2B5EF4-FFF2-40B4-BE49-F238E27FC236}">
                <a16:creationId xmlns:a16="http://schemas.microsoft.com/office/drawing/2014/main" id="{9B66196B-F803-DDC9-7641-1DB32F5B5EA6}"/>
              </a:ext>
            </a:extLst>
          </p:cNvPr>
          <p:cNvSpPr txBox="1"/>
          <p:nvPr/>
        </p:nvSpPr>
        <p:spPr>
          <a:xfrm>
            <a:off x="2494841" y="3618963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+10%</a:t>
            </a:r>
            <a:endParaRPr lang="ko-KR" altLang="en-US" sz="700" b="1" dirty="0"/>
          </a:p>
        </p:txBody>
      </p: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4BE44829-B1AD-8EBB-77D0-13A86C3B0F33}"/>
              </a:ext>
            </a:extLst>
          </p:cNvPr>
          <p:cNvCxnSpPr/>
          <p:nvPr/>
        </p:nvCxnSpPr>
        <p:spPr>
          <a:xfrm>
            <a:off x="1716809" y="3596187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CFD91FCB-8F33-36E9-2EE3-2030B733CA70}"/>
              </a:ext>
            </a:extLst>
          </p:cNvPr>
          <p:cNvSpPr txBox="1"/>
          <p:nvPr/>
        </p:nvSpPr>
        <p:spPr>
          <a:xfrm>
            <a:off x="1689195" y="3864994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투사체 개수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70ECDFAD-A148-9C53-4D95-9CDB9B0F684C}"/>
              </a:ext>
            </a:extLst>
          </p:cNvPr>
          <p:cNvSpPr txBox="1"/>
          <p:nvPr/>
        </p:nvSpPr>
        <p:spPr>
          <a:xfrm>
            <a:off x="2688805" y="3860080"/>
            <a:ext cx="23596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</a:t>
            </a:r>
            <a:endParaRPr lang="ko-KR" altLang="en-US" sz="700" b="1" dirty="0"/>
          </a:p>
        </p:txBody>
      </p:sp>
      <p:cxnSp>
        <p:nvCxnSpPr>
          <p:cNvPr id="148" name="직선 연결선 147">
            <a:extLst>
              <a:ext uri="{FF2B5EF4-FFF2-40B4-BE49-F238E27FC236}">
                <a16:creationId xmlns:a16="http://schemas.microsoft.com/office/drawing/2014/main" id="{9C446D1E-5743-5F20-F134-3FCF860E662F}"/>
              </a:ext>
            </a:extLst>
          </p:cNvPr>
          <p:cNvCxnSpPr/>
          <p:nvPr/>
        </p:nvCxnSpPr>
        <p:spPr>
          <a:xfrm>
            <a:off x="1742494" y="3836443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39878389-3398-8184-86DE-80945A022445}"/>
              </a:ext>
            </a:extLst>
          </p:cNvPr>
          <p:cNvSpPr txBox="1"/>
          <p:nvPr/>
        </p:nvSpPr>
        <p:spPr>
          <a:xfrm>
            <a:off x="1689195" y="4131838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투사체 크기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C55FD888-78D0-18A6-1EFA-FA5678604DB5}"/>
              </a:ext>
            </a:extLst>
          </p:cNvPr>
          <p:cNvSpPr txBox="1"/>
          <p:nvPr/>
        </p:nvSpPr>
        <p:spPr>
          <a:xfrm>
            <a:off x="2494841" y="4126924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+20%</a:t>
            </a:r>
            <a:endParaRPr lang="ko-KR" altLang="en-US" sz="700" b="1" dirty="0"/>
          </a:p>
        </p:txBody>
      </p:sp>
      <p:cxnSp>
        <p:nvCxnSpPr>
          <p:cNvPr id="154" name="직선 연결선 153">
            <a:extLst>
              <a:ext uri="{FF2B5EF4-FFF2-40B4-BE49-F238E27FC236}">
                <a16:creationId xmlns:a16="http://schemas.microsoft.com/office/drawing/2014/main" id="{D4E246E5-B3E0-4D1A-6005-FB9B7119C4EE}"/>
              </a:ext>
            </a:extLst>
          </p:cNvPr>
          <p:cNvCxnSpPr/>
          <p:nvPr/>
        </p:nvCxnSpPr>
        <p:spPr>
          <a:xfrm>
            <a:off x="1742494" y="4086612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8B7274ED-7041-2EA2-AE80-1DD6A3C20D5F}"/>
              </a:ext>
            </a:extLst>
          </p:cNvPr>
          <p:cNvSpPr txBox="1"/>
          <p:nvPr/>
        </p:nvSpPr>
        <p:spPr>
          <a:xfrm>
            <a:off x="1689195" y="4398151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방어막 체력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2518F831-D72F-DEE4-3CD8-3897E979A857}"/>
              </a:ext>
            </a:extLst>
          </p:cNvPr>
          <p:cNvSpPr txBox="1"/>
          <p:nvPr/>
        </p:nvSpPr>
        <p:spPr>
          <a:xfrm>
            <a:off x="2586212" y="4393237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300</a:t>
            </a:r>
            <a:endParaRPr lang="ko-KR" altLang="en-US" sz="700" b="1" dirty="0"/>
          </a:p>
        </p:txBody>
      </p:sp>
      <p:cxnSp>
        <p:nvCxnSpPr>
          <p:cNvPr id="160" name="직선 연결선 159">
            <a:extLst>
              <a:ext uri="{FF2B5EF4-FFF2-40B4-BE49-F238E27FC236}">
                <a16:creationId xmlns:a16="http://schemas.microsoft.com/office/drawing/2014/main" id="{F460199F-B417-FD02-E3C6-0E7D671BA691}"/>
              </a:ext>
            </a:extLst>
          </p:cNvPr>
          <p:cNvCxnSpPr/>
          <p:nvPr/>
        </p:nvCxnSpPr>
        <p:spPr>
          <a:xfrm>
            <a:off x="1742494" y="435451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29A2DDEB-5F34-7EC7-1487-EE6770D4D196}"/>
              </a:ext>
            </a:extLst>
          </p:cNvPr>
          <p:cNvSpPr txBox="1"/>
          <p:nvPr/>
        </p:nvSpPr>
        <p:spPr>
          <a:xfrm>
            <a:off x="1689195" y="4658422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기술 범위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D88A719E-A898-E90F-19A5-68F60CC755E4}"/>
              </a:ext>
            </a:extLst>
          </p:cNvPr>
          <p:cNvSpPr txBox="1"/>
          <p:nvPr/>
        </p:nvSpPr>
        <p:spPr>
          <a:xfrm>
            <a:off x="2494841" y="4653508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+20%</a:t>
            </a:r>
            <a:endParaRPr lang="ko-KR" altLang="en-US" sz="700" b="1" dirty="0"/>
          </a:p>
        </p:txBody>
      </p:sp>
      <p:cxnSp>
        <p:nvCxnSpPr>
          <p:cNvPr id="177" name="직선 연결선 176">
            <a:extLst>
              <a:ext uri="{FF2B5EF4-FFF2-40B4-BE49-F238E27FC236}">
                <a16:creationId xmlns:a16="http://schemas.microsoft.com/office/drawing/2014/main" id="{10F0B08E-EE15-F78D-7D72-778EBC730BFF}"/>
              </a:ext>
            </a:extLst>
          </p:cNvPr>
          <p:cNvCxnSpPr/>
          <p:nvPr/>
        </p:nvCxnSpPr>
        <p:spPr>
          <a:xfrm>
            <a:off x="1742494" y="462126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E66A45EC-4C51-224D-A99C-D98ED387329E}"/>
              </a:ext>
            </a:extLst>
          </p:cNvPr>
          <p:cNvSpPr txBox="1"/>
          <p:nvPr/>
        </p:nvSpPr>
        <p:spPr>
          <a:xfrm>
            <a:off x="1689195" y="4902117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경험치 획득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08699D31-FF82-8911-E137-B0D98805E133}"/>
              </a:ext>
            </a:extLst>
          </p:cNvPr>
          <p:cNvSpPr txBox="1"/>
          <p:nvPr/>
        </p:nvSpPr>
        <p:spPr>
          <a:xfrm>
            <a:off x="2494841" y="4897203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+50%</a:t>
            </a:r>
            <a:endParaRPr lang="ko-KR" altLang="en-US" sz="700" b="1" dirty="0"/>
          </a:p>
        </p:txBody>
      </p:sp>
      <p:cxnSp>
        <p:nvCxnSpPr>
          <p:cNvPr id="180" name="직선 연결선 179">
            <a:extLst>
              <a:ext uri="{FF2B5EF4-FFF2-40B4-BE49-F238E27FC236}">
                <a16:creationId xmlns:a16="http://schemas.microsoft.com/office/drawing/2014/main" id="{66D0FE9F-4BAC-359B-D82B-50E900868D43}"/>
              </a:ext>
            </a:extLst>
          </p:cNvPr>
          <p:cNvCxnSpPr/>
          <p:nvPr/>
        </p:nvCxnSpPr>
        <p:spPr>
          <a:xfrm>
            <a:off x="1742494" y="4864955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2894982C-E82E-AB8D-711D-BD0D6C03D395}"/>
              </a:ext>
            </a:extLst>
          </p:cNvPr>
          <p:cNvSpPr txBox="1"/>
          <p:nvPr/>
        </p:nvSpPr>
        <p:spPr>
          <a:xfrm>
            <a:off x="1689195" y="5145812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획득 반경</a:t>
            </a: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E260F52F-0943-0B6B-53E8-781C9ED7C579}"/>
              </a:ext>
            </a:extLst>
          </p:cNvPr>
          <p:cNvSpPr txBox="1"/>
          <p:nvPr/>
        </p:nvSpPr>
        <p:spPr>
          <a:xfrm>
            <a:off x="2494841" y="5140898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+50%</a:t>
            </a:r>
            <a:endParaRPr lang="ko-KR" altLang="en-US" sz="700" b="1" dirty="0"/>
          </a:p>
        </p:txBody>
      </p:sp>
      <p:cxnSp>
        <p:nvCxnSpPr>
          <p:cNvPr id="183" name="직선 연결선 182">
            <a:extLst>
              <a:ext uri="{FF2B5EF4-FFF2-40B4-BE49-F238E27FC236}">
                <a16:creationId xmlns:a16="http://schemas.microsoft.com/office/drawing/2014/main" id="{B4357F07-8268-AB8C-8636-D2FF29A8A830}"/>
              </a:ext>
            </a:extLst>
          </p:cNvPr>
          <p:cNvCxnSpPr/>
          <p:nvPr/>
        </p:nvCxnSpPr>
        <p:spPr>
          <a:xfrm>
            <a:off x="1742494" y="510865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D6F0CC6A-F9A4-E3FD-96F7-5492845E1CCB}"/>
              </a:ext>
            </a:extLst>
          </p:cNvPr>
          <p:cNvSpPr txBox="1"/>
          <p:nvPr/>
        </p:nvSpPr>
        <p:spPr>
          <a:xfrm>
            <a:off x="2183501" y="3634510"/>
            <a:ext cx="377026" cy="1769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550" b="1" dirty="0"/>
              <a:t>(</a:t>
            </a:r>
            <a:r>
              <a:rPr lang="ko-KR" altLang="en-US" sz="550" b="1" dirty="0"/>
              <a:t>전체</a:t>
            </a:r>
            <a:r>
              <a:rPr lang="en-US" altLang="ko-KR" sz="550" b="1" dirty="0"/>
              <a:t>)</a:t>
            </a:r>
            <a:endParaRPr lang="ko-KR" altLang="en-US" sz="550" b="1" dirty="0"/>
          </a:p>
        </p:txBody>
      </p:sp>
      <p:cxnSp>
        <p:nvCxnSpPr>
          <p:cNvPr id="2" name="직선 화살표 연결선 1">
            <a:extLst>
              <a:ext uri="{FF2B5EF4-FFF2-40B4-BE49-F238E27FC236}">
                <a16:creationId xmlns:a16="http://schemas.microsoft.com/office/drawing/2014/main" id="{075A5F39-58A5-CA9E-A7A7-84462C3333CC}"/>
              </a:ext>
            </a:extLst>
          </p:cNvPr>
          <p:cNvCxnSpPr>
            <a:cxnSpLocks/>
            <a:stCxn id="91" idx="3"/>
            <a:endCxn id="169" idx="1"/>
          </p:cNvCxnSpPr>
          <p:nvPr/>
        </p:nvCxnSpPr>
        <p:spPr>
          <a:xfrm>
            <a:off x="10201275" y="2576153"/>
            <a:ext cx="13811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연결선: 꺾임 5">
            <a:extLst>
              <a:ext uri="{FF2B5EF4-FFF2-40B4-BE49-F238E27FC236}">
                <a16:creationId xmlns:a16="http://schemas.microsoft.com/office/drawing/2014/main" id="{BD1FBEED-7B9A-26A8-04E8-6C4A4CC74BE7}"/>
              </a:ext>
            </a:extLst>
          </p:cNvPr>
          <p:cNvCxnSpPr>
            <a:cxnSpLocks/>
            <a:stCxn id="30" idx="0"/>
            <a:endCxn id="40" idx="1"/>
          </p:cNvCxnSpPr>
          <p:nvPr/>
        </p:nvCxnSpPr>
        <p:spPr>
          <a:xfrm rot="5400000" flipH="1" flipV="1">
            <a:off x="7923090" y="-1818718"/>
            <a:ext cx="1058167" cy="62604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98B41A2D-6942-A4A2-BB5D-715F0969376D}"/>
              </a:ext>
            </a:extLst>
          </p:cNvPr>
          <p:cNvSpPr txBox="1"/>
          <p:nvPr/>
        </p:nvSpPr>
        <p:spPr>
          <a:xfrm>
            <a:off x="11582400" y="597758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공격 스킬</a:t>
            </a:r>
          </a:p>
        </p:txBody>
      </p:sp>
      <p:cxnSp>
        <p:nvCxnSpPr>
          <p:cNvPr id="157" name="연결선: 꺾임 156">
            <a:extLst>
              <a:ext uri="{FF2B5EF4-FFF2-40B4-BE49-F238E27FC236}">
                <a16:creationId xmlns:a16="http://schemas.microsoft.com/office/drawing/2014/main" id="{5BD9D86A-121F-F119-6BFA-3F679AEEC785}"/>
              </a:ext>
            </a:extLst>
          </p:cNvPr>
          <p:cNvCxnSpPr>
            <a:cxnSpLocks/>
            <a:stCxn id="42" idx="0"/>
            <a:endCxn id="159" idx="1"/>
          </p:cNvCxnSpPr>
          <p:nvPr/>
        </p:nvCxnSpPr>
        <p:spPr>
          <a:xfrm rot="5400000" flipH="1" flipV="1">
            <a:off x="7849490" y="-549079"/>
            <a:ext cx="1205367" cy="62604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9" name="TextBox 158">
            <a:extLst>
              <a:ext uri="{FF2B5EF4-FFF2-40B4-BE49-F238E27FC236}">
                <a16:creationId xmlns:a16="http://schemas.microsoft.com/office/drawing/2014/main" id="{266C2810-6329-93EF-0F03-FD08FC4EF0A9}"/>
              </a:ext>
            </a:extLst>
          </p:cNvPr>
          <p:cNvSpPr txBox="1"/>
          <p:nvPr/>
        </p:nvSpPr>
        <p:spPr>
          <a:xfrm>
            <a:off x="11582400" y="1793797"/>
            <a:ext cx="1189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유물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DA85087C-9CAB-E65C-A4EA-F13A9F5955C4}"/>
              </a:ext>
            </a:extLst>
          </p:cNvPr>
          <p:cNvSpPr txBox="1"/>
          <p:nvPr/>
        </p:nvSpPr>
        <p:spPr>
          <a:xfrm>
            <a:off x="11582400" y="2391487"/>
            <a:ext cx="1189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전략 스킬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0DD48376-6D21-B073-E8A0-2984D490F305}"/>
              </a:ext>
            </a:extLst>
          </p:cNvPr>
          <p:cNvSpPr txBox="1"/>
          <p:nvPr/>
        </p:nvSpPr>
        <p:spPr>
          <a:xfrm>
            <a:off x="11597125" y="5056259"/>
            <a:ext cx="1189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뒤로가기</a:t>
            </a:r>
            <a:endParaRPr lang="ko-KR" altLang="en-US" dirty="0"/>
          </a:p>
        </p:txBody>
      </p: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A746C4DF-FD85-69DA-1D93-522F2B28ED07}"/>
              </a:ext>
            </a:extLst>
          </p:cNvPr>
          <p:cNvCxnSpPr>
            <a:cxnSpLocks/>
            <a:stCxn id="59" idx="3"/>
            <a:endCxn id="174" idx="1"/>
          </p:cNvCxnSpPr>
          <p:nvPr/>
        </p:nvCxnSpPr>
        <p:spPr>
          <a:xfrm flipV="1">
            <a:off x="10457903" y="5240925"/>
            <a:ext cx="1139222" cy="107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1" name="TextBox 190">
            <a:extLst>
              <a:ext uri="{FF2B5EF4-FFF2-40B4-BE49-F238E27FC236}">
                <a16:creationId xmlns:a16="http://schemas.microsoft.com/office/drawing/2014/main" id="{3344FC85-DF85-A45E-B9B2-CAE2E256E2D8}"/>
              </a:ext>
            </a:extLst>
          </p:cNvPr>
          <p:cNvSpPr txBox="1"/>
          <p:nvPr/>
        </p:nvSpPr>
        <p:spPr>
          <a:xfrm>
            <a:off x="11597125" y="3969661"/>
            <a:ext cx="1189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증강</a:t>
            </a:r>
          </a:p>
        </p:txBody>
      </p:sp>
      <p:cxnSp>
        <p:nvCxnSpPr>
          <p:cNvPr id="192" name="연결선: 꺾임 191">
            <a:extLst>
              <a:ext uri="{FF2B5EF4-FFF2-40B4-BE49-F238E27FC236}">
                <a16:creationId xmlns:a16="http://schemas.microsoft.com/office/drawing/2014/main" id="{E757EA46-9142-6598-8450-ADC080CE697E}"/>
              </a:ext>
            </a:extLst>
          </p:cNvPr>
          <p:cNvCxnSpPr>
            <a:cxnSpLocks/>
            <a:stCxn id="54" idx="0"/>
            <a:endCxn id="191" idx="1"/>
          </p:cNvCxnSpPr>
          <p:nvPr/>
        </p:nvCxnSpPr>
        <p:spPr>
          <a:xfrm rot="5400000" flipH="1" flipV="1">
            <a:off x="8464459" y="1463026"/>
            <a:ext cx="441365" cy="582396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연결선: 꺾임 194">
            <a:extLst>
              <a:ext uri="{FF2B5EF4-FFF2-40B4-BE49-F238E27FC236}">
                <a16:creationId xmlns:a16="http://schemas.microsoft.com/office/drawing/2014/main" id="{2AC61B75-C899-7F39-C62D-233A2BC1BCD2}"/>
              </a:ext>
            </a:extLst>
          </p:cNvPr>
          <p:cNvCxnSpPr>
            <a:cxnSpLocks/>
            <a:stCxn id="96" idx="0"/>
            <a:endCxn id="198" idx="1"/>
          </p:cNvCxnSpPr>
          <p:nvPr/>
        </p:nvCxnSpPr>
        <p:spPr>
          <a:xfrm rot="5400000" flipH="1" flipV="1">
            <a:off x="6382472" y="-3859581"/>
            <a:ext cx="1133765" cy="926609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8" name="TextBox 197">
            <a:extLst>
              <a:ext uri="{FF2B5EF4-FFF2-40B4-BE49-F238E27FC236}">
                <a16:creationId xmlns:a16="http://schemas.microsoft.com/office/drawing/2014/main" id="{BAF41711-D1EB-6390-4201-A0F6167FD1A8}"/>
              </a:ext>
            </a:extLst>
          </p:cNvPr>
          <p:cNvSpPr txBox="1"/>
          <p:nvPr/>
        </p:nvSpPr>
        <p:spPr>
          <a:xfrm>
            <a:off x="11582400" y="2191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스탯</a:t>
            </a:r>
          </a:p>
        </p:txBody>
      </p:sp>
      <p:cxnSp>
        <p:nvCxnSpPr>
          <p:cNvPr id="200" name="직선 화살표 연결선 199">
            <a:extLst>
              <a:ext uri="{FF2B5EF4-FFF2-40B4-BE49-F238E27FC236}">
                <a16:creationId xmlns:a16="http://schemas.microsoft.com/office/drawing/2014/main" id="{7CE0D869-73E4-FED7-B7CC-BF222825D13C}"/>
              </a:ext>
            </a:extLst>
          </p:cNvPr>
          <p:cNvCxnSpPr>
            <a:cxnSpLocks/>
            <a:stCxn id="72" idx="6"/>
            <a:endCxn id="204" idx="1"/>
          </p:cNvCxnSpPr>
          <p:nvPr/>
        </p:nvCxnSpPr>
        <p:spPr>
          <a:xfrm flipV="1">
            <a:off x="10558878" y="1443230"/>
            <a:ext cx="1023522" cy="262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4" name="TextBox 203">
            <a:extLst>
              <a:ext uri="{FF2B5EF4-FFF2-40B4-BE49-F238E27FC236}">
                <a16:creationId xmlns:a16="http://schemas.microsoft.com/office/drawing/2014/main" id="{C5F76315-4B0D-02FD-E6DD-816707651AF8}"/>
              </a:ext>
            </a:extLst>
          </p:cNvPr>
          <p:cNvSpPr txBox="1"/>
          <p:nvPr/>
        </p:nvSpPr>
        <p:spPr>
          <a:xfrm>
            <a:off x="11582400" y="1258564"/>
            <a:ext cx="1189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옵션</a:t>
            </a:r>
          </a:p>
        </p:txBody>
      </p:sp>
    </p:spTree>
    <p:extLst>
      <p:ext uri="{BB962C8B-B14F-4D97-AF65-F5344CB8AC3E}">
        <p14:creationId xmlns:p14="http://schemas.microsoft.com/office/powerpoint/2010/main" val="41753285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F9971-63A4-E8C3-F6EC-A2826A5EB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9B989E31-EF53-EDAC-84FB-7328289517E4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022FADC-938C-1A93-3253-226A1DAB11BC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E75988A-F39D-6162-762E-D91AAF2EBD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49A071B-83FC-89D3-F25A-5FC8FC0364B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36625EB-982B-4117-79DB-E125DC6BCA9A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59F18595-7C5F-8A1F-AFBC-A28CF8B4F554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FC980D5-D69E-94E0-090B-8F1A7458346A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55F0DFA-F72E-80C8-BCCD-B853CF125879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85ED046C-7CD9-C362-50BC-DDDECF24D2A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05D558C0-B42A-F966-950B-5CA062E88A4B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745322D3-D803-606C-6DA9-1D3A422E29D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96E37D21-54F1-F87D-A637-EB1E4BDCBEC1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1E2490AA-2306-E1BA-FEAD-CE52CFEB653A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A936937D-D786-2A3A-CC16-E3CD6CF8A9B3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8176FE4D-32F9-DEBF-41B2-FE57F8C88875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3" name="그림 22">
            <a:extLst>
              <a:ext uri="{FF2B5EF4-FFF2-40B4-BE49-F238E27FC236}">
                <a16:creationId xmlns:a16="http://schemas.microsoft.com/office/drawing/2014/main" id="{5C3084EF-92C5-9401-B94A-4CA56AC42E1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40F0ADC6-58C9-678E-9BD2-71E88AD7697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1FEAC5F0-3DF8-9EFC-4969-A1FF2604A93F}"/>
              </a:ext>
            </a:extLst>
          </p:cNvPr>
          <p:cNvSpPr/>
          <p:nvPr/>
        </p:nvSpPr>
        <p:spPr>
          <a:xfrm>
            <a:off x="5356364" y="5470509"/>
            <a:ext cx="965329" cy="307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68734588-FE13-5A4A-F2F1-5D8D54E67AA7}"/>
              </a:ext>
            </a:extLst>
          </p:cNvPr>
          <p:cNvGrpSpPr/>
          <p:nvPr/>
        </p:nvGrpSpPr>
        <p:grpSpPr>
          <a:xfrm>
            <a:off x="2862181" y="5502193"/>
            <a:ext cx="6034244" cy="413049"/>
            <a:chOff x="2223232" y="5433771"/>
            <a:chExt cx="6034244" cy="413049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77F1FFF4-7EFF-FE92-2704-7A67F5A5F188}"/>
                </a:ext>
              </a:extLst>
            </p:cNvPr>
            <p:cNvSpPr/>
            <p:nvPr/>
          </p:nvSpPr>
          <p:spPr>
            <a:xfrm>
              <a:off x="2223232" y="5743665"/>
              <a:ext cx="6034244" cy="1031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5DEE8D9-FE26-9458-2689-64FFBFA4E014}"/>
                </a:ext>
              </a:extLst>
            </p:cNvPr>
            <p:cNvSpPr txBox="1"/>
            <p:nvPr/>
          </p:nvSpPr>
          <p:spPr>
            <a:xfrm>
              <a:off x="4732524" y="5433771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/>
                <a:t>보스 이름</a:t>
              </a: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0E2D54BE-350E-94D6-BCAC-75C6375D3348}"/>
              </a:ext>
            </a:extLst>
          </p:cNvPr>
          <p:cNvGrpSpPr/>
          <p:nvPr/>
        </p:nvGrpSpPr>
        <p:grpSpPr>
          <a:xfrm>
            <a:off x="1608805" y="1160999"/>
            <a:ext cx="9072002" cy="4466010"/>
            <a:chOff x="1608805" y="1160999"/>
            <a:chExt cx="9072002" cy="4466010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F999E5D1-3911-858B-5A6D-B104FA2A71E5}"/>
                </a:ext>
              </a:extLst>
            </p:cNvPr>
            <p:cNvSpPr/>
            <p:nvPr/>
          </p:nvSpPr>
          <p:spPr>
            <a:xfrm>
              <a:off x="1608805" y="1160999"/>
              <a:ext cx="9072002" cy="4466010"/>
            </a:xfrm>
            <a:prstGeom prst="rect">
              <a:avLst/>
            </a:prstGeom>
            <a:solidFill>
              <a:srgbClr val="F8E8C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B425AF4A-9A59-E600-E91E-3A2D838734A5}"/>
                </a:ext>
              </a:extLst>
            </p:cNvPr>
            <p:cNvSpPr/>
            <p:nvPr/>
          </p:nvSpPr>
          <p:spPr>
            <a:xfrm>
              <a:off x="3117500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3F469CEF-61A5-752C-D166-837885CF1CB8}"/>
                </a:ext>
              </a:extLst>
            </p:cNvPr>
            <p:cNvSpPr/>
            <p:nvPr/>
          </p:nvSpPr>
          <p:spPr>
            <a:xfrm>
              <a:off x="3765499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85C8264C-0E46-847F-DC39-B7F8258E621E}"/>
                </a:ext>
              </a:extLst>
            </p:cNvPr>
            <p:cNvSpPr/>
            <p:nvPr/>
          </p:nvSpPr>
          <p:spPr>
            <a:xfrm>
              <a:off x="4413498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2C52BA3B-7062-8BFC-DF90-4B0D6739E725}"/>
                </a:ext>
              </a:extLst>
            </p:cNvPr>
            <p:cNvSpPr/>
            <p:nvPr/>
          </p:nvSpPr>
          <p:spPr>
            <a:xfrm>
              <a:off x="5051947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F06D29D6-BB78-C95F-F3FB-14A94E52158B}"/>
                </a:ext>
              </a:extLst>
            </p:cNvPr>
            <p:cNvSpPr/>
            <p:nvPr/>
          </p:nvSpPr>
          <p:spPr>
            <a:xfrm>
              <a:off x="5699946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1851C410-B6AE-D816-E111-3B1F666A6A0A}"/>
                </a:ext>
              </a:extLst>
            </p:cNvPr>
            <p:cNvSpPr/>
            <p:nvPr/>
          </p:nvSpPr>
          <p:spPr>
            <a:xfrm>
              <a:off x="6341595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4117AE6A-97CF-2046-25CE-C4B9518F7946}"/>
                </a:ext>
              </a:extLst>
            </p:cNvPr>
            <p:cNvSpPr/>
            <p:nvPr/>
          </p:nvSpPr>
          <p:spPr>
            <a:xfrm>
              <a:off x="6980404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474CE166-4909-91CA-EC70-8AA94156A269}"/>
                </a:ext>
              </a:extLst>
            </p:cNvPr>
            <p:cNvSpPr/>
            <p:nvPr/>
          </p:nvSpPr>
          <p:spPr>
            <a:xfrm>
              <a:off x="7627393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937D8826-4099-D325-1292-2F4E478E4758}"/>
                </a:ext>
              </a:extLst>
            </p:cNvPr>
            <p:cNvGrpSpPr/>
            <p:nvPr/>
          </p:nvGrpSpPr>
          <p:grpSpPr>
            <a:xfrm>
              <a:off x="3110628" y="1316129"/>
              <a:ext cx="1691903" cy="369332"/>
              <a:chOff x="3110628" y="1316129"/>
              <a:chExt cx="1691903" cy="369332"/>
            </a:xfrm>
          </p:grpSpPr>
          <p:grpSp>
            <p:nvGrpSpPr>
              <p:cNvPr id="92" name="그룹 91">
                <a:extLst>
                  <a:ext uri="{FF2B5EF4-FFF2-40B4-BE49-F238E27FC236}">
                    <a16:creationId xmlns:a16="http://schemas.microsoft.com/office/drawing/2014/main" id="{36F25B94-3E7D-B417-75EA-A67D892623B6}"/>
                  </a:ext>
                </a:extLst>
              </p:cNvPr>
              <p:cNvGrpSpPr/>
              <p:nvPr/>
            </p:nvGrpSpPr>
            <p:grpSpPr>
              <a:xfrm>
                <a:off x="3110628" y="1343633"/>
                <a:ext cx="1691903" cy="314325"/>
                <a:chOff x="6933508" y="0"/>
                <a:chExt cx="1238001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94" name="직사각형 93">
                  <a:extLst>
                    <a:ext uri="{FF2B5EF4-FFF2-40B4-BE49-F238E27FC236}">
                      <a16:creationId xmlns:a16="http://schemas.microsoft.com/office/drawing/2014/main" id="{03FD8C5E-A909-EE5E-AC7D-CD106195C886}"/>
                    </a:ext>
                  </a:extLst>
                </p:cNvPr>
                <p:cNvSpPr/>
                <p:nvPr/>
              </p:nvSpPr>
              <p:spPr>
                <a:xfrm>
                  <a:off x="6933508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5" name="사각형: 둥근 모서리 94">
                  <a:extLst>
                    <a:ext uri="{FF2B5EF4-FFF2-40B4-BE49-F238E27FC236}">
                      <a16:creationId xmlns:a16="http://schemas.microsoft.com/office/drawing/2014/main" id="{CDF8C2F9-55E2-CCC0-1580-40140679E3B6}"/>
                    </a:ext>
                  </a:extLst>
                </p:cNvPr>
                <p:cNvSpPr/>
                <p:nvPr/>
              </p:nvSpPr>
              <p:spPr>
                <a:xfrm>
                  <a:off x="7282509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62411182-029C-2DAD-97E5-AF0043AFC44F}"/>
                  </a:ext>
                </a:extLst>
              </p:cNvPr>
              <p:cNvSpPr txBox="1"/>
              <p:nvPr/>
            </p:nvSpPr>
            <p:spPr>
              <a:xfrm>
                <a:off x="3170624" y="1316129"/>
                <a:ext cx="11897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공격 스킬</a:t>
                </a:r>
              </a:p>
            </p:txBody>
          </p:sp>
        </p:grp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D9294499-F488-CF3D-2560-5CA46C04F9BF}"/>
                </a:ext>
              </a:extLst>
            </p:cNvPr>
            <p:cNvGrpSpPr/>
            <p:nvPr/>
          </p:nvGrpSpPr>
          <p:grpSpPr>
            <a:xfrm>
              <a:off x="8509374" y="2394761"/>
              <a:ext cx="1691901" cy="369332"/>
              <a:chOff x="8509374" y="2394761"/>
              <a:chExt cx="1691901" cy="369332"/>
            </a:xfrm>
          </p:grpSpPr>
          <p:grpSp>
            <p:nvGrpSpPr>
              <p:cNvPr id="88" name="그룹 87">
                <a:extLst>
                  <a:ext uri="{FF2B5EF4-FFF2-40B4-BE49-F238E27FC236}">
                    <a16:creationId xmlns:a16="http://schemas.microsoft.com/office/drawing/2014/main" id="{9D1FBCEB-3859-40A2-1DFC-158F230D0B7D}"/>
                  </a:ext>
                </a:extLst>
              </p:cNvPr>
              <p:cNvGrpSpPr/>
              <p:nvPr/>
            </p:nvGrpSpPr>
            <p:grpSpPr>
              <a:xfrm>
                <a:off x="8509374" y="2418990"/>
                <a:ext cx="1691901" cy="314325"/>
                <a:chOff x="5921500" y="0"/>
                <a:chExt cx="1238000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90" name="직사각형 89">
                  <a:extLst>
                    <a:ext uri="{FF2B5EF4-FFF2-40B4-BE49-F238E27FC236}">
                      <a16:creationId xmlns:a16="http://schemas.microsoft.com/office/drawing/2014/main" id="{E0D9F979-844C-ADF2-59BF-DA97E4B849EB}"/>
                    </a:ext>
                  </a:extLst>
                </p:cNvPr>
                <p:cNvSpPr/>
                <p:nvPr/>
              </p:nvSpPr>
              <p:spPr>
                <a:xfrm>
                  <a:off x="5921500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ABCB3463-B01D-D2B6-C628-6F7541A14069}"/>
                    </a:ext>
                  </a:extLst>
                </p:cNvPr>
                <p:cNvSpPr/>
                <p:nvPr/>
              </p:nvSpPr>
              <p:spPr>
                <a:xfrm>
                  <a:off x="6270500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F492E5D-1351-EB81-07B0-36AA8187F872}"/>
                  </a:ext>
                </a:extLst>
              </p:cNvPr>
              <p:cNvSpPr txBox="1"/>
              <p:nvPr/>
            </p:nvSpPr>
            <p:spPr>
              <a:xfrm>
                <a:off x="8632015" y="2394761"/>
                <a:ext cx="11897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전략 스킬</a:t>
                </a:r>
              </a:p>
            </p:txBody>
          </p:sp>
        </p:grpSp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A00A5A93-BF93-20CE-8C8B-4DE7946343A0}"/>
                </a:ext>
              </a:extLst>
            </p:cNvPr>
            <p:cNvSpPr/>
            <p:nvPr/>
          </p:nvSpPr>
          <p:spPr>
            <a:xfrm>
              <a:off x="3140545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F3B89617-C2F6-C173-7A11-620695157063}"/>
                </a:ext>
              </a:extLst>
            </p:cNvPr>
            <p:cNvSpPr/>
            <p:nvPr/>
          </p:nvSpPr>
          <p:spPr>
            <a:xfrm>
              <a:off x="3784546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BF7DCD09-7003-2EF3-7DF6-B52D13DE9EC1}"/>
                </a:ext>
              </a:extLst>
            </p:cNvPr>
            <p:cNvSpPr/>
            <p:nvPr/>
          </p:nvSpPr>
          <p:spPr>
            <a:xfrm>
              <a:off x="4413498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79494D4F-51CE-E445-C245-9E4C993EE3FB}"/>
                </a:ext>
              </a:extLst>
            </p:cNvPr>
            <p:cNvSpPr/>
            <p:nvPr/>
          </p:nvSpPr>
          <p:spPr>
            <a:xfrm>
              <a:off x="5051947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A11A85C5-E25A-7DBD-0E06-9D924821E303}"/>
                </a:ext>
              </a:extLst>
            </p:cNvPr>
            <p:cNvSpPr/>
            <p:nvPr/>
          </p:nvSpPr>
          <p:spPr>
            <a:xfrm>
              <a:off x="5699946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A5CDE0A9-22BD-BB92-363E-6603A879CEEA}"/>
                </a:ext>
              </a:extLst>
            </p:cNvPr>
            <p:cNvSpPr/>
            <p:nvPr/>
          </p:nvSpPr>
          <p:spPr>
            <a:xfrm>
              <a:off x="6341595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F173C40B-F8B2-130D-E986-3C93AFECC903}"/>
                </a:ext>
              </a:extLst>
            </p:cNvPr>
            <p:cNvSpPr/>
            <p:nvPr/>
          </p:nvSpPr>
          <p:spPr>
            <a:xfrm>
              <a:off x="6980404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2D95D64E-0461-AA2D-B2DA-E1401E668A0A}"/>
                </a:ext>
              </a:extLst>
            </p:cNvPr>
            <p:cNvSpPr/>
            <p:nvPr/>
          </p:nvSpPr>
          <p:spPr>
            <a:xfrm>
              <a:off x="7627393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6A9753E7-DCC1-2E81-0345-83E9D45818C8}"/>
                </a:ext>
              </a:extLst>
            </p:cNvPr>
            <p:cNvGrpSpPr/>
            <p:nvPr/>
          </p:nvGrpSpPr>
          <p:grpSpPr>
            <a:xfrm>
              <a:off x="3123413" y="4101398"/>
              <a:ext cx="939426" cy="369332"/>
              <a:chOff x="3123413" y="4101398"/>
              <a:chExt cx="939426" cy="369332"/>
            </a:xfrm>
          </p:grpSpPr>
          <p:grpSp>
            <p:nvGrpSpPr>
              <p:cNvPr id="84" name="그룹 83">
                <a:extLst>
                  <a:ext uri="{FF2B5EF4-FFF2-40B4-BE49-F238E27FC236}">
                    <a16:creationId xmlns:a16="http://schemas.microsoft.com/office/drawing/2014/main" id="{98627935-8E11-84A0-4B00-0CAD7B90E50D}"/>
                  </a:ext>
                </a:extLst>
              </p:cNvPr>
              <p:cNvGrpSpPr/>
              <p:nvPr/>
            </p:nvGrpSpPr>
            <p:grpSpPr>
              <a:xfrm>
                <a:off x="3123413" y="4128902"/>
                <a:ext cx="939426" cy="314325"/>
                <a:chOff x="7760972" y="0"/>
                <a:chExt cx="1238000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86" name="직사각형 85">
                  <a:extLst>
                    <a:ext uri="{FF2B5EF4-FFF2-40B4-BE49-F238E27FC236}">
                      <a16:creationId xmlns:a16="http://schemas.microsoft.com/office/drawing/2014/main" id="{A5312AE1-78EF-B3F5-C97C-B4B28862C1FA}"/>
                    </a:ext>
                  </a:extLst>
                </p:cNvPr>
                <p:cNvSpPr/>
                <p:nvPr/>
              </p:nvSpPr>
              <p:spPr>
                <a:xfrm>
                  <a:off x="7760972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87" name="사각형: 둥근 모서리 86">
                  <a:extLst>
                    <a:ext uri="{FF2B5EF4-FFF2-40B4-BE49-F238E27FC236}">
                      <a16:creationId xmlns:a16="http://schemas.microsoft.com/office/drawing/2014/main" id="{9434FA32-185D-A008-1F46-0331035C4161}"/>
                    </a:ext>
                  </a:extLst>
                </p:cNvPr>
                <p:cNvSpPr/>
                <p:nvPr/>
              </p:nvSpPr>
              <p:spPr>
                <a:xfrm>
                  <a:off x="8109972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23B092A6-1BC5-B07D-4787-86D2489CEEA1}"/>
                  </a:ext>
                </a:extLst>
              </p:cNvPr>
              <p:cNvSpPr txBox="1"/>
              <p:nvPr/>
            </p:nvSpPr>
            <p:spPr>
              <a:xfrm>
                <a:off x="3183410" y="4101398"/>
                <a:ext cx="6463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증강</a:t>
                </a:r>
              </a:p>
            </p:txBody>
          </p:sp>
        </p:grp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92C00CA8-3D17-6AA2-67F7-8A0C646A47DA}"/>
                </a:ext>
              </a:extLst>
            </p:cNvPr>
            <p:cNvSpPr/>
            <p:nvPr/>
          </p:nvSpPr>
          <p:spPr>
            <a:xfrm>
              <a:off x="3588996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E5DAF19D-BA89-9862-7819-AAB7E6FAD330}"/>
                </a:ext>
              </a:extLst>
            </p:cNvPr>
            <p:cNvSpPr/>
            <p:nvPr/>
          </p:nvSpPr>
          <p:spPr>
            <a:xfrm>
              <a:off x="4216709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2" name="사각형: 둥근 모서리 51">
              <a:extLst>
                <a:ext uri="{FF2B5EF4-FFF2-40B4-BE49-F238E27FC236}">
                  <a16:creationId xmlns:a16="http://schemas.microsoft.com/office/drawing/2014/main" id="{291F7BB0-F888-F791-9E3F-03C3B41C2610}"/>
                </a:ext>
              </a:extLst>
            </p:cNvPr>
            <p:cNvSpPr/>
            <p:nvPr/>
          </p:nvSpPr>
          <p:spPr>
            <a:xfrm>
              <a:off x="4855158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544341D5-E777-A0F9-F75B-4F6E7A01300F}"/>
                </a:ext>
              </a:extLst>
            </p:cNvPr>
            <p:cNvSpPr/>
            <p:nvPr/>
          </p:nvSpPr>
          <p:spPr>
            <a:xfrm>
              <a:off x="5503157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0D542F89-431F-27E1-962A-2FA01073F75F}"/>
                </a:ext>
              </a:extLst>
            </p:cNvPr>
            <p:cNvSpPr/>
            <p:nvPr/>
          </p:nvSpPr>
          <p:spPr>
            <a:xfrm>
              <a:off x="6144806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99D82275-2A0C-E199-8970-C346D972A010}"/>
                </a:ext>
              </a:extLst>
            </p:cNvPr>
            <p:cNvSpPr/>
            <p:nvPr/>
          </p:nvSpPr>
          <p:spPr>
            <a:xfrm>
              <a:off x="6783615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9AFCC3E8-9116-65BE-77B5-88E084BBFFB7}"/>
                </a:ext>
              </a:extLst>
            </p:cNvPr>
            <p:cNvSpPr/>
            <p:nvPr/>
          </p:nvSpPr>
          <p:spPr>
            <a:xfrm>
              <a:off x="7430604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E281AE6B-E916-2B60-ED1F-452CE0EC6611}"/>
                </a:ext>
              </a:extLst>
            </p:cNvPr>
            <p:cNvSpPr/>
            <p:nvPr/>
          </p:nvSpPr>
          <p:spPr>
            <a:xfrm>
              <a:off x="3117349" y="2721522"/>
              <a:ext cx="674597" cy="31432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00C550AF-2AB5-139A-DB41-A39A6C7ACDB7}"/>
                </a:ext>
              </a:extLst>
            </p:cNvPr>
            <p:cNvSpPr/>
            <p:nvPr/>
          </p:nvSpPr>
          <p:spPr>
            <a:xfrm>
              <a:off x="9289473" y="5094472"/>
              <a:ext cx="1168430" cy="314325"/>
            </a:xfrm>
            <a:prstGeom prst="roundRect">
              <a:avLst>
                <a:gd name="adj" fmla="val 50000"/>
              </a:avLst>
            </a:prstGeom>
            <a:solidFill>
              <a:srgbClr val="FF7C8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6EF10758-94C0-6B74-4630-9E6099B6395A}"/>
                </a:ext>
              </a:extLst>
            </p:cNvPr>
            <p:cNvGrpSpPr/>
            <p:nvPr/>
          </p:nvGrpSpPr>
          <p:grpSpPr>
            <a:xfrm>
              <a:off x="3177347" y="2689575"/>
              <a:ext cx="879429" cy="369332"/>
              <a:chOff x="3177347" y="2689575"/>
              <a:chExt cx="879429" cy="369332"/>
            </a:xfrm>
          </p:grpSpPr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190BFCC5-E61E-64E9-CF6E-1D401ACBD021}"/>
                  </a:ext>
                </a:extLst>
              </p:cNvPr>
              <p:cNvSpPr/>
              <p:nvPr/>
            </p:nvSpPr>
            <p:spPr>
              <a:xfrm>
                <a:off x="3382179" y="2721522"/>
                <a:ext cx="674597" cy="314325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5CDBFB1C-FA86-393D-542F-C044A541E514}"/>
                  </a:ext>
                </a:extLst>
              </p:cNvPr>
              <p:cNvSpPr txBox="1"/>
              <p:nvPr/>
            </p:nvSpPr>
            <p:spPr>
              <a:xfrm>
                <a:off x="3177347" y="2689575"/>
                <a:ext cx="6463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유물</a:t>
                </a:r>
              </a:p>
            </p:txBody>
          </p:sp>
        </p:grpSp>
        <p:sp>
          <p:nvSpPr>
            <p:cNvPr id="61" name="사각형: 둥근 모서리 60">
              <a:extLst>
                <a:ext uri="{FF2B5EF4-FFF2-40B4-BE49-F238E27FC236}">
                  <a16:creationId xmlns:a16="http://schemas.microsoft.com/office/drawing/2014/main" id="{E1550882-E6CE-A196-0067-8AAA66EED365}"/>
                </a:ext>
              </a:extLst>
            </p:cNvPr>
            <p:cNvSpPr/>
            <p:nvPr/>
          </p:nvSpPr>
          <p:spPr>
            <a:xfrm>
              <a:off x="8632015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33DCC478-6E2D-4115-C3DC-13848E531307}"/>
                </a:ext>
              </a:extLst>
            </p:cNvPr>
            <p:cNvSpPr/>
            <p:nvPr/>
          </p:nvSpPr>
          <p:spPr>
            <a:xfrm>
              <a:off x="9280014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DB63D536-4905-1F10-0D85-B7E60CF8757E}"/>
                </a:ext>
              </a:extLst>
            </p:cNvPr>
            <p:cNvSpPr/>
            <p:nvPr/>
          </p:nvSpPr>
          <p:spPr>
            <a:xfrm>
              <a:off x="8632015" y="3567208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D37847C6-2537-93ED-AB34-153ABA6CCF29}"/>
                </a:ext>
              </a:extLst>
            </p:cNvPr>
            <p:cNvSpPr/>
            <p:nvPr/>
          </p:nvSpPr>
          <p:spPr>
            <a:xfrm>
              <a:off x="9270464" y="3567208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FE0AF922-CADD-05E4-F789-81992A15B8CE}"/>
                </a:ext>
              </a:extLst>
            </p:cNvPr>
            <p:cNvSpPr/>
            <p:nvPr/>
          </p:nvSpPr>
          <p:spPr>
            <a:xfrm>
              <a:off x="9933952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414D2996-8D18-F0DD-FD36-FA73CC1B1B22}"/>
                </a:ext>
              </a:extLst>
            </p:cNvPr>
            <p:cNvGrpSpPr/>
            <p:nvPr/>
          </p:nvGrpSpPr>
          <p:grpSpPr>
            <a:xfrm>
              <a:off x="3140545" y="3907709"/>
              <a:ext cx="5026848" cy="94497"/>
              <a:chOff x="2079166" y="5778191"/>
              <a:chExt cx="3082343" cy="142875"/>
            </a:xfrm>
          </p:grpSpPr>
          <p:sp>
            <p:nvSpPr>
              <p:cNvPr id="80" name="직사각형 79">
                <a:extLst>
                  <a:ext uri="{FF2B5EF4-FFF2-40B4-BE49-F238E27FC236}">
                    <a16:creationId xmlns:a16="http://schemas.microsoft.com/office/drawing/2014/main" id="{05AF0970-49BB-77C7-A792-E9BA30375D89}"/>
                  </a:ext>
                </a:extLst>
              </p:cNvPr>
              <p:cNvSpPr/>
              <p:nvPr/>
            </p:nvSpPr>
            <p:spPr>
              <a:xfrm>
                <a:off x="2079166" y="5778191"/>
                <a:ext cx="3082343" cy="14287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1" name="직사각형 80">
                <a:extLst>
                  <a:ext uri="{FF2B5EF4-FFF2-40B4-BE49-F238E27FC236}">
                    <a16:creationId xmlns:a16="http://schemas.microsoft.com/office/drawing/2014/main" id="{69A0C0D4-FC40-B629-0B1D-7F4F39EDA076}"/>
                  </a:ext>
                </a:extLst>
              </p:cNvPr>
              <p:cNvSpPr/>
              <p:nvPr/>
            </p:nvSpPr>
            <p:spPr>
              <a:xfrm>
                <a:off x="2086837" y="5778191"/>
                <a:ext cx="942817" cy="142875"/>
              </a:xfrm>
              <a:prstGeom prst="rect">
                <a:avLst/>
              </a:prstGeom>
              <a:solidFill>
                <a:srgbClr val="42F8BB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126A84B8-86F6-683A-C25D-998FE394AEC3}"/>
                </a:ext>
              </a:extLst>
            </p:cNvPr>
            <p:cNvGrpSpPr/>
            <p:nvPr/>
          </p:nvGrpSpPr>
          <p:grpSpPr>
            <a:xfrm>
              <a:off x="3117349" y="5293938"/>
              <a:ext cx="5050044" cy="96902"/>
              <a:chOff x="2064943" y="5788972"/>
              <a:chExt cx="3096566" cy="146513"/>
            </a:xfrm>
          </p:grpSpPr>
          <p:sp>
            <p:nvSpPr>
              <p:cNvPr id="78" name="직사각형 77">
                <a:extLst>
                  <a:ext uri="{FF2B5EF4-FFF2-40B4-BE49-F238E27FC236}">
                    <a16:creationId xmlns:a16="http://schemas.microsoft.com/office/drawing/2014/main" id="{0AE7196A-17C0-B2C6-24DC-7D046B0DA32E}"/>
                  </a:ext>
                </a:extLst>
              </p:cNvPr>
              <p:cNvSpPr/>
              <p:nvPr/>
            </p:nvSpPr>
            <p:spPr>
              <a:xfrm>
                <a:off x="2064943" y="5788972"/>
                <a:ext cx="3096566" cy="14651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9" name="직사각형 78">
                <a:extLst>
                  <a:ext uri="{FF2B5EF4-FFF2-40B4-BE49-F238E27FC236}">
                    <a16:creationId xmlns:a16="http://schemas.microsoft.com/office/drawing/2014/main" id="{8CA13F0A-B022-9092-822E-4DDC3D9A217A}"/>
                  </a:ext>
                </a:extLst>
              </p:cNvPr>
              <p:cNvSpPr/>
              <p:nvPr/>
            </p:nvSpPr>
            <p:spPr>
              <a:xfrm>
                <a:off x="2127342" y="5792610"/>
                <a:ext cx="942817" cy="142875"/>
              </a:xfrm>
              <a:prstGeom prst="rect">
                <a:avLst/>
              </a:prstGeom>
              <a:solidFill>
                <a:srgbClr val="42F8BB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68" name="그룹 67">
              <a:extLst>
                <a:ext uri="{FF2B5EF4-FFF2-40B4-BE49-F238E27FC236}">
                  <a16:creationId xmlns:a16="http://schemas.microsoft.com/office/drawing/2014/main" id="{57D26132-F4D4-1BCB-2652-388D36C32B79}"/>
                </a:ext>
              </a:extLst>
            </p:cNvPr>
            <p:cNvGrpSpPr/>
            <p:nvPr/>
          </p:nvGrpSpPr>
          <p:grpSpPr>
            <a:xfrm>
              <a:off x="3108204" y="4593499"/>
              <a:ext cx="412612" cy="554784"/>
              <a:chOff x="3108204" y="4573838"/>
              <a:chExt cx="412612" cy="554784"/>
            </a:xfrm>
          </p:grpSpPr>
          <p:pic>
            <p:nvPicPr>
              <p:cNvPr id="76" name="그림 75">
                <a:extLst>
                  <a:ext uri="{FF2B5EF4-FFF2-40B4-BE49-F238E27FC236}">
                    <a16:creationId xmlns:a16="http://schemas.microsoft.com/office/drawing/2014/main" id="{F401CF29-1EFC-5965-E585-12262395A6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rcRect l="26435"/>
              <a:stretch>
                <a:fillRect/>
              </a:stretch>
            </p:blipFill>
            <p:spPr>
              <a:xfrm>
                <a:off x="3108204" y="4573838"/>
                <a:ext cx="412612" cy="554784"/>
              </a:xfrm>
              <a:prstGeom prst="rect">
                <a:avLst/>
              </a:prstGeom>
            </p:spPr>
          </p:pic>
          <p:cxnSp>
            <p:nvCxnSpPr>
              <p:cNvPr id="77" name="직선 연결선 76">
                <a:extLst>
                  <a:ext uri="{FF2B5EF4-FFF2-40B4-BE49-F238E27FC236}">
                    <a16:creationId xmlns:a16="http://schemas.microsoft.com/office/drawing/2014/main" id="{3F6C46D4-7623-CB57-9978-7403C96413A2}"/>
                  </a:ext>
                </a:extLst>
              </p:cNvPr>
              <p:cNvCxnSpPr/>
              <p:nvPr/>
            </p:nvCxnSpPr>
            <p:spPr>
              <a:xfrm>
                <a:off x="3108204" y="4573838"/>
                <a:ext cx="0" cy="55478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483013AE-A172-D773-6527-4D410EA7B9DC}"/>
                </a:ext>
              </a:extLst>
            </p:cNvPr>
            <p:cNvGrpSpPr/>
            <p:nvPr/>
          </p:nvGrpSpPr>
          <p:grpSpPr>
            <a:xfrm rot="10800000">
              <a:off x="8036760" y="4593499"/>
              <a:ext cx="130633" cy="554784"/>
              <a:chOff x="2073899" y="4573838"/>
              <a:chExt cx="130633" cy="554784"/>
            </a:xfrm>
          </p:grpSpPr>
          <p:pic>
            <p:nvPicPr>
              <p:cNvPr id="74" name="그림 73">
                <a:extLst>
                  <a:ext uri="{FF2B5EF4-FFF2-40B4-BE49-F238E27FC236}">
                    <a16:creationId xmlns:a16="http://schemas.microsoft.com/office/drawing/2014/main" id="{E03444C8-32A6-9B14-532B-1EBDC3E86E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rcRect l="79028"/>
              <a:stretch>
                <a:fillRect/>
              </a:stretch>
            </p:blipFill>
            <p:spPr>
              <a:xfrm>
                <a:off x="2086907" y="4573838"/>
                <a:ext cx="117625" cy="554784"/>
              </a:xfrm>
              <a:prstGeom prst="rect">
                <a:avLst/>
              </a:prstGeom>
            </p:spPr>
          </p:pic>
          <p:cxnSp>
            <p:nvCxnSpPr>
              <p:cNvPr id="75" name="직선 연결선 74">
                <a:extLst>
                  <a:ext uri="{FF2B5EF4-FFF2-40B4-BE49-F238E27FC236}">
                    <a16:creationId xmlns:a16="http://schemas.microsoft.com/office/drawing/2014/main" id="{C984BD35-6417-A5A6-EB9E-3257BC642CC1}"/>
                  </a:ext>
                </a:extLst>
              </p:cNvPr>
              <p:cNvCxnSpPr/>
              <p:nvPr/>
            </p:nvCxnSpPr>
            <p:spPr>
              <a:xfrm>
                <a:off x="2073899" y="4573838"/>
                <a:ext cx="0" cy="55478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6456DEBC-124B-B914-FFB0-1F66CD595150}"/>
                </a:ext>
              </a:extLst>
            </p:cNvPr>
            <p:cNvSpPr txBox="1"/>
            <p:nvPr/>
          </p:nvSpPr>
          <p:spPr>
            <a:xfrm>
              <a:off x="9370425" y="5094472"/>
              <a:ext cx="10054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600" b="1" dirty="0" err="1"/>
                <a:t>뒤로가기</a:t>
              </a:r>
              <a:endParaRPr lang="ko-KR" altLang="en-US" sz="1600" b="1" dirty="0"/>
            </a:p>
          </p:txBody>
        </p: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C140EE81-31C4-0B8F-A9B9-D693EE7650CF}"/>
                </a:ext>
              </a:extLst>
            </p:cNvPr>
            <p:cNvGrpSpPr/>
            <p:nvPr/>
          </p:nvGrpSpPr>
          <p:grpSpPr>
            <a:xfrm>
              <a:off x="10116078" y="1253461"/>
              <a:ext cx="442800" cy="432000"/>
              <a:chOff x="10045510" y="1290859"/>
              <a:chExt cx="442800" cy="432000"/>
            </a:xfrm>
          </p:grpSpPr>
          <p:sp>
            <p:nvSpPr>
              <p:cNvPr id="72" name="타원 71">
                <a:extLst>
                  <a:ext uri="{FF2B5EF4-FFF2-40B4-BE49-F238E27FC236}">
                    <a16:creationId xmlns:a16="http://schemas.microsoft.com/office/drawing/2014/main" id="{296A2BC0-7DE3-D9DB-772F-470E264A9D81}"/>
                  </a:ext>
                </a:extLst>
              </p:cNvPr>
              <p:cNvSpPr/>
              <p:nvPr/>
            </p:nvSpPr>
            <p:spPr>
              <a:xfrm>
                <a:off x="10045510" y="1290859"/>
                <a:ext cx="442800" cy="432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73" name="그림 72">
                <a:extLst>
                  <a:ext uri="{FF2B5EF4-FFF2-40B4-BE49-F238E27FC236}">
                    <a16:creationId xmlns:a16="http://schemas.microsoft.com/office/drawing/2014/main" id="{1AE3519A-33C6-8A51-09FC-50D63D4808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3">
                        <a14:imgEffect>
                          <a14:colorTemperature colorTemp="7335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86704" y="1321625"/>
                <a:ext cx="360000" cy="360000"/>
              </a:xfrm>
              <a:prstGeom prst="rect">
                <a:avLst/>
              </a:prstGeom>
            </p:spPr>
          </p:pic>
        </p:grpSp>
      </p:grp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9F193679-9D10-EC30-5F61-989DE57BD132}"/>
              </a:ext>
            </a:extLst>
          </p:cNvPr>
          <p:cNvSpPr/>
          <p:nvPr/>
        </p:nvSpPr>
        <p:spPr>
          <a:xfrm>
            <a:off x="1672417" y="1340346"/>
            <a:ext cx="1287784" cy="412793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879C1880-BA4D-79EB-F7C2-192DB98514E5}"/>
              </a:ext>
            </a:extLst>
          </p:cNvPr>
          <p:cNvSpPr txBox="1"/>
          <p:nvPr/>
        </p:nvSpPr>
        <p:spPr>
          <a:xfrm>
            <a:off x="1742494" y="1389724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 err="1"/>
              <a:t>스탯</a:t>
            </a:r>
            <a:endParaRPr lang="ko-KR" altLang="en-US" sz="1400" b="1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CB4DFC7C-A430-FB3A-5770-CFC0D043A7FD}"/>
              </a:ext>
            </a:extLst>
          </p:cNvPr>
          <p:cNvSpPr txBox="1"/>
          <p:nvPr/>
        </p:nvSpPr>
        <p:spPr>
          <a:xfrm>
            <a:off x="1689195" y="1676213"/>
            <a:ext cx="36420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체력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C39E9C-7F7E-08D8-4291-FFBAEFCC6BB8}"/>
              </a:ext>
            </a:extLst>
          </p:cNvPr>
          <p:cNvSpPr txBox="1"/>
          <p:nvPr/>
        </p:nvSpPr>
        <p:spPr>
          <a:xfrm>
            <a:off x="1689195" y="1919671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체력 재생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515303E-D13C-FC17-B6A6-25BB20DFB0BA}"/>
              </a:ext>
            </a:extLst>
          </p:cNvPr>
          <p:cNvSpPr txBox="1"/>
          <p:nvPr/>
        </p:nvSpPr>
        <p:spPr>
          <a:xfrm>
            <a:off x="1689195" y="2163129"/>
            <a:ext cx="4539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피해량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E7081A2-67EB-74FF-17A9-DB0D77B71045}"/>
              </a:ext>
            </a:extLst>
          </p:cNvPr>
          <p:cNvSpPr txBox="1"/>
          <p:nvPr/>
        </p:nvSpPr>
        <p:spPr>
          <a:xfrm>
            <a:off x="1689195" y="2406587"/>
            <a:ext cx="7553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이동속도 증가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8CAA529-589E-E838-C5E1-244D5B744D78}"/>
              </a:ext>
            </a:extLst>
          </p:cNvPr>
          <p:cNvSpPr txBox="1"/>
          <p:nvPr/>
        </p:nvSpPr>
        <p:spPr>
          <a:xfrm>
            <a:off x="1689195" y="2650045"/>
            <a:ext cx="4539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방어력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D5B148F-BC36-F451-4158-4B9AD3B0C880}"/>
              </a:ext>
            </a:extLst>
          </p:cNvPr>
          <p:cNvSpPr txBox="1"/>
          <p:nvPr/>
        </p:nvSpPr>
        <p:spPr>
          <a:xfrm>
            <a:off x="1689195" y="2893503"/>
            <a:ext cx="36420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마력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A78A62B9-DF22-6F34-27BD-E11AA7438ED8}"/>
              </a:ext>
            </a:extLst>
          </p:cNvPr>
          <p:cNvSpPr txBox="1"/>
          <p:nvPr/>
        </p:nvSpPr>
        <p:spPr>
          <a:xfrm>
            <a:off x="1689195" y="3136961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마력 회복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0522B33A-10E3-D2D5-1722-B9FB61306DDE}"/>
              </a:ext>
            </a:extLst>
          </p:cNvPr>
          <p:cNvSpPr txBox="1"/>
          <p:nvPr/>
        </p:nvSpPr>
        <p:spPr>
          <a:xfrm>
            <a:off x="1689195" y="3380419"/>
            <a:ext cx="84510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재사용 대기시간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6D7B7DFB-4A45-5AB4-30D4-ECACF760E742}"/>
              </a:ext>
            </a:extLst>
          </p:cNvPr>
          <p:cNvSpPr txBox="1"/>
          <p:nvPr/>
        </p:nvSpPr>
        <p:spPr>
          <a:xfrm>
            <a:off x="1689195" y="3623877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속성 피해량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CB8A5AD-C1FC-A7C0-1388-76AF1DEBF880}"/>
              </a:ext>
            </a:extLst>
          </p:cNvPr>
          <p:cNvSpPr txBox="1"/>
          <p:nvPr/>
        </p:nvSpPr>
        <p:spPr>
          <a:xfrm>
            <a:off x="2586212" y="1676213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100</a:t>
            </a:r>
            <a:endParaRPr lang="ko-KR" altLang="en-US" sz="700" b="1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30727273-6392-CED7-8A34-C9529E6527D4}"/>
              </a:ext>
            </a:extLst>
          </p:cNvPr>
          <p:cNvSpPr txBox="1"/>
          <p:nvPr/>
        </p:nvSpPr>
        <p:spPr>
          <a:xfrm>
            <a:off x="2531711" y="1919671"/>
            <a:ext cx="39305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1.0/s</a:t>
            </a:r>
            <a:endParaRPr lang="ko-KR" altLang="en-US" sz="700" b="1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ACD1F5A6-405C-D0D5-DA4F-DF4633ABA280}"/>
              </a:ext>
            </a:extLst>
          </p:cNvPr>
          <p:cNvSpPr txBox="1"/>
          <p:nvPr/>
        </p:nvSpPr>
        <p:spPr>
          <a:xfrm>
            <a:off x="2494841" y="2163129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+10%</a:t>
            </a:r>
            <a:endParaRPr lang="ko-KR" altLang="en-US" sz="700" b="1" dirty="0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4CCC565-1DE7-07FF-426C-243D825FEF5C}"/>
              </a:ext>
            </a:extLst>
          </p:cNvPr>
          <p:cNvSpPr txBox="1"/>
          <p:nvPr/>
        </p:nvSpPr>
        <p:spPr>
          <a:xfrm>
            <a:off x="2688804" y="2406587"/>
            <a:ext cx="23596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0</a:t>
            </a:r>
            <a:endParaRPr lang="ko-KR" altLang="en-US" sz="700" b="1" dirty="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240F5592-6E21-5FDF-B8F6-ED4524B41B7B}"/>
              </a:ext>
            </a:extLst>
          </p:cNvPr>
          <p:cNvSpPr txBox="1"/>
          <p:nvPr/>
        </p:nvSpPr>
        <p:spPr>
          <a:xfrm>
            <a:off x="2688804" y="2650045"/>
            <a:ext cx="23596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0</a:t>
            </a:r>
            <a:endParaRPr lang="ko-KR" altLang="en-US" sz="700" b="1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7728547-9F63-406D-B660-6BE97D3C9504}"/>
              </a:ext>
            </a:extLst>
          </p:cNvPr>
          <p:cNvSpPr txBox="1"/>
          <p:nvPr/>
        </p:nvSpPr>
        <p:spPr>
          <a:xfrm>
            <a:off x="2586212" y="2893503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100</a:t>
            </a:r>
            <a:endParaRPr lang="ko-KR" altLang="en-US" sz="700" b="1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1A071860-9DE7-1A66-6171-FFD91EEED3F9}"/>
              </a:ext>
            </a:extLst>
          </p:cNvPr>
          <p:cNvSpPr txBox="1"/>
          <p:nvPr/>
        </p:nvSpPr>
        <p:spPr>
          <a:xfrm>
            <a:off x="2549343" y="3136961"/>
            <a:ext cx="37542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+1.0</a:t>
            </a:r>
            <a:endParaRPr lang="ko-KR" altLang="en-US" sz="700" b="1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7814F339-F935-1D94-01BD-079DEE83FA56}"/>
              </a:ext>
            </a:extLst>
          </p:cNvPr>
          <p:cNvSpPr txBox="1"/>
          <p:nvPr/>
        </p:nvSpPr>
        <p:spPr>
          <a:xfrm>
            <a:off x="2522093" y="3380419"/>
            <a:ext cx="40267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-10%</a:t>
            </a:r>
            <a:endParaRPr lang="ko-KR" altLang="en-US" sz="700" b="1" dirty="0"/>
          </a:p>
        </p:txBody>
      </p:sp>
      <p:cxnSp>
        <p:nvCxnSpPr>
          <p:cNvPr id="131" name="직선 연결선 130">
            <a:extLst>
              <a:ext uri="{FF2B5EF4-FFF2-40B4-BE49-F238E27FC236}">
                <a16:creationId xmlns:a16="http://schemas.microsoft.com/office/drawing/2014/main" id="{88B64CBD-05C6-B361-7480-B8A1C1EC3D90}"/>
              </a:ext>
            </a:extLst>
          </p:cNvPr>
          <p:cNvCxnSpPr/>
          <p:nvPr/>
        </p:nvCxnSpPr>
        <p:spPr>
          <a:xfrm>
            <a:off x="1742494" y="1876268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직선 연결선 131">
            <a:extLst>
              <a:ext uri="{FF2B5EF4-FFF2-40B4-BE49-F238E27FC236}">
                <a16:creationId xmlns:a16="http://schemas.microsoft.com/office/drawing/2014/main" id="{58D57EF7-6164-C192-5EFA-0F9EC142E0DD}"/>
              </a:ext>
            </a:extLst>
          </p:cNvPr>
          <p:cNvCxnSpPr/>
          <p:nvPr/>
        </p:nvCxnSpPr>
        <p:spPr>
          <a:xfrm>
            <a:off x="1742494" y="2119726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F0A0152D-BF92-D2FD-3B64-E13E56D3CEE4}"/>
              </a:ext>
            </a:extLst>
          </p:cNvPr>
          <p:cNvCxnSpPr/>
          <p:nvPr/>
        </p:nvCxnSpPr>
        <p:spPr>
          <a:xfrm>
            <a:off x="1742494" y="2363184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직선 연결선 133">
            <a:extLst>
              <a:ext uri="{FF2B5EF4-FFF2-40B4-BE49-F238E27FC236}">
                <a16:creationId xmlns:a16="http://schemas.microsoft.com/office/drawing/2014/main" id="{77B194CA-2856-C6E5-1ED6-8A17C47EE9CC}"/>
              </a:ext>
            </a:extLst>
          </p:cNvPr>
          <p:cNvCxnSpPr/>
          <p:nvPr/>
        </p:nvCxnSpPr>
        <p:spPr>
          <a:xfrm>
            <a:off x="1742494" y="2606642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직선 연결선 134">
            <a:extLst>
              <a:ext uri="{FF2B5EF4-FFF2-40B4-BE49-F238E27FC236}">
                <a16:creationId xmlns:a16="http://schemas.microsoft.com/office/drawing/2014/main" id="{EB1A107E-EBDC-761B-F6F7-3702AC4BEF6C}"/>
              </a:ext>
            </a:extLst>
          </p:cNvPr>
          <p:cNvCxnSpPr/>
          <p:nvPr/>
        </p:nvCxnSpPr>
        <p:spPr>
          <a:xfrm>
            <a:off x="1742494" y="285010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직선 연결선 135">
            <a:extLst>
              <a:ext uri="{FF2B5EF4-FFF2-40B4-BE49-F238E27FC236}">
                <a16:creationId xmlns:a16="http://schemas.microsoft.com/office/drawing/2014/main" id="{25C891E9-CDD6-794F-34D0-2E1FBB8F9E7A}"/>
              </a:ext>
            </a:extLst>
          </p:cNvPr>
          <p:cNvCxnSpPr/>
          <p:nvPr/>
        </p:nvCxnSpPr>
        <p:spPr>
          <a:xfrm>
            <a:off x="1742494" y="3093558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직선 연결선 136">
            <a:extLst>
              <a:ext uri="{FF2B5EF4-FFF2-40B4-BE49-F238E27FC236}">
                <a16:creationId xmlns:a16="http://schemas.microsoft.com/office/drawing/2014/main" id="{94CABF45-F39D-3056-ED79-3A9125A1426C}"/>
              </a:ext>
            </a:extLst>
          </p:cNvPr>
          <p:cNvCxnSpPr/>
          <p:nvPr/>
        </p:nvCxnSpPr>
        <p:spPr>
          <a:xfrm>
            <a:off x="1742494" y="3337016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TextBox 175">
            <a:extLst>
              <a:ext uri="{FF2B5EF4-FFF2-40B4-BE49-F238E27FC236}">
                <a16:creationId xmlns:a16="http://schemas.microsoft.com/office/drawing/2014/main" id="{FF482C4D-A65B-3A75-9067-BA0485859A42}"/>
              </a:ext>
            </a:extLst>
          </p:cNvPr>
          <p:cNvSpPr txBox="1"/>
          <p:nvPr/>
        </p:nvSpPr>
        <p:spPr>
          <a:xfrm>
            <a:off x="2494841" y="3618963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+10%</a:t>
            </a:r>
            <a:endParaRPr lang="ko-KR" altLang="en-US" sz="700" b="1" dirty="0"/>
          </a:p>
        </p:txBody>
      </p: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E6CCC593-0E57-2B18-0A14-9F9A7113ED5C}"/>
              </a:ext>
            </a:extLst>
          </p:cNvPr>
          <p:cNvCxnSpPr/>
          <p:nvPr/>
        </p:nvCxnSpPr>
        <p:spPr>
          <a:xfrm>
            <a:off x="1716809" y="3596187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ECC0281B-8F22-9A10-1C33-31F8BAB337EB}"/>
              </a:ext>
            </a:extLst>
          </p:cNvPr>
          <p:cNvSpPr txBox="1"/>
          <p:nvPr/>
        </p:nvSpPr>
        <p:spPr>
          <a:xfrm>
            <a:off x="1689195" y="3864994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투사체 개수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6DF3D44C-9478-70FF-8FF8-E2393CDF323D}"/>
              </a:ext>
            </a:extLst>
          </p:cNvPr>
          <p:cNvSpPr txBox="1"/>
          <p:nvPr/>
        </p:nvSpPr>
        <p:spPr>
          <a:xfrm>
            <a:off x="2688805" y="3860080"/>
            <a:ext cx="23596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</a:t>
            </a:r>
            <a:endParaRPr lang="ko-KR" altLang="en-US" sz="700" b="1" dirty="0"/>
          </a:p>
        </p:txBody>
      </p:sp>
      <p:cxnSp>
        <p:nvCxnSpPr>
          <p:cNvPr id="148" name="직선 연결선 147">
            <a:extLst>
              <a:ext uri="{FF2B5EF4-FFF2-40B4-BE49-F238E27FC236}">
                <a16:creationId xmlns:a16="http://schemas.microsoft.com/office/drawing/2014/main" id="{BF2C59E1-5DF7-8D5F-1707-2A3D4608F5CB}"/>
              </a:ext>
            </a:extLst>
          </p:cNvPr>
          <p:cNvCxnSpPr/>
          <p:nvPr/>
        </p:nvCxnSpPr>
        <p:spPr>
          <a:xfrm>
            <a:off x="1742494" y="3836443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38EF77BE-F22C-4BF7-69AD-49247FA0979D}"/>
              </a:ext>
            </a:extLst>
          </p:cNvPr>
          <p:cNvSpPr txBox="1"/>
          <p:nvPr/>
        </p:nvSpPr>
        <p:spPr>
          <a:xfrm>
            <a:off x="1689195" y="4131838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투사체 크기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A4068D42-DA0A-6AD3-45ED-C62A5AD0C22A}"/>
              </a:ext>
            </a:extLst>
          </p:cNvPr>
          <p:cNvSpPr txBox="1"/>
          <p:nvPr/>
        </p:nvSpPr>
        <p:spPr>
          <a:xfrm>
            <a:off x="2494841" y="4126924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+20%</a:t>
            </a:r>
            <a:endParaRPr lang="ko-KR" altLang="en-US" sz="700" b="1" dirty="0"/>
          </a:p>
        </p:txBody>
      </p:sp>
      <p:cxnSp>
        <p:nvCxnSpPr>
          <p:cNvPr id="154" name="직선 연결선 153">
            <a:extLst>
              <a:ext uri="{FF2B5EF4-FFF2-40B4-BE49-F238E27FC236}">
                <a16:creationId xmlns:a16="http://schemas.microsoft.com/office/drawing/2014/main" id="{4F21CED2-B755-E1BE-C5A8-437C880E9F85}"/>
              </a:ext>
            </a:extLst>
          </p:cNvPr>
          <p:cNvCxnSpPr/>
          <p:nvPr/>
        </p:nvCxnSpPr>
        <p:spPr>
          <a:xfrm>
            <a:off x="1742494" y="4086612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FA7705F7-6063-60D0-B294-49418778C353}"/>
              </a:ext>
            </a:extLst>
          </p:cNvPr>
          <p:cNvSpPr txBox="1"/>
          <p:nvPr/>
        </p:nvSpPr>
        <p:spPr>
          <a:xfrm>
            <a:off x="1689195" y="4398151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방어막 체력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DBE5D77D-3670-F156-C5E9-B0143265EBF0}"/>
              </a:ext>
            </a:extLst>
          </p:cNvPr>
          <p:cNvSpPr txBox="1"/>
          <p:nvPr/>
        </p:nvSpPr>
        <p:spPr>
          <a:xfrm>
            <a:off x="2586212" y="4393237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300</a:t>
            </a:r>
            <a:endParaRPr lang="ko-KR" altLang="en-US" sz="700" b="1" dirty="0"/>
          </a:p>
        </p:txBody>
      </p:sp>
      <p:cxnSp>
        <p:nvCxnSpPr>
          <p:cNvPr id="160" name="직선 연결선 159">
            <a:extLst>
              <a:ext uri="{FF2B5EF4-FFF2-40B4-BE49-F238E27FC236}">
                <a16:creationId xmlns:a16="http://schemas.microsoft.com/office/drawing/2014/main" id="{3FA83096-A86B-AA7E-428B-356357615D1C}"/>
              </a:ext>
            </a:extLst>
          </p:cNvPr>
          <p:cNvCxnSpPr/>
          <p:nvPr/>
        </p:nvCxnSpPr>
        <p:spPr>
          <a:xfrm>
            <a:off x="1742494" y="435451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30A9150C-A859-2B85-5B08-DA556633A029}"/>
              </a:ext>
            </a:extLst>
          </p:cNvPr>
          <p:cNvSpPr txBox="1"/>
          <p:nvPr/>
        </p:nvSpPr>
        <p:spPr>
          <a:xfrm>
            <a:off x="1689195" y="4658422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기술 범위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0D259F12-F666-E829-0DC0-282164383A37}"/>
              </a:ext>
            </a:extLst>
          </p:cNvPr>
          <p:cNvSpPr txBox="1"/>
          <p:nvPr/>
        </p:nvSpPr>
        <p:spPr>
          <a:xfrm>
            <a:off x="2494841" y="4653508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+20%</a:t>
            </a:r>
            <a:endParaRPr lang="ko-KR" altLang="en-US" sz="700" b="1" dirty="0"/>
          </a:p>
        </p:txBody>
      </p:sp>
      <p:cxnSp>
        <p:nvCxnSpPr>
          <p:cNvPr id="177" name="직선 연결선 176">
            <a:extLst>
              <a:ext uri="{FF2B5EF4-FFF2-40B4-BE49-F238E27FC236}">
                <a16:creationId xmlns:a16="http://schemas.microsoft.com/office/drawing/2014/main" id="{23E9AAA1-72E7-3F27-75B6-417239505D71}"/>
              </a:ext>
            </a:extLst>
          </p:cNvPr>
          <p:cNvCxnSpPr/>
          <p:nvPr/>
        </p:nvCxnSpPr>
        <p:spPr>
          <a:xfrm>
            <a:off x="1742494" y="462126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11F5A833-D470-234F-5006-29C29EFFA945}"/>
              </a:ext>
            </a:extLst>
          </p:cNvPr>
          <p:cNvSpPr txBox="1"/>
          <p:nvPr/>
        </p:nvSpPr>
        <p:spPr>
          <a:xfrm>
            <a:off x="1689195" y="4902117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경험치 획득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D49BB6AC-601F-8E58-9E29-780AFF567016}"/>
              </a:ext>
            </a:extLst>
          </p:cNvPr>
          <p:cNvSpPr txBox="1"/>
          <p:nvPr/>
        </p:nvSpPr>
        <p:spPr>
          <a:xfrm>
            <a:off x="2494841" y="4897203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+50%</a:t>
            </a:r>
            <a:endParaRPr lang="ko-KR" altLang="en-US" sz="700" b="1" dirty="0"/>
          </a:p>
        </p:txBody>
      </p:sp>
      <p:cxnSp>
        <p:nvCxnSpPr>
          <p:cNvPr id="180" name="직선 연결선 179">
            <a:extLst>
              <a:ext uri="{FF2B5EF4-FFF2-40B4-BE49-F238E27FC236}">
                <a16:creationId xmlns:a16="http://schemas.microsoft.com/office/drawing/2014/main" id="{FC6DC27F-736F-050F-D477-AB32D7F3A3FD}"/>
              </a:ext>
            </a:extLst>
          </p:cNvPr>
          <p:cNvCxnSpPr/>
          <p:nvPr/>
        </p:nvCxnSpPr>
        <p:spPr>
          <a:xfrm>
            <a:off x="1742494" y="4864955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6628CC85-4529-3C75-EF62-F7EA272CD802}"/>
              </a:ext>
            </a:extLst>
          </p:cNvPr>
          <p:cNvSpPr txBox="1"/>
          <p:nvPr/>
        </p:nvSpPr>
        <p:spPr>
          <a:xfrm>
            <a:off x="1689195" y="5145812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획득 반경</a:t>
            </a: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97F98178-7C4C-A0D9-061C-328AA4EE414E}"/>
              </a:ext>
            </a:extLst>
          </p:cNvPr>
          <p:cNvSpPr txBox="1"/>
          <p:nvPr/>
        </p:nvSpPr>
        <p:spPr>
          <a:xfrm>
            <a:off x="2494841" y="5140898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+50%</a:t>
            </a:r>
            <a:endParaRPr lang="ko-KR" altLang="en-US" sz="700" b="1" dirty="0"/>
          </a:p>
        </p:txBody>
      </p:sp>
      <p:cxnSp>
        <p:nvCxnSpPr>
          <p:cNvPr id="183" name="직선 연결선 182">
            <a:extLst>
              <a:ext uri="{FF2B5EF4-FFF2-40B4-BE49-F238E27FC236}">
                <a16:creationId xmlns:a16="http://schemas.microsoft.com/office/drawing/2014/main" id="{EA460F32-1129-779F-5881-DB42DB754885}"/>
              </a:ext>
            </a:extLst>
          </p:cNvPr>
          <p:cNvCxnSpPr/>
          <p:nvPr/>
        </p:nvCxnSpPr>
        <p:spPr>
          <a:xfrm>
            <a:off x="1742494" y="510865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579920EB-2B78-4984-9589-6EA05C7B0D56}"/>
              </a:ext>
            </a:extLst>
          </p:cNvPr>
          <p:cNvSpPr txBox="1"/>
          <p:nvPr/>
        </p:nvSpPr>
        <p:spPr>
          <a:xfrm>
            <a:off x="2183501" y="3634510"/>
            <a:ext cx="377026" cy="1769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550" b="1" dirty="0"/>
              <a:t>(</a:t>
            </a:r>
            <a:r>
              <a:rPr lang="ko-KR" altLang="en-US" sz="550" b="1" dirty="0"/>
              <a:t>전체</a:t>
            </a:r>
            <a:r>
              <a:rPr lang="en-US" altLang="ko-KR" sz="550" b="1" dirty="0"/>
              <a:t>)</a:t>
            </a:r>
            <a:endParaRPr lang="ko-KR" altLang="en-US" sz="55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FA3F49-0FA7-8237-E6A7-D9BA39D002B6}"/>
              </a:ext>
            </a:extLst>
          </p:cNvPr>
          <p:cNvSpPr txBox="1"/>
          <p:nvPr/>
        </p:nvSpPr>
        <p:spPr>
          <a:xfrm>
            <a:off x="912000" y="67859"/>
            <a:ext cx="4745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 err="1"/>
              <a:t>인게임</a:t>
            </a:r>
            <a:r>
              <a:rPr lang="ko-KR" altLang="en-US" dirty="0"/>
              <a:t> </a:t>
            </a:r>
            <a:r>
              <a:rPr lang="ko-KR" altLang="en-US" dirty="0" err="1"/>
              <a:t>상태창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속성별 피해량 팝업 </a:t>
            </a:r>
            <a:endParaRPr lang="en-US" altLang="ko-KR" dirty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83523E69-4504-9E61-DBE1-0FB5BB215807}"/>
              </a:ext>
            </a:extLst>
          </p:cNvPr>
          <p:cNvGrpSpPr/>
          <p:nvPr/>
        </p:nvGrpSpPr>
        <p:grpSpPr>
          <a:xfrm>
            <a:off x="3481422" y="2119727"/>
            <a:ext cx="1054923" cy="1699292"/>
            <a:chOff x="3481422" y="2119727"/>
            <a:chExt cx="1054923" cy="1699292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95B1E520-DC5E-49CB-7C6D-0A8F1ACE13EF}"/>
                </a:ext>
              </a:extLst>
            </p:cNvPr>
            <p:cNvGrpSpPr/>
            <p:nvPr/>
          </p:nvGrpSpPr>
          <p:grpSpPr>
            <a:xfrm>
              <a:off x="3481422" y="2119727"/>
              <a:ext cx="1052513" cy="1699292"/>
              <a:chOff x="3152775" y="2315497"/>
              <a:chExt cx="1052513" cy="1699292"/>
            </a:xfrm>
          </p:grpSpPr>
          <p:sp>
            <p:nvSpPr>
              <p:cNvPr id="40" name="직사각형 104">
                <a:extLst>
                  <a:ext uri="{FF2B5EF4-FFF2-40B4-BE49-F238E27FC236}">
                    <a16:creationId xmlns:a16="http://schemas.microsoft.com/office/drawing/2014/main" id="{02744801-8D0B-51E7-1739-32AA8C11B9E9}"/>
                  </a:ext>
                </a:extLst>
              </p:cNvPr>
              <p:cNvSpPr/>
              <p:nvPr/>
            </p:nvSpPr>
            <p:spPr>
              <a:xfrm>
                <a:off x="3152775" y="2315497"/>
                <a:ext cx="1052513" cy="1699292"/>
              </a:xfrm>
              <a:prstGeom prst="wedgeRectCallout">
                <a:avLst>
                  <a:gd name="adj1" fmla="val -106767"/>
                  <a:gd name="adj2" fmla="val 44500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138" name="그룹 137">
                <a:extLst>
                  <a:ext uri="{FF2B5EF4-FFF2-40B4-BE49-F238E27FC236}">
                    <a16:creationId xmlns:a16="http://schemas.microsoft.com/office/drawing/2014/main" id="{85744F7A-3B65-31B1-779A-970D778D76C2}"/>
                  </a:ext>
                </a:extLst>
              </p:cNvPr>
              <p:cNvGrpSpPr/>
              <p:nvPr/>
            </p:nvGrpSpPr>
            <p:grpSpPr>
              <a:xfrm>
                <a:off x="3269337" y="2643230"/>
                <a:ext cx="826588" cy="1249388"/>
                <a:chOff x="1759624" y="3948155"/>
                <a:chExt cx="826588" cy="1249388"/>
              </a:xfrm>
            </p:grpSpPr>
            <p:sp>
              <p:nvSpPr>
                <p:cNvPr id="147" name="TextBox 146">
                  <a:extLst>
                    <a:ext uri="{FF2B5EF4-FFF2-40B4-BE49-F238E27FC236}">
                      <a16:creationId xmlns:a16="http://schemas.microsoft.com/office/drawing/2014/main" id="{1FD7D33E-D274-23E1-2401-7CF3A839816D}"/>
                    </a:ext>
                  </a:extLst>
                </p:cNvPr>
                <p:cNvSpPr txBox="1"/>
                <p:nvPr/>
              </p:nvSpPr>
              <p:spPr>
                <a:xfrm>
                  <a:off x="1759624" y="3948155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화염</a:t>
                  </a:r>
                </a:p>
              </p:txBody>
            </p:sp>
            <p:sp>
              <p:nvSpPr>
                <p:cNvPr id="149" name="TextBox 148">
                  <a:extLst>
                    <a:ext uri="{FF2B5EF4-FFF2-40B4-BE49-F238E27FC236}">
                      <a16:creationId xmlns:a16="http://schemas.microsoft.com/office/drawing/2014/main" id="{1162966A-7A80-165A-CE09-72C8E9A2A5F2}"/>
                    </a:ext>
                  </a:extLst>
                </p:cNvPr>
                <p:cNvSpPr txBox="1"/>
                <p:nvPr/>
              </p:nvSpPr>
              <p:spPr>
                <a:xfrm>
                  <a:off x="1759624" y="4066457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바람</a:t>
                  </a:r>
                </a:p>
              </p:txBody>
            </p:sp>
            <p:sp>
              <p:nvSpPr>
                <p:cNvPr id="151" name="TextBox 150">
                  <a:extLst>
                    <a:ext uri="{FF2B5EF4-FFF2-40B4-BE49-F238E27FC236}">
                      <a16:creationId xmlns:a16="http://schemas.microsoft.com/office/drawing/2014/main" id="{D329080A-BEF2-4763-C54B-21658397881C}"/>
                    </a:ext>
                  </a:extLst>
                </p:cNvPr>
                <p:cNvSpPr txBox="1"/>
                <p:nvPr/>
              </p:nvSpPr>
              <p:spPr>
                <a:xfrm>
                  <a:off x="1759624" y="4184759"/>
                  <a:ext cx="26161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물</a:t>
                  </a:r>
                </a:p>
              </p:txBody>
            </p:sp>
            <p:sp>
              <p:nvSpPr>
                <p:cNvPr id="153" name="TextBox 152">
                  <a:extLst>
                    <a:ext uri="{FF2B5EF4-FFF2-40B4-BE49-F238E27FC236}">
                      <a16:creationId xmlns:a16="http://schemas.microsoft.com/office/drawing/2014/main" id="{812ABBF5-708F-0630-A4C8-7FDFBAE446A6}"/>
                    </a:ext>
                  </a:extLst>
                </p:cNvPr>
                <p:cNvSpPr txBox="1"/>
                <p:nvPr/>
              </p:nvSpPr>
              <p:spPr>
                <a:xfrm>
                  <a:off x="1759624" y="4303061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대지</a:t>
                  </a:r>
                </a:p>
              </p:txBody>
            </p:sp>
            <p:sp>
              <p:nvSpPr>
                <p:cNvPr id="155" name="TextBox 154">
                  <a:extLst>
                    <a:ext uri="{FF2B5EF4-FFF2-40B4-BE49-F238E27FC236}">
                      <a16:creationId xmlns:a16="http://schemas.microsoft.com/office/drawing/2014/main" id="{0085E2D4-3DA3-169A-7463-0C3952476B65}"/>
                    </a:ext>
                  </a:extLst>
                </p:cNvPr>
                <p:cNvSpPr txBox="1"/>
                <p:nvPr/>
              </p:nvSpPr>
              <p:spPr>
                <a:xfrm>
                  <a:off x="1759624" y="4421363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얼음</a:t>
                  </a:r>
                </a:p>
              </p:txBody>
            </p:sp>
            <p:sp>
              <p:nvSpPr>
                <p:cNvPr id="157" name="TextBox 156">
                  <a:extLst>
                    <a:ext uri="{FF2B5EF4-FFF2-40B4-BE49-F238E27FC236}">
                      <a16:creationId xmlns:a16="http://schemas.microsoft.com/office/drawing/2014/main" id="{37DA6289-2AA8-C7D2-9CE9-9BACA007464F}"/>
                    </a:ext>
                  </a:extLst>
                </p:cNvPr>
                <p:cNvSpPr txBox="1"/>
                <p:nvPr/>
              </p:nvSpPr>
              <p:spPr>
                <a:xfrm>
                  <a:off x="1759624" y="4539665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전기</a:t>
                  </a:r>
                </a:p>
              </p:txBody>
            </p:sp>
            <p:sp>
              <p:nvSpPr>
                <p:cNvPr id="159" name="TextBox 158">
                  <a:extLst>
                    <a:ext uri="{FF2B5EF4-FFF2-40B4-BE49-F238E27FC236}">
                      <a16:creationId xmlns:a16="http://schemas.microsoft.com/office/drawing/2014/main" id="{A867F606-737F-C378-22F4-EBAD20EF60A1}"/>
                    </a:ext>
                  </a:extLst>
                </p:cNvPr>
                <p:cNvSpPr txBox="1"/>
                <p:nvPr/>
              </p:nvSpPr>
              <p:spPr>
                <a:xfrm>
                  <a:off x="1759624" y="4657967"/>
                  <a:ext cx="415498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그림자</a:t>
                  </a:r>
                </a:p>
              </p:txBody>
            </p:sp>
            <p:sp>
              <p:nvSpPr>
                <p:cNvPr id="161" name="TextBox 160">
                  <a:extLst>
                    <a:ext uri="{FF2B5EF4-FFF2-40B4-BE49-F238E27FC236}">
                      <a16:creationId xmlns:a16="http://schemas.microsoft.com/office/drawing/2014/main" id="{105E83EC-6B61-07D9-8B3E-FBA1B9DD98CA}"/>
                    </a:ext>
                  </a:extLst>
                </p:cNvPr>
                <p:cNvSpPr txBox="1"/>
                <p:nvPr/>
              </p:nvSpPr>
              <p:spPr>
                <a:xfrm>
                  <a:off x="1759624" y="4776269"/>
                  <a:ext cx="415498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에너지</a:t>
                  </a:r>
                </a:p>
              </p:txBody>
            </p:sp>
            <p:sp>
              <p:nvSpPr>
                <p:cNvPr id="163" name="TextBox 162">
                  <a:extLst>
                    <a:ext uri="{FF2B5EF4-FFF2-40B4-BE49-F238E27FC236}">
                      <a16:creationId xmlns:a16="http://schemas.microsoft.com/office/drawing/2014/main" id="{5FAD137F-740A-B9A6-BEC9-F264BCF0F365}"/>
                    </a:ext>
                  </a:extLst>
                </p:cNvPr>
                <p:cNvSpPr txBox="1"/>
                <p:nvPr/>
              </p:nvSpPr>
              <p:spPr>
                <a:xfrm>
                  <a:off x="1759624" y="4894571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물리</a:t>
                  </a:r>
                </a:p>
              </p:txBody>
            </p:sp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7FF88786-97C2-746D-D0A2-468F94F4559E}"/>
                    </a:ext>
                  </a:extLst>
                </p:cNvPr>
                <p:cNvSpPr txBox="1"/>
                <p:nvPr/>
              </p:nvSpPr>
              <p:spPr>
                <a:xfrm>
                  <a:off x="1759624" y="5012877"/>
                  <a:ext cx="26161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독</a:t>
                  </a:r>
                </a:p>
              </p:txBody>
            </p:sp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09D35D6C-7F1D-75BD-3AD4-B5656BCBE16F}"/>
                    </a:ext>
                  </a:extLst>
                </p:cNvPr>
                <p:cNvSpPr txBox="1"/>
                <p:nvPr/>
              </p:nvSpPr>
              <p:spPr>
                <a:xfrm>
                  <a:off x="2356662" y="3948155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67" name="TextBox 166">
                  <a:extLst>
                    <a:ext uri="{FF2B5EF4-FFF2-40B4-BE49-F238E27FC236}">
                      <a16:creationId xmlns:a16="http://schemas.microsoft.com/office/drawing/2014/main" id="{AB00AFB5-6655-A3F8-0878-386CBAFFE82A}"/>
                    </a:ext>
                  </a:extLst>
                </p:cNvPr>
                <p:cNvSpPr txBox="1"/>
                <p:nvPr/>
              </p:nvSpPr>
              <p:spPr>
                <a:xfrm>
                  <a:off x="2356662" y="4066457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68" name="TextBox 167">
                  <a:extLst>
                    <a:ext uri="{FF2B5EF4-FFF2-40B4-BE49-F238E27FC236}">
                      <a16:creationId xmlns:a16="http://schemas.microsoft.com/office/drawing/2014/main" id="{B263CF9D-1005-32FA-E8E6-603141A1579F}"/>
                    </a:ext>
                  </a:extLst>
                </p:cNvPr>
                <p:cNvSpPr txBox="1"/>
                <p:nvPr/>
              </p:nvSpPr>
              <p:spPr>
                <a:xfrm>
                  <a:off x="2356662" y="4184759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69" name="TextBox 168">
                  <a:extLst>
                    <a:ext uri="{FF2B5EF4-FFF2-40B4-BE49-F238E27FC236}">
                      <a16:creationId xmlns:a16="http://schemas.microsoft.com/office/drawing/2014/main" id="{7D1580DB-B411-858F-DD96-D283123513AF}"/>
                    </a:ext>
                  </a:extLst>
                </p:cNvPr>
                <p:cNvSpPr txBox="1"/>
                <p:nvPr/>
              </p:nvSpPr>
              <p:spPr>
                <a:xfrm>
                  <a:off x="2356662" y="4303061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70" name="TextBox 169">
                  <a:extLst>
                    <a:ext uri="{FF2B5EF4-FFF2-40B4-BE49-F238E27FC236}">
                      <a16:creationId xmlns:a16="http://schemas.microsoft.com/office/drawing/2014/main" id="{C577EF09-9F2B-7CE2-2EE3-C8A9E0B89F8B}"/>
                    </a:ext>
                  </a:extLst>
                </p:cNvPr>
                <p:cNvSpPr txBox="1"/>
                <p:nvPr/>
              </p:nvSpPr>
              <p:spPr>
                <a:xfrm>
                  <a:off x="2356662" y="4421363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71" name="TextBox 170">
                  <a:extLst>
                    <a:ext uri="{FF2B5EF4-FFF2-40B4-BE49-F238E27FC236}">
                      <a16:creationId xmlns:a16="http://schemas.microsoft.com/office/drawing/2014/main" id="{534DFA57-4F7A-DCFB-0556-13992BA5ACF4}"/>
                    </a:ext>
                  </a:extLst>
                </p:cNvPr>
                <p:cNvSpPr txBox="1"/>
                <p:nvPr/>
              </p:nvSpPr>
              <p:spPr>
                <a:xfrm>
                  <a:off x="2356662" y="4539665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72" name="TextBox 171">
                  <a:extLst>
                    <a:ext uri="{FF2B5EF4-FFF2-40B4-BE49-F238E27FC236}">
                      <a16:creationId xmlns:a16="http://schemas.microsoft.com/office/drawing/2014/main" id="{9FAD4979-9C10-0DA2-F33E-31FD57428229}"/>
                    </a:ext>
                  </a:extLst>
                </p:cNvPr>
                <p:cNvSpPr txBox="1"/>
                <p:nvPr/>
              </p:nvSpPr>
              <p:spPr>
                <a:xfrm>
                  <a:off x="2356662" y="4657967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73" name="TextBox 172">
                  <a:extLst>
                    <a:ext uri="{FF2B5EF4-FFF2-40B4-BE49-F238E27FC236}">
                      <a16:creationId xmlns:a16="http://schemas.microsoft.com/office/drawing/2014/main" id="{28883437-292E-59BA-0BE7-32E2FC7FC7E0}"/>
                    </a:ext>
                  </a:extLst>
                </p:cNvPr>
                <p:cNvSpPr txBox="1"/>
                <p:nvPr/>
              </p:nvSpPr>
              <p:spPr>
                <a:xfrm>
                  <a:off x="2356662" y="4776269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74" name="TextBox 173">
                  <a:extLst>
                    <a:ext uri="{FF2B5EF4-FFF2-40B4-BE49-F238E27FC236}">
                      <a16:creationId xmlns:a16="http://schemas.microsoft.com/office/drawing/2014/main" id="{CEB7FBFB-5A3A-839B-ED17-644F7A68C8A7}"/>
                    </a:ext>
                  </a:extLst>
                </p:cNvPr>
                <p:cNvSpPr txBox="1"/>
                <p:nvPr/>
              </p:nvSpPr>
              <p:spPr>
                <a:xfrm>
                  <a:off x="2356662" y="4894571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75" name="TextBox 174">
                  <a:extLst>
                    <a:ext uri="{FF2B5EF4-FFF2-40B4-BE49-F238E27FC236}">
                      <a16:creationId xmlns:a16="http://schemas.microsoft.com/office/drawing/2014/main" id="{08EE5A62-CA06-B95F-F128-49B6B542DA3B}"/>
                    </a:ext>
                  </a:extLst>
                </p:cNvPr>
                <p:cNvSpPr txBox="1"/>
                <p:nvPr/>
              </p:nvSpPr>
              <p:spPr>
                <a:xfrm>
                  <a:off x="2356662" y="5012877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</p:grpSp>
        </p:grp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30746C9-7F38-D418-9E75-8C5C545F8156}"/>
                </a:ext>
              </a:extLst>
            </p:cNvPr>
            <p:cNvSpPr txBox="1"/>
            <p:nvPr/>
          </p:nvSpPr>
          <p:spPr>
            <a:xfrm>
              <a:off x="3495675" y="2144977"/>
              <a:ext cx="1040670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50" b="1" dirty="0"/>
                <a:t>속성별 피해량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024762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25EC7-5419-3410-B1BC-D8CD1D5D0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3" name="그림 302">
            <a:extLst>
              <a:ext uri="{FF2B5EF4-FFF2-40B4-BE49-F238E27FC236}">
                <a16:creationId xmlns:a16="http://schemas.microsoft.com/office/drawing/2014/main" id="{0B2D99B7-533E-B5C5-F9E6-8DF31E505F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309" r="63937" b="29160"/>
          <a:stretch>
            <a:fillRect/>
          </a:stretch>
        </p:blipFill>
        <p:spPr>
          <a:xfrm>
            <a:off x="1551038" y="1962149"/>
            <a:ext cx="3278137" cy="2401991"/>
          </a:xfrm>
          <a:prstGeom prst="rect">
            <a:avLst/>
          </a:prstGeom>
        </p:spPr>
      </p:pic>
      <p:grpSp>
        <p:nvGrpSpPr>
          <p:cNvPr id="209" name="그룹 208">
            <a:extLst>
              <a:ext uri="{FF2B5EF4-FFF2-40B4-BE49-F238E27FC236}">
                <a16:creationId xmlns:a16="http://schemas.microsoft.com/office/drawing/2014/main" id="{70589425-74AF-BA74-4065-CB799817ACE2}"/>
              </a:ext>
            </a:extLst>
          </p:cNvPr>
          <p:cNvGrpSpPr/>
          <p:nvPr/>
        </p:nvGrpSpPr>
        <p:grpSpPr>
          <a:xfrm>
            <a:off x="3481422" y="2119727"/>
            <a:ext cx="1054923" cy="1699292"/>
            <a:chOff x="3481422" y="2119727"/>
            <a:chExt cx="1054923" cy="1699292"/>
          </a:xfrm>
        </p:grpSpPr>
        <p:grpSp>
          <p:nvGrpSpPr>
            <p:cNvPr id="210" name="그룹 209">
              <a:extLst>
                <a:ext uri="{FF2B5EF4-FFF2-40B4-BE49-F238E27FC236}">
                  <a16:creationId xmlns:a16="http://schemas.microsoft.com/office/drawing/2014/main" id="{EF98BC9E-EE7D-1229-79D7-904831A4F045}"/>
                </a:ext>
              </a:extLst>
            </p:cNvPr>
            <p:cNvGrpSpPr/>
            <p:nvPr/>
          </p:nvGrpSpPr>
          <p:grpSpPr>
            <a:xfrm>
              <a:off x="3481422" y="2119727"/>
              <a:ext cx="1052513" cy="1699292"/>
              <a:chOff x="3152775" y="2315497"/>
              <a:chExt cx="1052513" cy="1699292"/>
            </a:xfrm>
          </p:grpSpPr>
          <p:sp>
            <p:nvSpPr>
              <p:cNvPr id="212" name="직사각형 104">
                <a:extLst>
                  <a:ext uri="{FF2B5EF4-FFF2-40B4-BE49-F238E27FC236}">
                    <a16:creationId xmlns:a16="http://schemas.microsoft.com/office/drawing/2014/main" id="{E3C991DA-3134-0FB5-0EDA-38419329CAC1}"/>
                  </a:ext>
                </a:extLst>
              </p:cNvPr>
              <p:cNvSpPr/>
              <p:nvPr/>
            </p:nvSpPr>
            <p:spPr>
              <a:xfrm>
                <a:off x="3152775" y="2315497"/>
                <a:ext cx="1052513" cy="1699292"/>
              </a:xfrm>
              <a:prstGeom prst="wedgeRectCallout">
                <a:avLst>
                  <a:gd name="adj1" fmla="val -106767"/>
                  <a:gd name="adj2" fmla="val 44500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13" name="그룹 212">
                <a:extLst>
                  <a:ext uri="{FF2B5EF4-FFF2-40B4-BE49-F238E27FC236}">
                    <a16:creationId xmlns:a16="http://schemas.microsoft.com/office/drawing/2014/main" id="{CE73104D-0851-5B6C-AE8B-AF74EADC4D83}"/>
                  </a:ext>
                </a:extLst>
              </p:cNvPr>
              <p:cNvGrpSpPr/>
              <p:nvPr/>
            </p:nvGrpSpPr>
            <p:grpSpPr>
              <a:xfrm>
                <a:off x="3269337" y="2643230"/>
                <a:ext cx="826588" cy="1249388"/>
                <a:chOff x="1759624" y="3948155"/>
                <a:chExt cx="826588" cy="1249388"/>
              </a:xfrm>
            </p:grpSpPr>
            <p:sp>
              <p:nvSpPr>
                <p:cNvPr id="214" name="TextBox 213">
                  <a:extLst>
                    <a:ext uri="{FF2B5EF4-FFF2-40B4-BE49-F238E27FC236}">
                      <a16:creationId xmlns:a16="http://schemas.microsoft.com/office/drawing/2014/main" id="{5DC968B4-7CFC-61F7-3FE0-DAF61ED742F3}"/>
                    </a:ext>
                  </a:extLst>
                </p:cNvPr>
                <p:cNvSpPr txBox="1"/>
                <p:nvPr/>
              </p:nvSpPr>
              <p:spPr>
                <a:xfrm>
                  <a:off x="1759624" y="3948155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화염</a:t>
                  </a:r>
                </a:p>
              </p:txBody>
            </p:sp>
            <p:sp>
              <p:nvSpPr>
                <p:cNvPr id="215" name="TextBox 214">
                  <a:extLst>
                    <a:ext uri="{FF2B5EF4-FFF2-40B4-BE49-F238E27FC236}">
                      <a16:creationId xmlns:a16="http://schemas.microsoft.com/office/drawing/2014/main" id="{2E539343-6CCE-B8B1-1C9E-C4089D91BB5D}"/>
                    </a:ext>
                  </a:extLst>
                </p:cNvPr>
                <p:cNvSpPr txBox="1"/>
                <p:nvPr/>
              </p:nvSpPr>
              <p:spPr>
                <a:xfrm>
                  <a:off x="1759624" y="4066457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바람</a:t>
                  </a:r>
                </a:p>
              </p:txBody>
            </p:sp>
            <p:sp>
              <p:nvSpPr>
                <p:cNvPr id="216" name="TextBox 215">
                  <a:extLst>
                    <a:ext uri="{FF2B5EF4-FFF2-40B4-BE49-F238E27FC236}">
                      <a16:creationId xmlns:a16="http://schemas.microsoft.com/office/drawing/2014/main" id="{DAF2BE0F-C555-B0D4-23E7-C642BF96DAAE}"/>
                    </a:ext>
                  </a:extLst>
                </p:cNvPr>
                <p:cNvSpPr txBox="1"/>
                <p:nvPr/>
              </p:nvSpPr>
              <p:spPr>
                <a:xfrm>
                  <a:off x="1759624" y="4184759"/>
                  <a:ext cx="26161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물</a:t>
                  </a:r>
                </a:p>
              </p:txBody>
            </p:sp>
            <p:sp>
              <p:nvSpPr>
                <p:cNvPr id="217" name="TextBox 216">
                  <a:extLst>
                    <a:ext uri="{FF2B5EF4-FFF2-40B4-BE49-F238E27FC236}">
                      <a16:creationId xmlns:a16="http://schemas.microsoft.com/office/drawing/2014/main" id="{ED562C8C-7FAF-FBEB-93C3-7C0DA758CFB6}"/>
                    </a:ext>
                  </a:extLst>
                </p:cNvPr>
                <p:cNvSpPr txBox="1"/>
                <p:nvPr/>
              </p:nvSpPr>
              <p:spPr>
                <a:xfrm>
                  <a:off x="1759624" y="4303061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대지</a:t>
                  </a:r>
                </a:p>
              </p:txBody>
            </p:sp>
            <p:sp>
              <p:nvSpPr>
                <p:cNvPr id="218" name="TextBox 217">
                  <a:extLst>
                    <a:ext uri="{FF2B5EF4-FFF2-40B4-BE49-F238E27FC236}">
                      <a16:creationId xmlns:a16="http://schemas.microsoft.com/office/drawing/2014/main" id="{A3E71334-CC8D-23B3-4841-9B6CB0A6EAC5}"/>
                    </a:ext>
                  </a:extLst>
                </p:cNvPr>
                <p:cNvSpPr txBox="1"/>
                <p:nvPr/>
              </p:nvSpPr>
              <p:spPr>
                <a:xfrm>
                  <a:off x="1759624" y="4421363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얼음</a:t>
                  </a:r>
                </a:p>
              </p:txBody>
            </p:sp>
            <p:sp>
              <p:nvSpPr>
                <p:cNvPr id="219" name="TextBox 218">
                  <a:extLst>
                    <a:ext uri="{FF2B5EF4-FFF2-40B4-BE49-F238E27FC236}">
                      <a16:creationId xmlns:a16="http://schemas.microsoft.com/office/drawing/2014/main" id="{DDD4490D-8E62-AC49-1F25-EE078ADF9F6E}"/>
                    </a:ext>
                  </a:extLst>
                </p:cNvPr>
                <p:cNvSpPr txBox="1"/>
                <p:nvPr/>
              </p:nvSpPr>
              <p:spPr>
                <a:xfrm>
                  <a:off x="1759624" y="4539665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전기</a:t>
                  </a:r>
                </a:p>
              </p:txBody>
            </p:sp>
            <p:sp>
              <p:nvSpPr>
                <p:cNvPr id="220" name="TextBox 219">
                  <a:extLst>
                    <a:ext uri="{FF2B5EF4-FFF2-40B4-BE49-F238E27FC236}">
                      <a16:creationId xmlns:a16="http://schemas.microsoft.com/office/drawing/2014/main" id="{5304FE3C-ABB0-0909-DD25-93BC94FFED5E}"/>
                    </a:ext>
                  </a:extLst>
                </p:cNvPr>
                <p:cNvSpPr txBox="1"/>
                <p:nvPr/>
              </p:nvSpPr>
              <p:spPr>
                <a:xfrm>
                  <a:off x="1759624" y="4657967"/>
                  <a:ext cx="415498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그림자</a:t>
                  </a:r>
                </a:p>
              </p:txBody>
            </p:sp>
            <p:sp>
              <p:nvSpPr>
                <p:cNvPr id="221" name="TextBox 220">
                  <a:extLst>
                    <a:ext uri="{FF2B5EF4-FFF2-40B4-BE49-F238E27FC236}">
                      <a16:creationId xmlns:a16="http://schemas.microsoft.com/office/drawing/2014/main" id="{5F830593-5210-A2E2-60E2-A469B02D53E7}"/>
                    </a:ext>
                  </a:extLst>
                </p:cNvPr>
                <p:cNvSpPr txBox="1"/>
                <p:nvPr/>
              </p:nvSpPr>
              <p:spPr>
                <a:xfrm>
                  <a:off x="1759624" y="4776269"/>
                  <a:ext cx="415498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에너지</a:t>
                  </a:r>
                </a:p>
              </p:txBody>
            </p:sp>
            <p:sp>
              <p:nvSpPr>
                <p:cNvPr id="222" name="TextBox 221">
                  <a:extLst>
                    <a:ext uri="{FF2B5EF4-FFF2-40B4-BE49-F238E27FC236}">
                      <a16:creationId xmlns:a16="http://schemas.microsoft.com/office/drawing/2014/main" id="{1D2D68DD-CBF7-79F1-175C-713C191EDE29}"/>
                    </a:ext>
                  </a:extLst>
                </p:cNvPr>
                <p:cNvSpPr txBox="1"/>
                <p:nvPr/>
              </p:nvSpPr>
              <p:spPr>
                <a:xfrm>
                  <a:off x="1759624" y="4894571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물리</a:t>
                  </a:r>
                </a:p>
              </p:txBody>
            </p:sp>
            <p:sp>
              <p:nvSpPr>
                <p:cNvPr id="223" name="TextBox 222">
                  <a:extLst>
                    <a:ext uri="{FF2B5EF4-FFF2-40B4-BE49-F238E27FC236}">
                      <a16:creationId xmlns:a16="http://schemas.microsoft.com/office/drawing/2014/main" id="{54382B14-6A18-EBFF-DFA0-2BD63E4498C3}"/>
                    </a:ext>
                  </a:extLst>
                </p:cNvPr>
                <p:cNvSpPr txBox="1"/>
                <p:nvPr/>
              </p:nvSpPr>
              <p:spPr>
                <a:xfrm>
                  <a:off x="1759624" y="5012877"/>
                  <a:ext cx="26161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독</a:t>
                  </a:r>
                </a:p>
              </p:txBody>
            </p:sp>
            <p:sp>
              <p:nvSpPr>
                <p:cNvPr id="224" name="TextBox 223">
                  <a:extLst>
                    <a:ext uri="{FF2B5EF4-FFF2-40B4-BE49-F238E27FC236}">
                      <a16:creationId xmlns:a16="http://schemas.microsoft.com/office/drawing/2014/main" id="{59E10D86-CDF4-9A42-871A-43E7AF642766}"/>
                    </a:ext>
                  </a:extLst>
                </p:cNvPr>
                <p:cNvSpPr txBox="1"/>
                <p:nvPr/>
              </p:nvSpPr>
              <p:spPr>
                <a:xfrm>
                  <a:off x="2356662" y="3948155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225" name="TextBox 224">
                  <a:extLst>
                    <a:ext uri="{FF2B5EF4-FFF2-40B4-BE49-F238E27FC236}">
                      <a16:creationId xmlns:a16="http://schemas.microsoft.com/office/drawing/2014/main" id="{DC2E067F-EB7E-760E-5DFD-BA77CF3996CD}"/>
                    </a:ext>
                  </a:extLst>
                </p:cNvPr>
                <p:cNvSpPr txBox="1"/>
                <p:nvPr/>
              </p:nvSpPr>
              <p:spPr>
                <a:xfrm>
                  <a:off x="2356662" y="4066457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226" name="TextBox 225">
                  <a:extLst>
                    <a:ext uri="{FF2B5EF4-FFF2-40B4-BE49-F238E27FC236}">
                      <a16:creationId xmlns:a16="http://schemas.microsoft.com/office/drawing/2014/main" id="{AC196C90-E3C0-B75E-9A91-0EAE5504B625}"/>
                    </a:ext>
                  </a:extLst>
                </p:cNvPr>
                <p:cNvSpPr txBox="1"/>
                <p:nvPr/>
              </p:nvSpPr>
              <p:spPr>
                <a:xfrm>
                  <a:off x="2356662" y="4184759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227" name="TextBox 226">
                  <a:extLst>
                    <a:ext uri="{FF2B5EF4-FFF2-40B4-BE49-F238E27FC236}">
                      <a16:creationId xmlns:a16="http://schemas.microsoft.com/office/drawing/2014/main" id="{0FAF247C-CF4B-5766-8271-73DF484A8E70}"/>
                    </a:ext>
                  </a:extLst>
                </p:cNvPr>
                <p:cNvSpPr txBox="1"/>
                <p:nvPr/>
              </p:nvSpPr>
              <p:spPr>
                <a:xfrm>
                  <a:off x="2356662" y="4303061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228" name="TextBox 227">
                  <a:extLst>
                    <a:ext uri="{FF2B5EF4-FFF2-40B4-BE49-F238E27FC236}">
                      <a16:creationId xmlns:a16="http://schemas.microsoft.com/office/drawing/2014/main" id="{8BA53DC1-6D4E-CE7E-E622-F98983E31906}"/>
                    </a:ext>
                  </a:extLst>
                </p:cNvPr>
                <p:cNvSpPr txBox="1"/>
                <p:nvPr/>
              </p:nvSpPr>
              <p:spPr>
                <a:xfrm>
                  <a:off x="2356662" y="4421363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229" name="TextBox 228">
                  <a:extLst>
                    <a:ext uri="{FF2B5EF4-FFF2-40B4-BE49-F238E27FC236}">
                      <a16:creationId xmlns:a16="http://schemas.microsoft.com/office/drawing/2014/main" id="{DCA7A4B1-6B33-5402-C46A-BF0D1C691712}"/>
                    </a:ext>
                  </a:extLst>
                </p:cNvPr>
                <p:cNvSpPr txBox="1"/>
                <p:nvPr/>
              </p:nvSpPr>
              <p:spPr>
                <a:xfrm>
                  <a:off x="2356662" y="4539665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230" name="TextBox 229">
                  <a:extLst>
                    <a:ext uri="{FF2B5EF4-FFF2-40B4-BE49-F238E27FC236}">
                      <a16:creationId xmlns:a16="http://schemas.microsoft.com/office/drawing/2014/main" id="{9AAEEAD4-CC6F-2AF9-9A0B-D60B6B6DD4F2}"/>
                    </a:ext>
                  </a:extLst>
                </p:cNvPr>
                <p:cNvSpPr txBox="1"/>
                <p:nvPr/>
              </p:nvSpPr>
              <p:spPr>
                <a:xfrm>
                  <a:off x="2356662" y="4657967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231" name="TextBox 230">
                  <a:extLst>
                    <a:ext uri="{FF2B5EF4-FFF2-40B4-BE49-F238E27FC236}">
                      <a16:creationId xmlns:a16="http://schemas.microsoft.com/office/drawing/2014/main" id="{ABDA2AB7-032F-734F-C7A8-F6C21C966997}"/>
                    </a:ext>
                  </a:extLst>
                </p:cNvPr>
                <p:cNvSpPr txBox="1"/>
                <p:nvPr/>
              </p:nvSpPr>
              <p:spPr>
                <a:xfrm>
                  <a:off x="2356662" y="4776269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CEB84697-474C-DB46-54A4-26A7DD8EC990}"/>
                    </a:ext>
                  </a:extLst>
                </p:cNvPr>
                <p:cNvSpPr txBox="1"/>
                <p:nvPr/>
              </p:nvSpPr>
              <p:spPr>
                <a:xfrm>
                  <a:off x="2356662" y="4894571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2AF11558-22C4-F68C-705E-BAD48A993BD5}"/>
                    </a:ext>
                  </a:extLst>
                </p:cNvPr>
                <p:cNvSpPr txBox="1"/>
                <p:nvPr/>
              </p:nvSpPr>
              <p:spPr>
                <a:xfrm>
                  <a:off x="2356662" y="5012877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</p:grpSp>
        </p:grpSp>
        <p:sp>
          <p:nvSpPr>
            <p:cNvPr id="211" name="TextBox 210">
              <a:extLst>
                <a:ext uri="{FF2B5EF4-FFF2-40B4-BE49-F238E27FC236}">
                  <a16:creationId xmlns:a16="http://schemas.microsoft.com/office/drawing/2014/main" id="{8684CCE7-767D-B170-7871-C490419624C6}"/>
                </a:ext>
              </a:extLst>
            </p:cNvPr>
            <p:cNvSpPr txBox="1"/>
            <p:nvPr/>
          </p:nvSpPr>
          <p:spPr>
            <a:xfrm>
              <a:off x="3495675" y="2144977"/>
              <a:ext cx="1040670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50" b="1" dirty="0"/>
                <a:t>속성별 피해량</a:t>
              </a:r>
            </a:p>
          </p:txBody>
        </p:sp>
      </p:grpSp>
      <p:cxnSp>
        <p:nvCxnSpPr>
          <p:cNvPr id="305" name="직선 연결선 304">
            <a:extLst>
              <a:ext uri="{FF2B5EF4-FFF2-40B4-BE49-F238E27FC236}">
                <a16:creationId xmlns:a16="http://schemas.microsoft.com/office/drawing/2014/main" id="{057E57A5-CFEE-8D06-A720-91831CE0611C}"/>
              </a:ext>
            </a:extLst>
          </p:cNvPr>
          <p:cNvCxnSpPr>
            <a:cxnSpLocks/>
          </p:cNvCxnSpPr>
          <p:nvPr/>
        </p:nvCxnSpPr>
        <p:spPr>
          <a:xfrm>
            <a:off x="4829175" y="1962149"/>
            <a:ext cx="0" cy="239236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08" name="그림 307">
            <a:extLst>
              <a:ext uri="{FF2B5EF4-FFF2-40B4-BE49-F238E27FC236}">
                <a16:creationId xmlns:a16="http://schemas.microsoft.com/office/drawing/2014/main" id="{C654AD22-4F8F-5B2C-4A00-B6E3C5FE3F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5464" b="26596"/>
          <a:stretch>
            <a:fillRect/>
          </a:stretch>
        </p:blipFill>
        <p:spPr>
          <a:xfrm>
            <a:off x="1659198" y="1962149"/>
            <a:ext cx="1310754" cy="2401991"/>
          </a:xfrm>
          <a:prstGeom prst="rect">
            <a:avLst/>
          </a:prstGeom>
        </p:spPr>
      </p:pic>
      <p:cxnSp>
        <p:nvCxnSpPr>
          <p:cNvPr id="310" name="직선 연결선 309">
            <a:extLst>
              <a:ext uri="{FF2B5EF4-FFF2-40B4-BE49-F238E27FC236}">
                <a16:creationId xmlns:a16="http://schemas.microsoft.com/office/drawing/2014/main" id="{C67CDD5F-7076-EB5F-1436-2BDDAB8B5219}"/>
              </a:ext>
            </a:extLst>
          </p:cNvPr>
          <p:cNvCxnSpPr>
            <a:cxnSpLocks/>
          </p:cNvCxnSpPr>
          <p:nvPr/>
        </p:nvCxnSpPr>
        <p:spPr>
          <a:xfrm flipH="1" flipV="1">
            <a:off x="1551038" y="1952519"/>
            <a:ext cx="3278137" cy="96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3" name="직선 연결선 312">
            <a:extLst>
              <a:ext uri="{FF2B5EF4-FFF2-40B4-BE49-F238E27FC236}">
                <a16:creationId xmlns:a16="http://schemas.microsoft.com/office/drawing/2014/main" id="{C3AACD61-A11C-DA9D-4797-57E7686F33AF}"/>
              </a:ext>
            </a:extLst>
          </p:cNvPr>
          <p:cNvCxnSpPr>
            <a:cxnSpLocks/>
          </p:cNvCxnSpPr>
          <p:nvPr/>
        </p:nvCxnSpPr>
        <p:spPr>
          <a:xfrm flipH="1" flipV="1">
            <a:off x="1551038" y="4344165"/>
            <a:ext cx="3278137" cy="96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64638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5498A-9DC7-C746-E70C-913D45938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8B5E8B09-EFC5-5018-DB69-5A7AD3ABBF92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E00AB1D-21EC-8837-8DEB-59E665413D68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15676AA-76A9-AE3B-466B-509D7C3CD3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8FBB6D5-F3C5-D50E-5811-840DF24C828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6AE6C421-0C63-61C9-BD96-C3F6B508016B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44AC204-4FDE-78CC-5A80-9A84AA7D907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E2857E8-3DD5-4B29-177D-671676F34221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AA85BBC-32B4-B891-6DBE-EE77358D8E04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DD666B9A-D4C6-0E51-01E4-063AD1872FE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8F800473-9FAA-AEFB-CF6D-0FD328773F23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57E9B778-E459-B779-DF41-CC4308A77E8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DFFD3C41-3476-6DE6-EC3C-01E9A5C6DC39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2779DB5A-C0DB-7013-7152-9095760F940B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13603ECE-F4A9-63C1-C961-C96DFD297D48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BED26867-A78E-8F49-64D9-24FEB821F7A9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3" name="그림 22">
            <a:extLst>
              <a:ext uri="{FF2B5EF4-FFF2-40B4-BE49-F238E27FC236}">
                <a16:creationId xmlns:a16="http://schemas.microsoft.com/office/drawing/2014/main" id="{26BE9429-237C-D85D-3148-0F48AEC9121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7EDDD51F-AFFC-23C7-D13A-2AD20E60CC5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2AB8DF5A-F373-01C8-CA3C-EB54A065292D}"/>
              </a:ext>
            </a:extLst>
          </p:cNvPr>
          <p:cNvSpPr/>
          <p:nvPr/>
        </p:nvSpPr>
        <p:spPr>
          <a:xfrm>
            <a:off x="5356364" y="5470509"/>
            <a:ext cx="965329" cy="307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01D01FDA-CC1F-E32A-7D84-23E9ECFB43D4}"/>
              </a:ext>
            </a:extLst>
          </p:cNvPr>
          <p:cNvGrpSpPr/>
          <p:nvPr/>
        </p:nvGrpSpPr>
        <p:grpSpPr>
          <a:xfrm>
            <a:off x="2862181" y="5502193"/>
            <a:ext cx="6034244" cy="413049"/>
            <a:chOff x="2223232" y="5433771"/>
            <a:chExt cx="6034244" cy="413049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12C75305-1699-320E-EED2-44091FC6E1E4}"/>
                </a:ext>
              </a:extLst>
            </p:cNvPr>
            <p:cNvSpPr/>
            <p:nvPr/>
          </p:nvSpPr>
          <p:spPr>
            <a:xfrm>
              <a:off x="2223232" y="5743665"/>
              <a:ext cx="6034244" cy="1031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3D4DE0D-DC37-BBBB-9FFF-DBB19C810F82}"/>
                </a:ext>
              </a:extLst>
            </p:cNvPr>
            <p:cNvSpPr txBox="1"/>
            <p:nvPr/>
          </p:nvSpPr>
          <p:spPr>
            <a:xfrm>
              <a:off x="4732524" y="5433771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/>
                <a:t>보스 이름</a:t>
              </a: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D0394CD8-ADDE-62A3-3DAC-518FF67EC699}"/>
              </a:ext>
            </a:extLst>
          </p:cNvPr>
          <p:cNvGrpSpPr/>
          <p:nvPr/>
        </p:nvGrpSpPr>
        <p:grpSpPr>
          <a:xfrm>
            <a:off x="1608805" y="1160999"/>
            <a:ext cx="9072002" cy="4466010"/>
            <a:chOff x="1608805" y="1160999"/>
            <a:chExt cx="9072002" cy="4466010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E24748BC-73D5-C4D2-1062-A18A099E650F}"/>
                </a:ext>
              </a:extLst>
            </p:cNvPr>
            <p:cNvSpPr/>
            <p:nvPr/>
          </p:nvSpPr>
          <p:spPr>
            <a:xfrm>
              <a:off x="1608805" y="1160999"/>
              <a:ext cx="9072002" cy="4466010"/>
            </a:xfrm>
            <a:prstGeom prst="rect">
              <a:avLst/>
            </a:prstGeom>
            <a:solidFill>
              <a:srgbClr val="F8E8C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DCBB86E2-4BC9-2200-A512-08214D1E01F9}"/>
                </a:ext>
              </a:extLst>
            </p:cNvPr>
            <p:cNvSpPr/>
            <p:nvPr/>
          </p:nvSpPr>
          <p:spPr>
            <a:xfrm>
              <a:off x="3117500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7E358417-8EE3-BCBB-3ECD-3A7FB843D4C1}"/>
                </a:ext>
              </a:extLst>
            </p:cNvPr>
            <p:cNvSpPr/>
            <p:nvPr/>
          </p:nvSpPr>
          <p:spPr>
            <a:xfrm>
              <a:off x="3765499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BA2C3F71-0728-453E-85B3-A13EBBDB18C3}"/>
                </a:ext>
              </a:extLst>
            </p:cNvPr>
            <p:cNvSpPr/>
            <p:nvPr/>
          </p:nvSpPr>
          <p:spPr>
            <a:xfrm>
              <a:off x="4413498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47D126DE-E1A2-0BA8-1794-F181D2399957}"/>
                </a:ext>
              </a:extLst>
            </p:cNvPr>
            <p:cNvSpPr/>
            <p:nvPr/>
          </p:nvSpPr>
          <p:spPr>
            <a:xfrm>
              <a:off x="5051947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58AC51AE-7E88-3B38-B11F-4789E2F4EC5A}"/>
                </a:ext>
              </a:extLst>
            </p:cNvPr>
            <p:cNvSpPr/>
            <p:nvPr/>
          </p:nvSpPr>
          <p:spPr>
            <a:xfrm>
              <a:off x="5699946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64734554-8C49-ECA2-81F8-72FD43B85ACA}"/>
                </a:ext>
              </a:extLst>
            </p:cNvPr>
            <p:cNvSpPr/>
            <p:nvPr/>
          </p:nvSpPr>
          <p:spPr>
            <a:xfrm>
              <a:off x="6341595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DA15C1CA-EC3E-E11B-495D-4C0D0C156966}"/>
                </a:ext>
              </a:extLst>
            </p:cNvPr>
            <p:cNvSpPr/>
            <p:nvPr/>
          </p:nvSpPr>
          <p:spPr>
            <a:xfrm>
              <a:off x="6980404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C4241ABF-3D13-404E-BC69-B2DAE8628FEB}"/>
                </a:ext>
              </a:extLst>
            </p:cNvPr>
            <p:cNvSpPr/>
            <p:nvPr/>
          </p:nvSpPr>
          <p:spPr>
            <a:xfrm>
              <a:off x="7627393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A4D2456E-6F27-B6B8-628D-5B6F2F2FD694}"/>
                </a:ext>
              </a:extLst>
            </p:cNvPr>
            <p:cNvGrpSpPr/>
            <p:nvPr/>
          </p:nvGrpSpPr>
          <p:grpSpPr>
            <a:xfrm>
              <a:off x="3110628" y="1316129"/>
              <a:ext cx="1691903" cy="369332"/>
              <a:chOff x="3110628" y="1316129"/>
              <a:chExt cx="1691903" cy="369332"/>
            </a:xfrm>
          </p:grpSpPr>
          <p:grpSp>
            <p:nvGrpSpPr>
              <p:cNvPr id="92" name="그룹 91">
                <a:extLst>
                  <a:ext uri="{FF2B5EF4-FFF2-40B4-BE49-F238E27FC236}">
                    <a16:creationId xmlns:a16="http://schemas.microsoft.com/office/drawing/2014/main" id="{9D69EF6E-1DA4-07F0-FE5C-253EF41023DB}"/>
                  </a:ext>
                </a:extLst>
              </p:cNvPr>
              <p:cNvGrpSpPr/>
              <p:nvPr/>
            </p:nvGrpSpPr>
            <p:grpSpPr>
              <a:xfrm>
                <a:off x="3110628" y="1343633"/>
                <a:ext cx="1691903" cy="314325"/>
                <a:chOff x="6933508" y="0"/>
                <a:chExt cx="1238001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94" name="직사각형 93">
                  <a:extLst>
                    <a:ext uri="{FF2B5EF4-FFF2-40B4-BE49-F238E27FC236}">
                      <a16:creationId xmlns:a16="http://schemas.microsoft.com/office/drawing/2014/main" id="{3C926C48-8B03-EF12-6856-F34305AA9EBA}"/>
                    </a:ext>
                  </a:extLst>
                </p:cNvPr>
                <p:cNvSpPr/>
                <p:nvPr/>
              </p:nvSpPr>
              <p:spPr>
                <a:xfrm>
                  <a:off x="6933508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5" name="사각형: 둥근 모서리 94">
                  <a:extLst>
                    <a:ext uri="{FF2B5EF4-FFF2-40B4-BE49-F238E27FC236}">
                      <a16:creationId xmlns:a16="http://schemas.microsoft.com/office/drawing/2014/main" id="{730CB90C-4331-08E8-784A-35098E5C88D8}"/>
                    </a:ext>
                  </a:extLst>
                </p:cNvPr>
                <p:cNvSpPr/>
                <p:nvPr/>
              </p:nvSpPr>
              <p:spPr>
                <a:xfrm>
                  <a:off x="7282509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9B543553-E640-C9E7-7384-99BB46E1A4B0}"/>
                  </a:ext>
                </a:extLst>
              </p:cNvPr>
              <p:cNvSpPr txBox="1"/>
              <p:nvPr/>
            </p:nvSpPr>
            <p:spPr>
              <a:xfrm>
                <a:off x="3170624" y="1316129"/>
                <a:ext cx="11897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공격 스킬</a:t>
                </a:r>
              </a:p>
            </p:txBody>
          </p:sp>
        </p:grp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CDB0CAEA-9349-6927-3E20-86BA8060CE01}"/>
                </a:ext>
              </a:extLst>
            </p:cNvPr>
            <p:cNvGrpSpPr/>
            <p:nvPr/>
          </p:nvGrpSpPr>
          <p:grpSpPr>
            <a:xfrm>
              <a:off x="8509374" y="2394761"/>
              <a:ext cx="1691901" cy="369332"/>
              <a:chOff x="8509374" y="2394761"/>
              <a:chExt cx="1691901" cy="369332"/>
            </a:xfrm>
          </p:grpSpPr>
          <p:grpSp>
            <p:nvGrpSpPr>
              <p:cNvPr id="88" name="그룹 87">
                <a:extLst>
                  <a:ext uri="{FF2B5EF4-FFF2-40B4-BE49-F238E27FC236}">
                    <a16:creationId xmlns:a16="http://schemas.microsoft.com/office/drawing/2014/main" id="{2F143C1C-BA7E-BA43-9786-2037AFF3D5D4}"/>
                  </a:ext>
                </a:extLst>
              </p:cNvPr>
              <p:cNvGrpSpPr/>
              <p:nvPr/>
            </p:nvGrpSpPr>
            <p:grpSpPr>
              <a:xfrm>
                <a:off x="8509374" y="2418990"/>
                <a:ext cx="1691901" cy="314325"/>
                <a:chOff x="5921500" y="0"/>
                <a:chExt cx="1238000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90" name="직사각형 89">
                  <a:extLst>
                    <a:ext uri="{FF2B5EF4-FFF2-40B4-BE49-F238E27FC236}">
                      <a16:creationId xmlns:a16="http://schemas.microsoft.com/office/drawing/2014/main" id="{1A8E4567-1DEB-A059-4C1C-B6127793BF84}"/>
                    </a:ext>
                  </a:extLst>
                </p:cNvPr>
                <p:cNvSpPr/>
                <p:nvPr/>
              </p:nvSpPr>
              <p:spPr>
                <a:xfrm>
                  <a:off x="5921500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836481DD-8F25-1649-B570-3749C4ABF82F}"/>
                    </a:ext>
                  </a:extLst>
                </p:cNvPr>
                <p:cNvSpPr/>
                <p:nvPr/>
              </p:nvSpPr>
              <p:spPr>
                <a:xfrm>
                  <a:off x="6270500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31846DB2-2BB9-6225-B76D-EE572090F637}"/>
                  </a:ext>
                </a:extLst>
              </p:cNvPr>
              <p:cNvSpPr txBox="1"/>
              <p:nvPr/>
            </p:nvSpPr>
            <p:spPr>
              <a:xfrm>
                <a:off x="8632015" y="2394761"/>
                <a:ext cx="11897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전략 스킬</a:t>
                </a:r>
              </a:p>
            </p:txBody>
          </p:sp>
        </p:grpSp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2C104863-DC10-C30B-DAD8-44685625DC46}"/>
                </a:ext>
              </a:extLst>
            </p:cNvPr>
            <p:cNvSpPr/>
            <p:nvPr/>
          </p:nvSpPr>
          <p:spPr>
            <a:xfrm>
              <a:off x="3140545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3E2428F8-FBA9-92CD-8BD4-82146440989A}"/>
                </a:ext>
              </a:extLst>
            </p:cNvPr>
            <p:cNvSpPr/>
            <p:nvPr/>
          </p:nvSpPr>
          <p:spPr>
            <a:xfrm>
              <a:off x="3784546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B9750B67-454A-9E24-8F63-1ED31458ED93}"/>
                </a:ext>
              </a:extLst>
            </p:cNvPr>
            <p:cNvSpPr/>
            <p:nvPr/>
          </p:nvSpPr>
          <p:spPr>
            <a:xfrm>
              <a:off x="4413498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B9684156-BC97-AB93-858C-CBEBB11DAF43}"/>
                </a:ext>
              </a:extLst>
            </p:cNvPr>
            <p:cNvSpPr/>
            <p:nvPr/>
          </p:nvSpPr>
          <p:spPr>
            <a:xfrm>
              <a:off x="5051947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0557DAF1-708A-84D6-752F-7D4E9D2B6434}"/>
                </a:ext>
              </a:extLst>
            </p:cNvPr>
            <p:cNvSpPr/>
            <p:nvPr/>
          </p:nvSpPr>
          <p:spPr>
            <a:xfrm>
              <a:off x="5699946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235A0BFD-F1F1-D992-CF22-C653D8DA5E32}"/>
                </a:ext>
              </a:extLst>
            </p:cNvPr>
            <p:cNvSpPr/>
            <p:nvPr/>
          </p:nvSpPr>
          <p:spPr>
            <a:xfrm>
              <a:off x="6341595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B20E73D1-6394-38A4-054D-966B79515995}"/>
                </a:ext>
              </a:extLst>
            </p:cNvPr>
            <p:cNvSpPr/>
            <p:nvPr/>
          </p:nvSpPr>
          <p:spPr>
            <a:xfrm>
              <a:off x="6980404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FB535B45-A086-57A4-99D2-5CC499F5DC81}"/>
                </a:ext>
              </a:extLst>
            </p:cNvPr>
            <p:cNvSpPr/>
            <p:nvPr/>
          </p:nvSpPr>
          <p:spPr>
            <a:xfrm>
              <a:off x="7627393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8BE957C2-6CC9-FCFF-BDFD-B0897106D980}"/>
                </a:ext>
              </a:extLst>
            </p:cNvPr>
            <p:cNvGrpSpPr/>
            <p:nvPr/>
          </p:nvGrpSpPr>
          <p:grpSpPr>
            <a:xfrm>
              <a:off x="3123413" y="4101398"/>
              <a:ext cx="939426" cy="369332"/>
              <a:chOff x="3123413" y="4101398"/>
              <a:chExt cx="939426" cy="369332"/>
            </a:xfrm>
          </p:grpSpPr>
          <p:grpSp>
            <p:nvGrpSpPr>
              <p:cNvPr id="84" name="그룹 83">
                <a:extLst>
                  <a:ext uri="{FF2B5EF4-FFF2-40B4-BE49-F238E27FC236}">
                    <a16:creationId xmlns:a16="http://schemas.microsoft.com/office/drawing/2014/main" id="{FBDCF846-E0A9-5263-6E88-12BE96349DF9}"/>
                  </a:ext>
                </a:extLst>
              </p:cNvPr>
              <p:cNvGrpSpPr/>
              <p:nvPr/>
            </p:nvGrpSpPr>
            <p:grpSpPr>
              <a:xfrm>
                <a:off x="3123413" y="4128902"/>
                <a:ext cx="939426" cy="314325"/>
                <a:chOff x="7760972" y="0"/>
                <a:chExt cx="1238000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86" name="직사각형 85">
                  <a:extLst>
                    <a:ext uri="{FF2B5EF4-FFF2-40B4-BE49-F238E27FC236}">
                      <a16:creationId xmlns:a16="http://schemas.microsoft.com/office/drawing/2014/main" id="{4659E072-FAD5-551E-9337-CF283999CAA4}"/>
                    </a:ext>
                  </a:extLst>
                </p:cNvPr>
                <p:cNvSpPr/>
                <p:nvPr/>
              </p:nvSpPr>
              <p:spPr>
                <a:xfrm>
                  <a:off x="7760972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87" name="사각형: 둥근 모서리 86">
                  <a:extLst>
                    <a:ext uri="{FF2B5EF4-FFF2-40B4-BE49-F238E27FC236}">
                      <a16:creationId xmlns:a16="http://schemas.microsoft.com/office/drawing/2014/main" id="{961F5969-7304-885E-DCB3-13B6A68F2A51}"/>
                    </a:ext>
                  </a:extLst>
                </p:cNvPr>
                <p:cNvSpPr/>
                <p:nvPr/>
              </p:nvSpPr>
              <p:spPr>
                <a:xfrm>
                  <a:off x="8109972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D5509B89-4913-3F6B-001D-60421691C83B}"/>
                  </a:ext>
                </a:extLst>
              </p:cNvPr>
              <p:cNvSpPr txBox="1"/>
              <p:nvPr/>
            </p:nvSpPr>
            <p:spPr>
              <a:xfrm>
                <a:off x="3183410" y="4101398"/>
                <a:ext cx="6463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증강</a:t>
                </a:r>
              </a:p>
            </p:txBody>
          </p:sp>
        </p:grp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2038BE19-033A-02C0-4CD2-7F9EB87639BD}"/>
                </a:ext>
              </a:extLst>
            </p:cNvPr>
            <p:cNvSpPr/>
            <p:nvPr/>
          </p:nvSpPr>
          <p:spPr>
            <a:xfrm>
              <a:off x="3588996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74DC42A9-F279-2783-6B76-8D2FD35D41B4}"/>
                </a:ext>
              </a:extLst>
            </p:cNvPr>
            <p:cNvSpPr/>
            <p:nvPr/>
          </p:nvSpPr>
          <p:spPr>
            <a:xfrm>
              <a:off x="4216709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2" name="사각형: 둥근 모서리 51">
              <a:extLst>
                <a:ext uri="{FF2B5EF4-FFF2-40B4-BE49-F238E27FC236}">
                  <a16:creationId xmlns:a16="http://schemas.microsoft.com/office/drawing/2014/main" id="{8B3C0D51-7213-696D-DC95-EE0046682107}"/>
                </a:ext>
              </a:extLst>
            </p:cNvPr>
            <p:cNvSpPr/>
            <p:nvPr/>
          </p:nvSpPr>
          <p:spPr>
            <a:xfrm>
              <a:off x="4855158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7C48C81A-FF90-20DD-69A3-0CB21E063E53}"/>
                </a:ext>
              </a:extLst>
            </p:cNvPr>
            <p:cNvSpPr/>
            <p:nvPr/>
          </p:nvSpPr>
          <p:spPr>
            <a:xfrm>
              <a:off x="5503157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E9865A72-36AA-23FC-0C66-2C785EB2D58B}"/>
                </a:ext>
              </a:extLst>
            </p:cNvPr>
            <p:cNvSpPr/>
            <p:nvPr/>
          </p:nvSpPr>
          <p:spPr>
            <a:xfrm>
              <a:off x="6144806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46DD7384-2430-8649-5E67-20A8F985EAE3}"/>
                </a:ext>
              </a:extLst>
            </p:cNvPr>
            <p:cNvSpPr/>
            <p:nvPr/>
          </p:nvSpPr>
          <p:spPr>
            <a:xfrm>
              <a:off x="6783615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63729184-9780-F939-6DAF-FB041F85617E}"/>
                </a:ext>
              </a:extLst>
            </p:cNvPr>
            <p:cNvSpPr/>
            <p:nvPr/>
          </p:nvSpPr>
          <p:spPr>
            <a:xfrm>
              <a:off x="7430604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86D1E0BF-8E2E-57D7-9A4C-5A397F634355}"/>
                </a:ext>
              </a:extLst>
            </p:cNvPr>
            <p:cNvSpPr/>
            <p:nvPr/>
          </p:nvSpPr>
          <p:spPr>
            <a:xfrm>
              <a:off x="3117349" y="2721522"/>
              <a:ext cx="674597" cy="31432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2CD2EF1C-E4E0-ACA6-88DB-B992AAE12C52}"/>
                </a:ext>
              </a:extLst>
            </p:cNvPr>
            <p:cNvSpPr/>
            <p:nvPr/>
          </p:nvSpPr>
          <p:spPr>
            <a:xfrm>
              <a:off x="9289473" y="5094472"/>
              <a:ext cx="1168430" cy="314325"/>
            </a:xfrm>
            <a:prstGeom prst="roundRect">
              <a:avLst>
                <a:gd name="adj" fmla="val 50000"/>
              </a:avLst>
            </a:prstGeom>
            <a:solidFill>
              <a:srgbClr val="FF7C8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286A3010-354C-1178-AE07-CD0A76E25547}"/>
                </a:ext>
              </a:extLst>
            </p:cNvPr>
            <p:cNvGrpSpPr/>
            <p:nvPr/>
          </p:nvGrpSpPr>
          <p:grpSpPr>
            <a:xfrm>
              <a:off x="3177347" y="2689575"/>
              <a:ext cx="879429" cy="369332"/>
              <a:chOff x="3177347" y="2689575"/>
              <a:chExt cx="879429" cy="369332"/>
            </a:xfrm>
          </p:grpSpPr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40F95791-EADC-BE67-C816-AD48A56DD011}"/>
                  </a:ext>
                </a:extLst>
              </p:cNvPr>
              <p:cNvSpPr/>
              <p:nvPr/>
            </p:nvSpPr>
            <p:spPr>
              <a:xfrm>
                <a:off x="3382179" y="2721522"/>
                <a:ext cx="674597" cy="314325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E2B35336-9E5D-2F34-0F35-8E1FAF0B5273}"/>
                  </a:ext>
                </a:extLst>
              </p:cNvPr>
              <p:cNvSpPr txBox="1"/>
              <p:nvPr/>
            </p:nvSpPr>
            <p:spPr>
              <a:xfrm>
                <a:off x="3177347" y="2689575"/>
                <a:ext cx="6463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유물</a:t>
                </a:r>
              </a:p>
            </p:txBody>
          </p:sp>
        </p:grpSp>
        <p:sp>
          <p:nvSpPr>
            <p:cNvPr id="61" name="사각형: 둥근 모서리 60">
              <a:extLst>
                <a:ext uri="{FF2B5EF4-FFF2-40B4-BE49-F238E27FC236}">
                  <a16:creationId xmlns:a16="http://schemas.microsoft.com/office/drawing/2014/main" id="{41B594BA-308B-9BCD-DC3B-8D94E4857F87}"/>
                </a:ext>
              </a:extLst>
            </p:cNvPr>
            <p:cNvSpPr/>
            <p:nvPr/>
          </p:nvSpPr>
          <p:spPr>
            <a:xfrm>
              <a:off x="8632015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17DEF0D6-0E69-EAD6-D596-C9760FC27BED}"/>
                </a:ext>
              </a:extLst>
            </p:cNvPr>
            <p:cNvSpPr/>
            <p:nvPr/>
          </p:nvSpPr>
          <p:spPr>
            <a:xfrm>
              <a:off x="9280014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19E2352B-C0FC-AF6E-2A40-836ADFD81BB1}"/>
                </a:ext>
              </a:extLst>
            </p:cNvPr>
            <p:cNvSpPr/>
            <p:nvPr/>
          </p:nvSpPr>
          <p:spPr>
            <a:xfrm>
              <a:off x="8632015" y="3567208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A8689D31-916E-2D43-9CEB-47D6FB6CCFE1}"/>
                </a:ext>
              </a:extLst>
            </p:cNvPr>
            <p:cNvSpPr/>
            <p:nvPr/>
          </p:nvSpPr>
          <p:spPr>
            <a:xfrm>
              <a:off x="9270464" y="3567208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6B076D75-8E47-AEDF-34A1-B035345D3BC4}"/>
                </a:ext>
              </a:extLst>
            </p:cNvPr>
            <p:cNvSpPr/>
            <p:nvPr/>
          </p:nvSpPr>
          <p:spPr>
            <a:xfrm>
              <a:off x="9933952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D601AF68-BC95-1120-6B54-5094A143CB0E}"/>
                </a:ext>
              </a:extLst>
            </p:cNvPr>
            <p:cNvGrpSpPr/>
            <p:nvPr/>
          </p:nvGrpSpPr>
          <p:grpSpPr>
            <a:xfrm>
              <a:off x="3140545" y="3907709"/>
              <a:ext cx="5026848" cy="94497"/>
              <a:chOff x="2079166" y="5778191"/>
              <a:chExt cx="3082343" cy="142875"/>
            </a:xfrm>
          </p:grpSpPr>
          <p:sp>
            <p:nvSpPr>
              <p:cNvPr id="80" name="직사각형 79">
                <a:extLst>
                  <a:ext uri="{FF2B5EF4-FFF2-40B4-BE49-F238E27FC236}">
                    <a16:creationId xmlns:a16="http://schemas.microsoft.com/office/drawing/2014/main" id="{91A524CC-85FD-E201-00E5-22850BED083F}"/>
                  </a:ext>
                </a:extLst>
              </p:cNvPr>
              <p:cNvSpPr/>
              <p:nvPr/>
            </p:nvSpPr>
            <p:spPr>
              <a:xfrm>
                <a:off x="2079166" y="5778191"/>
                <a:ext cx="3082343" cy="14287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1" name="직사각형 80">
                <a:extLst>
                  <a:ext uri="{FF2B5EF4-FFF2-40B4-BE49-F238E27FC236}">
                    <a16:creationId xmlns:a16="http://schemas.microsoft.com/office/drawing/2014/main" id="{ED4F5739-8FE1-1D96-67D6-8010DC63937F}"/>
                  </a:ext>
                </a:extLst>
              </p:cNvPr>
              <p:cNvSpPr/>
              <p:nvPr/>
            </p:nvSpPr>
            <p:spPr>
              <a:xfrm>
                <a:off x="2086837" y="5778191"/>
                <a:ext cx="942817" cy="142875"/>
              </a:xfrm>
              <a:prstGeom prst="rect">
                <a:avLst/>
              </a:prstGeom>
              <a:solidFill>
                <a:srgbClr val="42F8BB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BA6C7E08-0F18-F7FF-C764-060BBE33B7A2}"/>
                </a:ext>
              </a:extLst>
            </p:cNvPr>
            <p:cNvGrpSpPr/>
            <p:nvPr/>
          </p:nvGrpSpPr>
          <p:grpSpPr>
            <a:xfrm>
              <a:off x="3117349" y="5293938"/>
              <a:ext cx="5050044" cy="96902"/>
              <a:chOff x="2064943" y="5788972"/>
              <a:chExt cx="3096566" cy="146513"/>
            </a:xfrm>
          </p:grpSpPr>
          <p:sp>
            <p:nvSpPr>
              <p:cNvPr id="78" name="직사각형 77">
                <a:extLst>
                  <a:ext uri="{FF2B5EF4-FFF2-40B4-BE49-F238E27FC236}">
                    <a16:creationId xmlns:a16="http://schemas.microsoft.com/office/drawing/2014/main" id="{56909309-D188-96B1-93A5-22FA4F113398}"/>
                  </a:ext>
                </a:extLst>
              </p:cNvPr>
              <p:cNvSpPr/>
              <p:nvPr/>
            </p:nvSpPr>
            <p:spPr>
              <a:xfrm>
                <a:off x="2064943" y="5788972"/>
                <a:ext cx="3096566" cy="14651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9" name="직사각형 78">
                <a:extLst>
                  <a:ext uri="{FF2B5EF4-FFF2-40B4-BE49-F238E27FC236}">
                    <a16:creationId xmlns:a16="http://schemas.microsoft.com/office/drawing/2014/main" id="{33B46043-5B27-8F43-B878-FA19FB17933A}"/>
                  </a:ext>
                </a:extLst>
              </p:cNvPr>
              <p:cNvSpPr/>
              <p:nvPr/>
            </p:nvSpPr>
            <p:spPr>
              <a:xfrm>
                <a:off x="2127342" y="5792610"/>
                <a:ext cx="942817" cy="142875"/>
              </a:xfrm>
              <a:prstGeom prst="rect">
                <a:avLst/>
              </a:prstGeom>
              <a:solidFill>
                <a:srgbClr val="42F8BB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68" name="그룹 67">
              <a:extLst>
                <a:ext uri="{FF2B5EF4-FFF2-40B4-BE49-F238E27FC236}">
                  <a16:creationId xmlns:a16="http://schemas.microsoft.com/office/drawing/2014/main" id="{5A07DAB7-1498-99A3-0493-BF6E8AE6FF2D}"/>
                </a:ext>
              </a:extLst>
            </p:cNvPr>
            <p:cNvGrpSpPr/>
            <p:nvPr/>
          </p:nvGrpSpPr>
          <p:grpSpPr>
            <a:xfrm>
              <a:off x="3108204" y="4593499"/>
              <a:ext cx="412612" cy="554784"/>
              <a:chOff x="3108204" y="4573838"/>
              <a:chExt cx="412612" cy="554784"/>
            </a:xfrm>
          </p:grpSpPr>
          <p:pic>
            <p:nvPicPr>
              <p:cNvPr id="76" name="그림 75">
                <a:extLst>
                  <a:ext uri="{FF2B5EF4-FFF2-40B4-BE49-F238E27FC236}">
                    <a16:creationId xmlns:a16="http://schemas.microsoft.com/office/drawing/2014/main" id="{C9A9E430-8CC2-F2A1-EBE2-B3945ED94FB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rcRect l="26435"/>
              <a:stretch>
                <a:fillRect/>
              </a:stretch>
            </p:blipFill>
            <p:spPr>
              <a:xfrm>
                <a:off x="3108204" y="4573838"/>
                <a:ext cx="412612" cy="554784"/>
              </a:xfrm>
              <a:prstGeom prst="rect">
                <a:avLst/>
              </a:prstGeom>
            </p:spPr>
          </p:pic>
          <p:cxnSp>
            <p:nvCxnSpPr>
              <p:cNvPr id="77" name="직선 연결선 76">
                <a:extLst>
                  <a:ext uri="{FF2B5EF4-FFF2-40B4-BE49-F238E27FC236}">
                    <a16:creationId xmlns:a16="http://schemas.microsoft.com/office/drawing/2014/main" id="{222D6445-8315-8FD6-0590-83D65D15492E}"/>
                  </a:ext>
                </a:extLst>
              </p:cNvPr>
              <p:cNvCxnSpPr/>
              <p:nvPr/>
            </p:nvCxnSpPr>
            <p:spPr>
              <a:xfrm>
                <a:off x="3108204" y="4573838"/>
                <a:ext cx="0" cy="55478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DCAD38AA-6DAC-1B5D-CBA2-464F23391C5A}"/>
                </a:ext>
              </a:extLst>
            </p:cNvPr>
            <p:cNvGrpSpPr/>
            <p:nvPr/>
          </p:nvGrpSpPr>
          <p:grpSpPr>
            <a:xfrm rot="10800000">
              <a:off x="8036760" y="4593499"/>
              <a:ext cx="130633" cy="554784"/>
              <a:chOff x="2073899" y="4573838"/>
              <a:chExt cx="130633" cy="554784"/>
            </a:xfrm>
          </p:grpSpPr>
          <p:pic>
            <p:nvPicPr>
              <p:cNvPr id="74" name="그림 73">
                <a:extLst>
                  <a:ext uri="{FF2B5EF4-FFF2-40B4-BE49-F238E27FC236}">
                    <a16:creationId xmlns:a16="http://schemas.microsoft.com/office/drawing/2014/main" id="{E5BEA88A-93C3-3616-28F8-486BB2C80B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rcRect l="79028"/>
              <a:stretch>
                <a:fillRect/>
              </a:stretch>
            </p:blipFill>
            <p:spPr>
              <a:xfrm>
                <a:off x="2086907" y="4573838"/>
                <a:ext cx="117625" cy="554784"/>
              </a:xfrm>
              <a:prstGeom prst="rect">
                <a:avLst/>
              </a:prstGeom>
            </p:spPr>
          </p:pic>
          <p:cxnSp>
            <p:nvCxnSpPr>
              <p:cNvPr id="75" name="직선 연결선 74">
                <a:extLst>
                  <a:ext uri="{FF2B5EF4-FFF2-40B4-BE49-F238E27FC236}">
                    <a16:creationId xmlns:a16="http://schemas.microsoft.com/office/drawing/2014/main" id="{C0D223D0-25FF-13D4-7451-175CEE5EC0AB}"/>
                  </a:ext>
                </a:extLst>
              </p:cNvPr>
              <p:cNvCxnSpPr/>
              <p:nvPr/>
            </p:nvCxnSpPr>
            <p:spPr>
              <a:xfrm>
                <a:off x="2073899" y="4573838"/>
                <a:ext cx="0" cy="55478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00D5F8CA-B104-3126-FCCD-401F3D9F2746}"/>
                </a:ext>
              </a:extLst>
            </p:cNvPr>
            <p:cNvSpPr txBox="1"/>
            <p:nvPr/>
          </p:nvSpPr>
          <p:spPr>
            <a:xfrm>
              <a:off x="9370425" y="5094472"/>
              <a:ext cx="10054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600" dirty="0" err="1"/>
                <a:t>뒤로가기</a:t>
              </a:r>
              <a:endParaRPr lang="ko-KR" altLang="en-US" sz="1600" dirty="0"/>
            </a:p>
          </p:txBody>
        </p: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E919BAA1-D905-9994-C442-75420BDB0494}"/>
                </a:ext>
              </a:extLst>
            </p:cNvPr>
            <p:cNvGrpSpPr/>
            <p:nvPr/>
          </p:nvGrpSpPr>
          <p:grpSpPr>
            <a:xfrm>
              <a:off x="10116078" y="1253461"/>
              <a:ext cx="442800" cy="432000"/>
              <a:chOff x="10045510" y="1290859"/>
              <a:chExt cx="442800" cy="432000"/>
            </a:xfrm>
          </p:grpSpPr>
          <p:sp>
            <p:nvSpPr>
              <p:cNvPr id="72" name="타원 71">
                <a:extLst>
                  <a:ext uri="{FF2B5EF4-FFF2-40B4-BE49-F238E27FC236}">
                    <a16:creationId xmlns:a16="http://schemas.microsoft.com/office/drawing/2014/main" id="{22DCF196-7BB8-BA29-8EB7-2341297D932A}"/>
                  </a:ext>
                </a:extLst>
              </p:cNvPr>
              <p:cNvSpPr/>
              <p:nvPr/>
            </p:nvSpPr>
            <p:spPr>
              <a:xfrm>
                <a:off x="10045510" y="1290859"/>
                <a:ext cx="442800" cy="432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73" name="그림 72">
                <a:extLst>
                  <a:ext uri="{FF2B5EF4-FFF2-40B4-BE49-F238E27FC236}">
                    <a16:creationId xmlns:a16="http://schemas.microsoft.com/office/drawing/2014/main" id="{26C94D85-6240-876F-122F-D35993884B5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3">
                        <a14:imgEffect>
                          <a14:colorTemperature colorTemp="7335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86704" y="1321625"/>
                <a:ext cx="360000" cy="360000"/>
              </a:xfrm>
              <a:prstGeom prst="rect">
                <a:avLst/>
              </a:prstGeom>
            </p:spPr>
          </p:pic>
        </p:grpSp>
      </p:grp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A4412FB2-ABBD-218C-1287-11ACAE0EA6F6}"/>
              </a:ext>
            </a:extLst>
          </p:cNvPr>
          <p:cNvSpPr/>
          <p:nvPr/>
        </p:nvSpPr>
        <p:spPr>
          <a:xfrm>
            <a:off x="1672417" y="1477540"/>
            <a:ext cx="1287784" cy="3910742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DECEB46-6743-A865-2C5D-BBFCE845ACB4}"/>
              </a:ext>
            </a:extLst>
          </p:cNvPr>
          <p:cNvSpPr txBox="1"/>
          <p:nvPr/>
        </p:nvSpPr>
        <p:spPr>
          <a:xfrm>
            <a:off x="1742494" y="1526918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/>
              <a:t>스탯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85E3F4E5-E3A8-276A-F19B-943E0D0A5962}"/>
              </a:ext>
            </a:extLst>
          </p:cNvPr>
          <p:cNvSpPr txBox="1"/>
          <p:nvPr/>
        </p:nvSpPr>
        <p:spPr>
          <a:xfrm>
            <a:off x="1689195" y="1813407"/>
            <a:ext cx="36420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체력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22F87E7-458F-8CDE-245F-5BE139CF3F33}"/>
              </a:ext>
            </a:extLst>
          </p:cNvPr>
          <p:cNvSpPr txBox="1"/>
          <p:nvPr/>
        </p:nvSpPr>
        <p:spPr>
          <a:xfrm>
            <a:off x="1689195" y="2056865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체력 </a:t>
            </a:r>
            <a:r>
              <a:rPr lang="ko-KR" altLang="en-US" sz="700" b="1" dirty="0" err="1"/>
              <a:t>재생량</a:t>
            </a:r>
            <a:endParaRPr lang="ko-KR" altLang="en-US" sz="7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E014AAF2-2DA8-3C1F-F7F6-A7044E7130BF}"/>
              </a:ext>
            </a:extLst>
          </p:cNvPr>
          <p:cNvSpPr txBox="1"/>
          <p:nvPr/>
        </p:nvSpPr>
        <p:spPr>
          <a:xfrm>
            <a:off x="1689195" y="2300323"/>
            <a:ext cx="4539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피해량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BD190B06-F196-5174-EB16-1316D28902AE}"/>
              </a:ext>
            </a:extLst>
          </p:cNvPr>
          <p:cNvSpPr txBox="1"/>
          <p:nvPr/>
        </p:nvSpPr>
        <p:spPr>
          <a:xfrm>
            <a:off x="1689195" y="2543781"/>
            <a:ext cx="7553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이동속도 증가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DDE4945D-E605-405F-E161-3545F5DE78E6}"/>
              </a:ext>
            </a:extLst>
          </p:cNvPr>
          <p:cNvSpPr txBox="1"/>
          <p:nvPr/>
        </p:nvSpPr>
        <p:spPr>
          <a:xfrm>
            <a:off x="1689195" y="2787239"/>
            <a:ext cx="4539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방어력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B2D7A28C-4AF4-FCF5-143E-07DCDF3D6A4A}"/>
              </a:ext>
            </a:extLst>
          </p:cNvPr>
          <p:cNvSpPr txBox="1"/>
          <p:nvPr/>
        </p:nvSpPr>
        <p:spPr>
          <a:xfrm>
            <a:off x="1689195" y="3030697"/>
            <a:ext cx="36420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마력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72090EB-7EC2-FFB6-779A-7673601B9A2B}"/>
              </a:ext>
            </a:extLst>
          </p:cNvPr>
          <p:cNvSpPr txBox="1"/>
          <p:nvPr/>
        </p:nvSpPr>
        <p:spPr>
          <a:xfrm>
            <a:off x="1689195" y="3274155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마력 회복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CD2E8E8F-83C4-C4E1-B269-C4ED6FE3D005}"/>
              </a:ext>
            </a:extLst>
          </p:cNvPr>
          <p:cNvSpPr txBox="1"/>
          <p:nvPr/>
        </p:nvSpPr>
        <p:spPr>
          <a:xfrm>
            <a:off x="1689195" y="3517613"/>
            <a:ext cx="84510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재사용 대기시간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B39DCAEB-AC3D-5B00-27C4-1A2D693DD7F8}"/>
              </a:ext>
            </a:extLst>
          </p:cNvPr>
          <p:cNvSpPr txBox="1"/>
          <p:nvPr/>
        </p:nvSpPr>
        <p:spPr>
          <a:xfrm>
            <a:off x="1689195" y="3761071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속성 피해량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2A069247-7A1A-3B65-704F-3260ECDEA7C5}"/>
              </a:ext>
            </a:extLst>
          </p:cNvPr>
          <p:cNvSpPr txBox="1"/>
          <p:nvPr/>
        </p:nvSpPr>
        <p:spPr>
          <a:xfrm>
            <a:off x="2586212" y="1813407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100</a:t>
            </a:r>
            <a:endParaRPr lang="ko-KR" altLang="en-US" sz="700" b="1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10894EBF-A164-9584-44C2-ACEF33E446BF}"/>
              </a:ext>
            </a:extLst>
          </p:cNvPr>
          <p:cNvSpPr txBox="1"/>
          <p:nvPr/>
        </p:nvSpPr>
        <p:spPr>
          <a:xfrm>
            <a:off x="2531711" y="2056865"/>
            <a:ext cx="39305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1.0/s</a:t>
            </a:r>
            <a:endParaRPr lang="ko-KR" altLang="en-US" sz="700" b="1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EE3813CF-44A0-F308-6934-B8F280A1124C}"/>
              </a:ext>
            </a:extLst>
          </p:cNvPr>
          <p:cNvSpPr txBox="1"/>
          <p:nvPr/>
        </p:nvSpPr>
        <p:spPr>
          <a:xfrm>
            <a:off x="2494841" y="2300323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+10%</a:t>
            </a:r>
            <a:endParaRPr lang="ko-KR" altLang="en-US" sz="700" b="1" dirty="0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B0F5A5A0-8C01-6156-AC7A-BBD53272C5FA}"/>
              </a:ext>
            </a:extLst>
          </p:cNvPr>
          <p:cNvSpPr txBox="1"/>
          <p:nvPr/>
        </p:nvSpPr>
        <p:spPr>
          <a:xfrm>
            <a:off x="2688804" y="2543781"/>
            <a:ext cx="23596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0</a:t>
            </a:r>
            <a:endParaRPr lang="ko-KR" altLang="en-US" sz="700" b="1" dirty="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158630F-0BF0-75BC-3C9E-43ABB69E115D}"/>
              </a:ext>
            </a:extLst>
          </p:cNvPr>
          <p:cNvSpPr txBox="1"/>
          <p:nvPr/>
        </p:nvSpPr>
        <p:spPr>
          <a:xfrm>
            <a:off x="2688804" y="2787239"/>
            <a:ext cx="23596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0</a:t>
            </a:r>
            <a:endParaRPr lang="ko-KR" altLang="en-US" sz="700" b="1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B9E8F762-2D25-4CA0-B159-EC42B202483A}"/>
              </a:ext>
            </a:extLst>
          </p:cNvPr>
          <p:cNvSpPr txBox="1"/>
          <p:nvPr/>
        </p:nvSpPr>
        <p:spPr>
          <a:xfrm>
            <a:off x="2586212" y="3030697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100</a:t>
            </a:r>
            <a:endParaRPr lang="ko-KR" altLang="en-US" sz="700" b="1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09AB3D79-E980-DD66-9BF8-486420566715}"/>
              </a:ext>
            </a:extLst>
          </p:cNvPr>
          <p:cNvSpPr txBox="1"/>
          <p:nvPr/>
        </p:nvSpPr>
        <p:spPr>
          <a:xfrm>
            <a:off x="2549343" y="3274155"/>
            <a:ext cx="37542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+1.0</a:t>
            </a:r>
            <a:endParaRPr lang="ko-KR" altLang="en-US" sz="700" b="1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EC942CDC-F450-D5C8-1FAB-F77D0451352C}"/>
              </a:ext>
            </a:extLst>
          </p:cNvPr>
          <p:cNvSpPr txBox="1"/>
          <p:nvPr/>
        </p:nvSpPr>
        <p:spPr>
          <a:xfrm>
            <a:off x="2522093" y="3517613"/>
            <a:ext cx="40267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-10%</a:t>
            </a:r>
            <a:endParaRPr lang="ko-KR" altLang="en-US" sz="700" b="1" dirty="0"/>
          </a:p>
        </p:txBody>
      </p:sp>
      <p:cxnSp>
        <p:nvCxnSpPr>
          <p:cNvPr id="131" name="직선 연결선 130">
            <a:extLst>
              <a:ext uri="{FF2B5EF4-FFF2-40B4-BE49-F238E27FC236}">
                <a16:creationId xmlns:a16="http://schemas.microsoft.com/office/drawing/2014/main" id="{31DAA04D-CBF6-A867-7BD8-42065872B5FF}"/>
              </a:ext>
            </a:extLst>
          </p:cNvPr>
          <p:cNvCxnSpPr/>
          <p:nvPr/>
        </p:nvCxnSpPr>
        <p:spPr>
          <a:xfrm>
            <a:off x="1742494" y="2013462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직선 연결선 131">
            <a:extLst>
              <a:ext uri="{FF2B5EF4-FFF2-40B4-BE49-F238E27FC236}">
                <a16:creationId xmlns:a16="http://schemas.microsoft.com/office/drawing/2014/main" id="{07D8E885-00FB-E01C-13C1-C042BE0E0D68}"/>
              </a:ext>
            </a:extLst>
          </p:cNvPr>
          <p:cNvCxnSpPr/>
          <p:nvPr/>
        </p:nvCxnSpPr>
        <p:spPr>
          <a:xfrm>
            <a:off x="1742494" y="225692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0EB04E66-A92D-1879-0103-7CAD8E42A988}"/>
              </a:ext>
            </a:extLst>
          </p:cNvPr>
          <p:cNvCxnSpPr/>
          <p:nvPr/>
        </p:nvCxnSpPr>
        <p:spPr>
          <a:xfrm>
            <a:off x="1742494" y="2500378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직선 연결선 133">
            <a:extLst>
              <a:ext uri="{FF2B5EF4-FFF2-40B4-BE49-F238E27FC236}">
                <a16:creationId xmlns:a16="http://schemas.microsoft.com/office/drawing/2014/main" id="{76652847-6477-CD68-0EB2-2BBEB79B4270}"/>
              </a:ext>
            </a:extLst>
          </p:cNvPr>
          <p:cNvCxnSpPr/>
          <p:nvPr/>
        </p:nvCxnSpPr>
        <p:spPr>
          <a:xfrm>
            <a:off x="1742494" y="2743836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직선 연결선 134">
            <a:extLst>
              <a:ext uri="{FF2B5EF4-FFF2-40B4-BE49-F238E27FC236}">
                <a16:creationId xmlns:a16="http://schemas.microsoft.com/office/drawing/2014/main" id="{3B46EB96-51CD-5527-2B9A-5E0E7A41C136}"/>
              </a:ext>
            </a:extLst>
          </p:cNvPr>
          <p:cNvCxnSpPr/>
          <p:nvPr/>
        </p:nvCxnSpPr>
        <p:spPr>
          <a:xfrm>
            <a:off x="1742494" y="2987294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직선 연결선 135">
            <a:extLst>
              <a:ext uri="{FF2B5EF4-FFF2-40B4-BE49-F238E27FC236}">
                <a16:creationId xmlns:a16="http://schemas.microsoft.com/office/drawing/2014/main" id="{1D67162D-0C51-6CC1-AF41-668D8FD30EA9}"/>
              </a:ext>
            </a:extLst>
          </p:cNvPr>
          <p:cNvCxnSpPr/>
          <p:nvPr/>
        </p:nvCxnSpPr>
        <p:spPr>
          <a:xfrm>
            <a:off x="1742494" y="3230752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직선 연결선 136">
            <a:extLst>
              <a:ext uri="{FF2B5EF4-FFF2-40B4-BE49-F238E27FC236}">
                <a16:creationId xmlns:a16="http://schemas.microsoft.com/office/drawing/2014/main" id="{06418533-F2CF-6541-F97C-84993E381086}"/>
              </a:ext>
            </a:extLst>
          </p:cNvPr>
          <p:cNvCxnSpPr/>
          <p:nvPr/>
        </p:nvCxnSpPr>
        <p:spPr>
          <a:xfrm>
            <a:off x="1742494" y="347421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2CC6D1B3-7004-7A79-AB21-EB4EB7F50EDF}"/>
              </a:ext>
            </a:extLst>
          </p:cNvPr>
          <p:cNvCxnSpPr/>
          <p:nvPr/>
        </p:nvCxnSpPr>
        <p:spPr>
          <a:xfrm>
            <a:off x="1742494" y="3717668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7D039403-A718-5F2C-867B-AA8147D9FF17}"/>
              </a:ext>
            </a:extLst>
          </p:cNvPr>
          <p:cNvSpPr txBox="1"/>
          <p:nvPr/>
        </p:nvSpPr>
        <p:spPr>
          <a:xfrm>
            <a:off x="1759624" y="3948155"/>
            <a:ext cx="33855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화염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AF65052F-2462-5138-B599-29B6681670A3}"/>
              </a:ext>
            </a:extLst>
          </p:cNvPr>
          <p:cNvSpPr txBox="1"/>
          <p:nvPr/>
        </p:nvSpPr>
        <p:spPr>
          <a:xfrm>
            <a:off x="1759624" y="4066457"/>
            <a:ext cx="33855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바람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A449DF72-76BB-001C-B75F-8A5E21032F0B}"/>
              </a:ext>
            </a:extLst>
          </p:cNvPr>
          <p:cNvSpPr txBox="1"/>
          <p:nvPr/>
        </p:nvSpPr>
        <p:spPr>
          <a:xfrm>
            <a:off x="1759624" y="4184759"/>
            <a:ext cx="26161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물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59BF48FA-7E2D-073E-293A-74EADC0EFDA4}"/>
              </a:ext>
            </a:extLst>
          </p:cNvPr>
          <p:cNvSpPr txBox="1"/>
          <p:nvPr/>
        </p:nvSpPr>
        <p:spPr>
          <a:xfrm>
            <a:off x="1759624" y="4303061"/>
            <a:ext cx="33855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대지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AB9EF9E5-208C-04D8-6C58-6BDC2D2C364B}"/>
              </a:ext>
            </a:extLst>
          </p:cNvPr>
          <p:cNvSpPr txBox="1"/>
          <p:nvPr/>
        </p:nvSpPr>
        <p:spPr>
          <a:xfrm>
            <a:off x="1759624" y="4421363"/>
            <a:ext cx="33855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얼음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203928ED-8A46-8843-48CA-F9F27ABB5A1F}"/>
              </a:ext>
            </a:extLst>
          </p:cNvPr>
          <p:cNvSpPr txBox="1"/>
          <p:nvPr/>
        </p:nvSpPr>
        <p:spPr>
          <a:xfrm>
            <a:off x="1759624" y="4539665"/>
            <a:ext cx="33855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전기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78DD937B-8067-398F-6057-8CA664A2EC72}"/>
              </a:ext>
            </a:extLst>
          </p:cNvPr>
          <p:cNvSpPr txBox="1"/>
          <p:nvPr/>
        </p:nvSpPr>
        <p:spPr>
          <a:xfrm>
            <a:off x="1759624" y="4657967"/>
            <a:ext cx="41549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그림자</a:t>
            </a: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F3BC11E1-76E2-4196-CBDE-15C9AFA22D72}"/>
              </a:ext>
            </a:extLst>
          </p:cNvPr>
          <p:cNvSpPr txBox="1"/>
          <p:nvPr/>
        </p:nvSpPr>
        <p:spPr>
          <a:xfrm>
            <a:off x="1759624" y="4776269"/>
            <a:ext cx="41549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에너지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45D4DA18-6074-56B4-E3A3-470E233AD4B5}"/>
              </a:ext>
            </a:extLst>
          </p:cNvPr>
          <p:cNvSpPr txBox="1"/>
          <p:nvPr/>
        </p:nvSpPr>
        <p:spPr>
          <a:xfrm>
            <a:off x="1759624" y="4894571"/>
            <a:ext cx="33855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물리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76E9B84F-7755-19EB-66F3-DA218C9509BB}"/>
              </a:ext>
            </a:extLst>
          </p:cNvPr>
          <p:cNvSpPr txBox="1"/>
          <p:nvPr/>
        </p:nvSpPr>
        <p:spPr>
          <a:xfrm>
            <a:off x="1759624" y="5012877"/>
            <a:ext cx="26161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독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EFE8F763-33A2-1992-27CB-73718529B222}"/>
              </a:ext>
            </a:extLst>
          </p:cNvPr>
          <p:cNvSpPr txBox="1"/>
          <p:nvPr/>
        </p:nvSpPr>
        <p:spPr>
          <a:xfrm>
            <a:off x="2356662" y="3948155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3AA23EB2-DB30-5E91-9872-F366D9D406A6}"/>
              </a:ext>
            </a:extLst>
          </p:cNvPr>
          <p:cNvSpPr txBox="1"/>
          <p:nvPr/>
        </p:nvSpPr>
        <p:spPr>
          <a:xfrm>
            <a:off x="2356662" y="4066457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C093421A-2A31-D5C1-209B-8A5D26C46764}"/>
              </a:ext>
            </a:extLst>
          </p:cNvPr>
          <p:cNvSpPr txBox="1"/>
          <p:nvPr/>
        </p:nvSpPr>
        <p:spPr>
          <a:xfrm>
            <a:off x="2356662" y="4184759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3FC8F81C-2F04-9DD9-65A3-56C846A84AAD}"/>
              </a:ext>
            </a:extLst>
          </p:cNvPr>
          <p:cNvSpPr txBox="1"/>
          <p:nvPr/>
        </p:nvSpPr>
        <p:spPr>
          <a:xfrm>
            <a:off x="2356662" y="4303061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272ED091-C557-1B76-2983-4C6F28FCC2A1}"/>
              </a:ext>
            </a:extLst>
          </p:cNvPr>
          <p:cNvSpPr txBox="1"/>
          <p:nvPr/>
        </p:nvSpPr>
        <p:spPr>
          <a:xfrm>
            <a:off x="2356662" y="4421363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4887FD26-5571-90E3-80F6-0F7DE66894D7}"/>
              </a:ext>
            </a:extLst>
          </p:cNvPr>
          <p:cNvSpPr txBox="1"/>
          <p:nvPr/>
        </p:nvSpPr>
        <p:spPr>
          <a:xfrm>
            <a:off x="2356662" y="4539665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DD8F7A88-9A56-D28E-25AA-38CDDD9BC4BF}"/>
              </a:ext>
            </a:extLst>
          </p:cNvPr>
          <p:cNvSpPr txBox="1"/>
          <p:nvPr/>
        </p:nvSpPr>
        <p:spPr>
          <a:xfrm>
            <a:off x="2356662" y="4657967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FE229D14-5A44-38DB-8E80-A7FA5E9A82BD}"/>
              </a:ext>
            </a:extLst>
          </p:cNvPr>
          <p:cNvSpPr txBox="1"/>
          <p:nvPr/>
        </p:nvSpPr>
        <p:spPr>
          <a:xfrm>
            <a:off x="2356662" y="4776269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21BEBE7F-0644-6873-94EB-9D3E89CE6A2D}"/>
              </a:ext>
            </a:extLst>
          </p:cNvPr>
          <p:cNvSpPr txBox="1"/>
          <p:nvPr/>
        </p:nvSpPr>
        <p:spPr>
          <a:xfrm>
            <a:off x="2356662" y="4894571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05577C54-CF22-15B7-E348-5566E8FCF2BD}"/>
              </a:ext>
            </a:extLst>
          </p:cNvPr>
          <p:cNvSpPr txBox="1"/>
          <p:nvPr/>
        </p:nvSpPr>
        <p:spPr>
          <a:xfrm>
            <a:off x="2356662" y="5012877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15A88522-98AE-AFD5-94A6-B1A5639D9D78}"/>
              </a:ext>
            </a:extLst>
          </p:cNvPr>
          <p:cNvSpPr txBox="1"/>
          <p:nvPr/>
        </p:nvSpPr>
        <p:spPr>
          <a:xfrm>
            <a:off x="2494841" y="3756157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+10%</a:t>
            </a:r>
            <a:endParaRPr lang="ko-KR" altLang="en-US" sz="700" b="1" dirty="0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B554401-DEB7-3D8B-CD70-51C89F3BE007}"/>
              </a:ext>
            </a:extLst>
          </p:cNvPr>
          <p:cNvSpPr/>
          <p:nvPr/>
        </p:nvSpPr>
        <p:spPr>
          <a:xfrm>
            <a:off x="904874" y="509265"/>
            <a:ext cx="10374821" cy="5858294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40" name="그룹 139">
            <a:extLst>
              <a:ext uri="{FF2B5EF4-FFF2-40B4-BE49-F238E27FC236}">
                <a16:creationId xmlns:a16="http://schemas.microsoft.com/office/drawing/2014/main" id="{D4240612-D967-0B8B-4AFC-130E496F8E13}"/>
              </a:ext>
            </a:extLst>
          </p:cNvPr>
          <p:cNvGrpSpPr/>
          <p:nvPr/>
        </p:nvGrpSpPr>
        <p:grpSpPr>
          <a:xfrm>
            <a:off x="3965172" y="1392261"/>
            <a:ext cx="3902845" cy="4163897"/>
            <a:chOff x="4152591" y="1516467"/>
            <a:chExt cx="3902845" cy="4163897"/>
          </a:xfrm>
        </p:grpSpPr>
        <p:sp>
          <p:nvSpPr>
            <p:cNvPr id="141" name="직사각형 140">
              <a:extLst>
                <a:ext uri="{FF2B5EF4-FFF2-40B4-BE49-F238E27FC236}">
                  <a16:creationId xmlns:a16="http://schemas.microsoft.com/office/drawing/2014/main" id="{2FB61B3B-430E-C13B-BCC1-45BF30CBF3CC}"/>
                </a:ext>
              </a:extLst>
            </p:cNvPr>
            <p:cNvSpPr/>
            <p:nvPr/>
          </p:nvSpPr>
          <p:spPr>
            <a:xfrm>
              <a:off x="4152591" y="1762126"/>
              <a:ext cx="3883368" cy="391823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2" name="직사각형 141">
              <a:extLst>
                <a:ext uri="{FF2B5EF4-FFF2-40B4-BE49-F238E27FC236}">
                  <a16:creationId xmlns:a16="http://schemas.microsoft.com/office/drawing/2014/main" id="{F854556D-3AF6-3101-7160-C7F83630BD7E}"/>
                </a:ext>
              </a:extLst>
            </p:cNvPr>
            <p:cNvSpPr/>
            <p:nvPr/>
          </p:nvSpPr>
          <p:spPr>
            <a:xfrm>
              <a:off x="5406143" y="1516467"/>
              <a:ext cx="1376263" cy="484199"/>
            </a:xfrm>
            <a:prstGeom prst="rect">
              <a:avLst/>
            </a:prstGeom>
            <a:solidFill>
              <a:srgbClr val="F8E8C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7195A67C-76A6-01C6-79F2-5DF6DF4377E3}"/>
                </a:ext>
              </a:extLst>
            </p:cNvPr>
            <p:cNvSpPr txBox="1"/>
            <p:nvPr/>
          </p:nvSpPr>
          <p:spPr>
            <a:xfrm>
              <a:off x="5769897" y="156253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설정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928BA16C-8893-FF00-40D7-BC9D9009D83D}"/>
                </a:ext>
              </a:extLst>
            </p:cNvPr>
            <p:cNvSpPr txBox="1"/>
            <p:nvPr/>
          </p:nvSpPr>
          <p:spPr>
            <a:xfrm>
              <a:off x="4443206" y="2333417"/>
              <a:ext cx="6928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dirty="0"/>
                <a:t>BGM</a:t>
              </a:r>
              <a:endParaRPr lang="ko-KR" altLang="en-US" dirty="0"/>
            </a:p>
          </p:txBody>
        </p:sp>
        <p:sp>
          <p:nvSpPr>
            <p:cNvPr id="145" name="직사각형 144">
              <a:extLst>
                <a:ext uri="{FF2B5EF4-FFF2-40B4-BE49-F238E27FC236}">
                  <a16:creationId xmlns:a16="http://schemas.microsoft.com/office/drawing/2014/main" id="{8BEF97B8-0591-0C2F-0C6E-6469B4435AE4}"/>
                </a:ext>
              </a:extLst>
            </p:cNvPr>
            <p:cNvSpPr/>
            <p:nvPr/>
          </p:nvSpPr>
          <p:spPr>
            <a:xfrm>
              <a:off x="5404930" y="2433510"/>
              <a:ext cx="1916714" cy="138448"/>
            </a:xfrm>
            <a:prstGeom prst="rect">
              <a:avLst/>
            </a:prstGeom>
            <a:solidFill>
              <a:srgbClr val="F8E8C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4A6E890B-7E96-EF03-6592-1336710E6F59}"/>
                </a:ext>
              </a:extLst>
            </p:cNvPr>
            <p:cNvSpPr txBox="1"/>
            <p:nvPr/>
          </p:nvSpPr>
          <p:spPr>
            <a:xfrm>
              <a:off x="4351034" y="2871359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/>
                <a:t>효과음</a:t>
              </a:r>
            </a:p>
          </p:txBody>
        </p:sp>
        <p:sp>
          <p:nvSpPr>
            <p:cNvPr id="148" name="직사각형 147">
              <a:extLst>
                <a:ext uri="{FF2B5EF4-FFF2-40B4-BE49-F238E27FC236}">
                  <a16:creationId xmlns:a16="http://schemas.microsoft.com/office/drawing/2014/main" id="{68665152-7904-BC12-C0A9-9A0E1F8BB6F7}"/>
                </a:ext>
              </a:extLst>
            </p:cNvPr>
            <p:cNvSpPr/>
            <p:nvPr/>
          </p:nvSpPr>
          <p:spPr>
            <a:xfrm>
              <a:off x="5404930" y="2971452"/>
              <a:ext cx="1916714" cy="138448"/>
            </a:xfrm>
            <a:prstGeom prst="rect">
              <a:avLst/>
            </a:prstGeom>
            <a:solidFill>
              <a:srgbClr val="F8E8C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E0388035-0FF1-0974-F8FB-76101E65D3B5}"/>
                </a:ext>
              </a:extLst>
            </p:cNvPr>
            <p:cNvSpPr txBox="1"/>
            <p:nvPr/>
          </p:nvSpPr>
          <p:spPr>
            <a:xfrm>
              <a:off x="4466450" y="3409300"/>
              <a:ext cx="6463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/>
                <a:t>전체</a:t>
              </a:r>
            </a:p>
          </p:txBody>
        </p:sp>
        <p:sp>
          <p:nvSpPr>
            <p:cNvPr id="152" name="직사각형 151">
              <a:extLst>
                <a:ext uri="{FF2B5EF4-FFF2-40B4-BE49-F238E27FC236}">
                  <a16:creationId xmlns:a16="http://schemas.microsoft.com/office/drawing/2014/main" id="{BD45D9FF-188A-EC4B-1DC6-CE9AB70E3CBC}"/>
                </a:ext>
              </a:extLst>
            </p:cNvPr>
            <p:cNvSpPr/>
            <p:nvPr/>
          </p:nvSpPr>
          <p:spPr>
            <a:xfrm>
              <a:off x="5404930" y="3509393"/>
              <a:ext cx="1916714" cy="138448"/>
            </a:xfrm>
            <a:prstGeom prst="rect">
              <a:avLst/>
            </a:prstGeom>
            <a:solidFill>
              <a:srgbClr val="F8E8C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54" name="그룹 153">
              <a:extLst>
                <a:ext uri="{FF2B5EF4-FFF2-40B4-BE49-F238E27FC236}">
                  <a16:creationId xmlns:a16="http://schemas.microsoft.com/office/drawing/2014/main" id="{9019C517-EFC3-5F5D-C969-DED4A1C71A7D}"/>
                </a:ext>
              </a:extLst>
            </p:cNvPr>
            <p:cNvGrpSpPr/>
            <p:nvPr/>
          </p:nvGrpSpPr>
          <p:grpSpPr>
            <a:xfrm>
              <a:off x="5508847" y="4956907"/>
              <a:ext cx="1168430" cy="338554"/>
              <a:chOff x="5404930" y="5516163"/>
              <a:chExt cx="1168430" cy="338554"/>
            </a:xfrm>
          </p:grpSpPr>
          <p:sp>
            <p:nvSpPr>
              <p:cNvPr id="179" name="사각형: 둥근 모서리 178">
                <a:extLst>
                  <a:ext uri="{FF2B5EF4-FFF2-40B4-BE49-F238E27FC236}">
                    <a16:creationId xmlns:a16="http://schemas.microsoft.com/office/drawing/2014/main" id="{05B78E99-2164-E532-D8B1-DF5FB4210727}"/>
                  </a:ext>
                </a:extLst>
              </p:cNvPr>
              <p:cNvSpPr/>
              <p:nvPr/>
            </p:nvSpPr>
            <p:spPr>
              <a:xfrm>
                <a:off x="5404930" y="5528278"/>
                <a:ext cx="1168430" cy="314325"/>
              </a:xfrm>
              <a:prstGeom prst="roundRect">
                <a:avLst>
                  <a:gd name="adj" fmla="val 50000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73E794D9-3479-CE1D-BF84-C651FFD6BAE8}"/>
                  </a:ext>
                </a:extLst>
              </p:cNvPr>
              <p:cNvSpPr txBox="1"/>
              <p:nvPr/>
            </p:nvSpPr>
            <p:spPr>
              <a:xfrm>
                <a:off x="5691627" y="5516163"/>
                <a:ext cx="595036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o-KR" altLang="en-US" sz="1600" dirty="0"/>
                  <a:t>확인</a:t>
                </a:r>
              </a:p>
            </p:txBody>
          </p:sp>
        </p:grp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129E2768-0EC7-1409-45DD-45EE08E6C553}"/>
                </a:ext>
              </a:extLst>
            </p:cNvPr>
            <p:cNvSpPr txBox="1"/>
            <p:nvPr/>
          </p:nvSpPr>
          <p:spPr>
            <a:xfrm>
              <a:off x="4194743" y="3980592"/>
              <a:ext cx="11897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/>
                <a:t>패드 타입</a:t>
              </a:r>
            </a:p>
          </p:txBody>
        </p:sp>
        <p:grpSp>
          <p:nvGrpSpPr>
            <p:cNvPr id="158" name="그룹 157">
              <a:extLst>
                <a:ext uri="{FF2B5EF4-FFF2-40B4-BE49-F238E27FC236}">
                  <a16:creationId xmlns:a16="http://schemas.microsoft.com/office/drawing/2014/main" id="{0089DE3E-A500-84FC-80E8-3E4FF2E4B685}"/>
                </a:ext>
              </a:extLst>
            </p:cNvPr>
            <p:cNvGrpSpPr/>
            <p:nvPr/>
          </p:nvGrpSpPr>
          <p:grpSpPr>
            <a:xfrm>
              <a:off x="5550002" y="4020472"/>
              <a:ext cx="907381" cy="338554"/>
              <a:chOff x="5404930" y="5516163"/>
              <a:chExt cx="1168430" cy="338554"/>
            </a:xfrm>
          </p:grpSpPr>
          <p:sp>
            <p:nvSpPr>
              <p:cNvPr id="177" name="사각형: 둥근 모서리 176">
                <a:extLst>
                  <a:ext uri="{FF2B5EF4-FFF2-40B4-BE49-F238E27FC236}">
                    <a16:creationId xmlns:a16="http://schemas.microsoft.com/office/drawing/2014/main" id="{4972199E-C20F-696C-EA81-BA06C7081148}"/>
                  </a:ext>
                </a:extLst>
              </p:cNvPr>
              <p:cNvSpPr/>
              <p:nvPr/>
            </p:nvSpPr>
            <p:spPr>
              <a:xfrm>
                <a:off x="5404930" y="5528278"/>
                <a:ext cx="1168430" cy="314325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370E7228-9BEA-C0D0-72D9-F92E0B3809B4}"/>
                  </a:ext>
                </a:extLst>
              </p:cNvPr>
              <p:cNvSpPr txBox="1"/>
              <p:nvPr/>
            </p:nvSpPr>
            <p:spPr>
              <a:xfrm>
                <a:off x="5466703" y="5516163"/>
                <a:ext cx="10448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o-KR" altLang="en-US" sz="1600" b="1" dirty="0"/>
                  <a:t>타입</a:t>
                </a:r>
                <a:r>
                  <a:rPr lang="en-US" altLang="ko-KR" sz="1600" dirty="0"/>
                  <a:t> </a:t>
                </a:r>
                <a:r>
                  <a:rPr lang="en-US" altLang="ko-KR" sz="1600" b="1" dirty="0"/>
                  <a:t>A</a:t>
                </a:r>
                <a:endParaRPr lang="ko-KR" altLang="en-US" sz="1600" b="1" dirty="0"/>
              </a:p>
            </p:txBody>
          </p:sp>
        </p:grpSp>
        <p:grpSp>
          <p:nvGrpSpPr>
            <p:cNvPr id="160" name="그룹 159">
              <a:extLst>
                <a:ext uri="{FF2B5EF4-FFF2-40B4-BE49-F238E27FC236}">
                  <a16:creationId xmlns:a16="http://schemas.microsoft.com/office/drawing/2014/main" id="{20C47D38-E44C-73CC-DDC1-C207B86E2816}"/>
                </a:ext>
              </a:extLst>
            </p:cNvPr>
            <p:cNvGrpSpPr/>
            <p:nvPr/>
          </p:nvGrpSpPr>
          <p:grpSpPr>
            <a:xfrm>
              <a:off x="6677277" y="4020472"/>
              <a:ext cx="907381" cy="338554"/>
              <a:chOff x="5404930" y="5516163"/>
              <a:chExt cx="1168430" cy="338554"/>
            </a:xfrm>
          </p:grpSpPr>
          <p:sp>
            <p:nvSpPr>
              <p:cNvPr id="162" name="사각형: 둥근 모서리 161">
                <a:extLst>
                  <a:ext uri="{FF2B5EF4-FFF2-40B4-BE49-F238E27FC236}">
                    <a16:creationId xmlns:a16="http://schemas.microsoft.com/office/drawing/2014/main" id="{72ABC0E2-15ED-CA96-6DE4-93B9A18DB450}"/>
                  </a:ext>
                </a:extLst>
              </p:cNvPr>
              <p:cNvSpPr/>
              <p:nvPr/>
            </p:nvSpPr>
            <p:spPr>
              <a:xfrm>
                <a:off x="5404930" y="5528278"/>
                <a:ext cx="1168430" cy="314325"/>
              </a:xfrm>
              <a:prstGeom prst="roundRect">
                <a:avLst>
                  <a:gd name="adj" fmla="val 50000"/>
                </a:avLst>
              </a:prstGeom>
              <a:solidFill>
                <a:srgbClr val="D5D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C29F8653-11A5-D163-234C-76DA7E67264A}"/>
                  </a:ext>
                </a:extLst>
              </p:cNvPr>
              <p:cNvSpPr txBox="1"/>
              <p:nvPr/>
            </p:nvSpPr>
            <p:spPr>
              <a:xfrm>
                <a:off x="5474960" y="5516163"/>
                <a:ext cx="102837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o-KR" altLang="en-US" sz="1600" b="1" dirty="0"/>
                  <a:t>타입</a:t>
                </a:r>
                <a:r>
                  <a:rPr lang="en-US" altLang="ko-KR" sz="1600" dirty="0"/>
                  <a:t> </a:t>
                </a:r>
                <a:r>
                  <a:rPr lang="en-US" altLang="ko-KR" sz="1600" b="1" dirty="0"/>
                  <a:t>B</a:t>
                </a:r>
                <a:endParaRPr lang="ko-KR" altLang="en-US" sz="1600" b="1" dirty="0"/>
              </a:p>
            </p:txBody>
          </p:sp>
        </p:grp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A3964994-8697-1769-83D3-98D4B4F3864E}"/>
                </a:ext>
              </a:extLst>
            </p:cNvPr>
            <p:cNvSpPr txBox="1"/>
            <p:nvPr/>
          </p:nvSpPr>
          <p:spPr>
            <a:xfrm>
              <a:off x="7421929" y="2344877"/>
              <a:ext cx="63350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100%</a:t>
              </a:r>
              <a:endParaRPr lang="ko-KR" altLang="en-US" sz="1400" dirty="0"/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64AEFBD6-8D1F-794C-BBF7-9A6C9B7A7804}"/>
                </a:ext>
              </a:extLst>
            </p:cNvPr>
            <p:cNvSpPr txBox="1"/>
            <p:nvPr/>
          </p:nvSpPr>
          <p:spPr>
            <a:xfrm>
              <a:off x="7414090" y="2893031"/>
              <a:ext cx="63350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100%</a:t>
              </a:r>
              <a:endParaRPr lang="ko-KR" altLang="en-US" sz="1400" dirty="0"/>
            </a:p>
          </p:txBody>
        </p:sp>
        <p:sp>
          <p:nvSpPr>
            <p:cNvPr id="197" name="TextBox 196">
              <a:extLst>
                <a:ext uri="{FF2B5EF4-FFF2-40B4-BE49-F238E27FC236}">
                  <a16:creationId xmlns:a16="http://schemas.microsoft.com/office/drawing/2014/main" id="{45837DAD-7406-D1AD-86DE-7EFC7521D0C3}"/>
                </a:ext>
              </a:extLst>
            </p:cNvPr>
            <p:cNvSpPr txBox="1"/>
            <p:nvPr/>
          </p:nvSpPr>
          <p:spPr>
            <a:xfrm>
              <a:off x="7389163" y="3426330"/>
              <a:ext cx="63350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100%</a:t>
              </a:r>
              <a:endParaRPr lang="ko-KR" altLang="en-US" sz="1400" dirty="0"/>
            </a:p>
          </p:txBody>
        </p:sp>
      </p:grpSp>
      <p:grpSp>
        <p:nvGrpSpPr>
          <p:cNvPr id="183" name="그룹 182">
            <a:extLst>
              <a:ext uri="{FF2B5EF4-FFF2-40B4-BE49-F238E27FC236}">
                <a16:creationId xmlns:a16="http://schemas.microsoft.com/office/drawing/2014/main" id="{B1101FC5-8FD1-3CAC-4B37-07836DA6AEDC}"/>
              </a:ext>
            </a:extLst>
          </p:cNvPr>
          <p:cNvGrpSpPr/>
          <p:nvPr/>
        </p:nvGrpSpPr>
        <p:grpSpPr>
          <a:xfrm>
            <a:off x="5572126" y="2222511"/>
            <a:ext cx="82550" cy="226845"/>
            <a:chOff x="4095750" y="65255"/>
            <a:chExt cx="82550" cy="226845"/>
          </a:xfrm>
        </p:grpSpPr>
        <p:sp>
          <p:nvSpPr>
            <p:cNvPr id="182" name="사각형: 둥근 모서리 181">
              <a:extLst>
                <a:ext uri="{FF2B5EF4-FFF2-40B4-BE49-F238E27FC236}">
                  <a16:creationId xmlns:a16="http://schemas.microsoft.com/office/drawing/2014/main" id="{6E84564F-8B9C-2858-978D-8931D07E2955}"/>
                </a:ext>
              </a:extLst>
            </p:cNvPr>
            <p:cNvSpPr/>
            <p:nvPr/>
          </p:nvSpPr>
          <p:spPr>
            <a:xfrm>
              <a:off x="4095750" y="65255"/>
              <a:ext cx="82550" cy="158750"/>
            </a:xfrm>
            <a:prstGeom prst="roundRect">
              <a:avLst>
                <a:gd name="adj" fmla="val 50000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03EC26C0-DE5D-BC23-1E18-5B609DC2F19F}"/>
                </a:ext>
              </a:extLst>
            </p:cNvPr>
            <p:cNvSpPr/>
            <p:nvPr/>
          </p:nvSpPr>
          <p:spPr>
            <a:xfrm>
              <a:off x="4095750" y="133350"/>
              <a:ext cx="82550" cy="15875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187" name="그룹 186">
            <a:extLst>
              <a:ext uri="{FF2B5EF4-FFF2-40B4-BE49-F238E27FC236}">
                <a16:creationId xmlns:a16="http://schemas.microsoft.com/office/drawing/2014/main" id="{66A85FAD-D5B7-F81B-619A-458E494C236F}"/>
              </a:ext>
            </a:extLst>
          </p:cNvPr>
          <p:cNvGrpSpPr/>
          <p:nvPr/>
        </p:nvGrpSpPr>
        <p:grpSpPr>
          <a:xfrm>
            <a:off x="6129338" y="2760449"/>
            <a:ext cx="82550" cy="226845"/>
            <a:chOff x="4095750" y="65255"/>
            <a:chExt cx="82550" cy="226845"/>
          </a:xfrm>
        </p:grpSpPr>
        <p:sp>
          <p:nvSpPr>
            <p:cNvPr id="188" name="사각형: 둥근 모서리 187">
              <a:extLst>
                <a:ext uri="{FF2B5EF4-FFF2-40B4-BE49-F238E27FC236}">
                  <a16:creationId xmlns:a16="http://schemas.microsoft.com/office/drawing/2014/main" id="{643AB16B-DA6A-915E-42BE-A4E0653B8C1B}"/>
                </a:ext>
              </a:extLst>
            </p:cNvPr>
            <p:cNvSpPr/>
            <p:nvPr/>
          </p:nvSpPr>
          <p:spPr>
            <a:xfrm>
              <a:off x="4095750" y="65255"/>
              <a:ext cx="82550" cy="158750"/>
            </a:xfrm>
            <a:prstGeom prst="roundRect">
              <a:avLst>
                <a:gd name="adj" fmla="val 50000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9" name="직사각형 188">
              <a:extLst>
                <a:ext uri="{FF2B5EF4-FFF2-40B4-BE49-F238E27FC236}">
                  <a16:creationId xmlns:a16="http://schemas.microsoft.com/office/drawing/2014/main" id="{F8D2797A-9FD1-0F80-763E-84527231114C}"/>
                </a:ext>
              </a:extLst>
            </p:cNvPr>
            <p:cNvSpPr/>
            <p:nvPr/>
          </p:nvSpPr>
          <p:spPr>
            <a:xfrm>
              <a:off x="4095750" y="133350"/>
              <a:ext cx="82550" cy="15875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0" name="그룹 189">
            <a:extLst>
              <a:ext uri="{FF2B5EF4-FFF2-40B4-BE49-F238E27FC236}">
                <a16:creationId xmlns:a16="http://schemas.microsoft.com/office/drawing/2014/main" id="{BBEC27C3-BCED-0D14-AB00-A6AC91331EB3}"/>
              </a:ext>
            </a:extLst>
          </p:cNvPr>
          <p:cNvGrpSpPr/>
          <p:nvPr/>
        </p:nvGrpSpPr>
        <p:grpSpPr>
          <a:xfrm>
            <a:off x="7037398" y="3297966"/>
            <a:ext cx="82550" cy="226845"/>
            <a:chOff x="4095750" y="65255"/>
            <a:chExt cx="82550" cy="226845"/>
          </a:xfrm>
        </p:grpSpPr>
        <p:sp>
          <p:nvSpPr>
            <p:cNvPr id="191" name="사각형: 둥근 모서리 190">
              <a:extLst>
                <a:ext uri="{FF2B5EF4-FFF2-40B4-BE49-F238E27FC236}">
                  <a16:creationId xmlns:a16="http://schemas.microsoft.com/office/drawing/2014/main" id="{882390C1-882E-642D-9156-3B8AA3954093}"/>
                </a:ext>
              </a:extLst>
            </p:cNvPr>
            <p:cNvSpPr/>
            <p:nvPr/>
          </p:nvSpPr>
          <p:spPr>
            <a:xfrm>
              <a:off x="4095750" y="65255"/>
              <a:ext cx="82550" cy="158750"/>
            </a:xfrm>
            <a:prstGeom prst="roundRect">
              <a:avLst>
                <a:gd name="adj" fmla="val 50000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2" name="직사각형 191">
              <a:extLst>
                <a:ext uri="{FF2B5EF4-FFF2-40B4-BE49-F238E27FC236}">
                  <a16:creationId xmlns:a16="http://schemas.microsoft.com/office/drawing/2014/main" id="{B46D7D19-2102-0B5D-4970-5E214C187F5B}"/>
                </a:ext>
              </a:extLst>
            </p:cNvPr>
            <p:cNvSpPr/>
            <p:nvPr/>
          </p:nvSpPr>
          <p:spPr>
            <a:xfrm>
              <a:off x="4095750" y="133350"/>
              <a:ext cx="82550" cy="15875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7BDEC635-990D-2D2B-C6C3-9CB95C4ED710}"/>
              </a:ext>
            </a:extLst>
          </p:cNvPr>
          <p:cNvSpPr txBox="1"/>
          <p:nvPr/>
        </p:nvSpPr>
        <p:spPr>
          <a:xfrm>
            <a:off x="912000" y="67859"/>
            <a:ext cx="21403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 err="1"/>
              <a:t>인게임</a:t>
            </a:r>
            <a:r>
              <a:rPr lang="ko-KR" altLang="en-US" dirty="0"/>
              <a:t> 옵션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678526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096EA-2793-0009-ED72-1D36666F5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D6C23D07-D29E-E325-A4FD-7EE8B7CB7238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F5EF774-F590-8671-0AF5-8822D834CB6A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AC2A0FB-9D2D-4CA0-6C27-B3DC0B86A6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22256F3-2BCE-A095-70CC-6EEE127C954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5892F19-7F67-E013-AF62-998F0F8676D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1C31303-916F-5876-4B8A-D456A1A84809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FBE7C3AF-9586-0BAD-33BB-C09CEB02263F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74C0B33-B0E5-311F-6B05-E2AEF0D6B714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E5C2E77C-ED4F-EAA1-A53B-B42E193E720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8B64B4EA-F960-D68D-62FA-841985BCA3A2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A80EF2C6-A4AD-4740-3691-80D72D8A04D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04B7B899-241A-5363-64C1-B75A15302A22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31DF7705-2B97-5552-CE1F-7B972C820DC9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F33A48E7-F360-AE24-63B0-5AE48CEFABB0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4CC6633E-EA11-187E-D0EB-E0B0F0DAC096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3" name="그림 22">
            <a:extLst>
              <a:ext uri="{FF2B5EF4-FFF2-40B4-BE49-F238E27FC236}">
                <a16:creationId xmlns:a16="http://schemas.microsoft.com/office/drawing/2014/main" id="{2C8800BE-A103-65BF-51FB-B0A284FEFC0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D2A8AA03-EC10-FA3F-3A66-1888F94B414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5BF3CAB1-9E6B-4D6F-25D2-627B23401A51}"/>
              </a:ext>
            </a:extLst>
          </p:cNvPr>
          <p:cNvSpPr txBox="1"/>
          <p:nvPr/>
        </p:nvSpPr>
        <p:spPr>
          <a:xfrm>
            <a:off x="912000" y="67859"/>
            <a:ext cx="21403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 err="1"/>
              <a:t>인게임</a:t>
            </a:r>
            <a:r>
              <a:rPr lang="ko-KR" altLang="en-US" dirty="0"/>
              <a:t> 부활</a:t>
            </a:r>
            <a:endParaRPr lang="en-US" altLang="ko-KR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539FBE33-F5D9-361C-CE0C-D5D94B9E9DFD}"/>
              </a:ext>
            </a:extLst>
          </p:cNvPr>
          <p:cNvSpPr>
            <a:spLocks/>
          </p:cNvSpPr>
          <p:nvPr/>
        </p:nvSpPr>
        <p:spPr>
          <a:xfrm>
            <a:off x="4476000" y="1233661"/>
            <a:ext cx="3240000" cy="4680000"/>
          </a:xfrm>
          <a:prstGeom prst="rect">
            <a:avLst/>
          </a:prstGeom>
          <a:solidFill>
            <a:srgbClr val="F8E8C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F47C122-513A-B2B2-B820-33DCD5022F4A}"/>
              </a:ext>
            </a:extLst>
          </p:cNvPr>
          <p:cNvSpPr txBox="1"/>
          <p:nvPr/>
        </p:nvSpPr>
        <p:spPr>
          <a:xfrm>
            <a:off x="5027438" y="2655575"/>
            <a:ext cx="2137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 err="1"/>
              <a:t>부활</a:t>
            </a:r>
            <a:r>
              <a:rPr lang="ko-KR" altLang="en-US" dirty="0" err="1"/>
              <a:t>하시겠습니까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DCCCAC2B-6C78-1A6F-F97E-FACBE81153FC}"/>
              </a:ext>
            </a:extLst>
          </p:cNvPr>
          <p:cNvSpPr/>
          <p:nvPr/>
        </p:nvSpPr>
        <p:spPr>
          <a:xfrm>
            <a:off x="5472359" y="4879955"/>
            <a:ext cx="1166712" cy="6286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아니오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827ADA26-B2A6-187B-9522-816135734442}"/>
              </a:ext>
            </a:extLst>
          </p:cNvPr>
          <p:cNvSpPr/>
          <p:nvPr/>
        </p:nvSpPr>
        <p:spPr>
          <a:xfrm>
            <a:off x="5381624" y="4069646"/>
            <a:ext cx="1976355" cy="62865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A363C150-E909-871D-BFF1-61ED403DC186}"/>
              </a:ext>
            </a:extLst>
          </p:cNvPr>
          <p:cNvSpPr/>
          <p:nvPr/>
        </p:nvSpPr>
        <p:spPr>
          <a:xfrm>
            <a:off x="6191268" y="3259336"/>
            <a:ext cx="1166712" cy="62865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>
                <a:solidFill>
                  <a:schemeClr val="tx1"/>
                </a:solidFill>
              </a:rPr>
              <a:t>예</a:t>
            </a:r>
          </a:p>
        </p:txBody>
      </p: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82094FC4-D2C4-3CC3-28EB-C0FFCD7CF8D5}"/>
              </a:ext>
            </a:extLst>
          </p:cNvPr>
          <p:cNvGrpSpPr/>
          <p:nvPr/>
        </p:nvGrpSpPr>
        <p:grpSpPr>
          <a:xfrm>
            <a:off x="5167950" y="1589286"/>
            <a:ext cx="1812223" cy="831860"/>
            <a:chOff x="6245969" y="-718533"/>
            <a:chExt cx="1812223" cy="831860"/>
          </a:xfrm>
        </p:grpSpPr>
        <p:grpSp>
          <p:nvGrpSpPr>
            <p:cNvPr id="93" name="그룹 92">
              <a:extLst>
                <a:ext uri="{FF2B5EF4-FFF2-40B4-BE49-F238E27FC236}">
                  <a16:creationId xmlns:a16="http://schemas.microsoft.com/office/drawing/2014/main" id="{C743596F-EFB8-0012-8F05-DE80CE34935F}"/>
                </a:ext>
              </a:extLst>
            </p:cNvPr>
            <p:cNvGrpSpPr/>
            <p:nvPr/>
          </p:nvGrpSpPr>
          <p:grpSpPr>
            <a:xfrm>
              <a:off x="6245969" y="-484814"/>
              <a:ext cx="920083" cy="598141"/>
              <a:chOff x="6245969" y="-484814"/>
              <a:chExt cx="920083" cy="598141"/>
            </a:xfrm>
            <a:solidFill>
              <a:schemeClr val="bg1"/>
            </a:solidFill>
          </p:grpSpPr>
          <p:sp>
            <p:nvSpPr>
              <p:cNvPr id="86" name="이등변 삼각형 85">
                <a:extLst>
                  <a:ext uri="{FF2B5EF4-FFF2-40B4-BE49-F238E27FC236}">
                    <a16:creationId xmlns:a16="http://schemas.microsoft.com/office/drawing/2014/main" id="{4FD7E6D4-4D5F-AEE0-500A-E51D231F4D95}"/>
                  </a:ext>
                </a:extLst>
              </p:cNvPr>
              <p:cNvSpPr/>
              <p:nvPr/>
            </p:nvSpPr>
            <p:spPr>
              <a:xfrm rot="12465888">
                <a:off x="6245969" y="-484814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7" name="이등변 삼각형 86">
                <a:extLst>
                  <a:ext uri="{FF2B5EF4-FFF2-40B4-BE49-F238E27FC236}">
                    <a16:creationId xmlns:a16="http://schemas.microsoft.com/office/drawing/2014/main" id="{C9F1BE22-6709-C272-B364-D10F72BF26BD}"/>
                  </a:ext>
                </a:extLst>
              </p:cNvPr>
              <p:cNvSpPr/>
              <p:nvPr/>
            </p:nvSpPr>
            <p:spPr>
              <a:xfrm rot="10800000">
                <a:off x="6271334" y="-285890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8" name="이등변 삼각형 87">
                <a:extLst>
                  <a:ext uri="{FF2B5EF4-FFF2-40B4-BE49-F238E27FC236}">
                    <a16:creationId xmlns:a16="http://schemas.microsoft.com/office/drawing/2014/main" id="{7DA59803-0A45-1255-AE46-FC383E1CF130}"/>
                  </a:ext>
                </a:extLst>
              </p:cNvPr>
              <p:cNvSpPr/>
              <p:nvPr/>
            </p:nvSpPr>
            <p:spPr>
              <a:xfrm rot="9328945">
                <a:off x="6299277" y="-82119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92" name="그룹 91">
              <a:extLst>
                <a:ext uri="{FF2B5EF4-FFF2-40B4-BE49-F238E27FC236}">
                  <a16:creationId xmlns:a16="http://schemas.microsoft.com/office/drawing/2014/main" id="{E54E2888-3336-4BF3-2034-DC7B706430C0}"/>
                </a:ext>
              </a:extLst>
            </p:cNvPr>
            <p:cNvGrpSpPr/>
            <p:nvPr/>
          </p:nvGrpSpPr>
          <p:grpSpPr>
            <a:xfrm>
              <a:off x="7138109" y="-494532"/>
              <a:ext cx="920083" cy="598141"/>
              <a:chOff x="7727226" y="-484814"/>
              <a:chExt cx="920083" cy="598141"/>
            </a:xfrm>
            <a:solidFill>
              <a:schemeClr val="bg1"/>
            </a:solidFill>
          </p:grpSpPr>
          <p:sp>
            <p:nvSpPr>
              <p:cNvPr id="89" name="이등변 삼각형 88">
                <a:extLst>
                  <a:ext uri="{FF2B5EF4-FFF2-40B4-BE49-F238E27FC236}">
                    <a16:creationId xmlns:a16="http://schemas.microsoft.com/office/drawing/2014/main" id="{21E47744-CD4C-310B-EC6B-492D8A5A9621}"/>
                  </a:ext>
                </a:extLst>
              </p:cNvPr>
              <p:cNvSpPr/>
              <p:nvPr/>
            </p:nvSpPr>
            <p:spPr>
              <a:xfrm rot="9134112" flipH="1">
                <a:off x="7727226" y="-484814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0" name="이등변 삼각형 89">
                <a:extLst>
                  <a:ext uri="{FF2B5EF4-FFF2-40B4-BE49-F238E27FC236}">
                    <a16:creationId xmlns:a16="http://schemas.microsoft.com/office/drawing/2014/main" id="{136F7396-AB8A-4DB2-3705-E6A8CA205032}"/>
                  </a:ext>
                </a:extLst>
              </p:cNvPr>
              <p:cNvSpPr/>
              <p:nvPr/>
            </p:nvSpPr>
            <p:spPr>
              <a:xfrm rot="10800000" flipH="1">
                <a:off x="7752591" y="-285890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1" name="이등변 삼각형 90">
                <a:extLst>
                  <a:ext uri="{FF2B5EF4-FFF2-40B4-BE49-F238E27FC236}">
                    <a16:creationId xmlns:a16="http://schemas.microsoft.com/office/drawing/2014/main" id="{939FDB6A-B8FA-0D61-15E3-25A7EB82BECE}"/>
                  </a:ext>
                </a:extLst>
              </p:cNvPr>
              <p:cNvSpPr/>
              <p:nvPr/>
            </p:nvSpPr>
            <p:spPr>
              <a:xfrm rot="12271055" flipH="1">
                <a:off x="7780534" y="-82119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85" name="타원 84">
              <a:extLst>
                <a:ext uri="{FF2B5EF4-FFF2-40B4-BE49-F238E27FC236}">
                  <a16:creationId xmlns:a16="http://schemas.microsoft.com/office/drawing/2014/main" id="{BFB379CA-1908-1124-1D64-767C37B4D95E}"/>
                </a:ext>
              </a:extLst>
            </p:cNvPr>
            <p:cNvSpPr/>
            <p:nvPr/>
          </p:nvSpPr>
          <p:spPr>
            <a:xfrm>
              <a:off x="6894562" y="-458167"/>
              <a:ext cx="540000" cy="54000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5" name="원형: 비어 있음 94">
              <a:extLst>
                <a:ext uri="{FF2B5EF4-FFF2-40B4-BE49-F238E27FC236}">
                  <a16:creationId xmlns:a16="http://schemas.microsoft.com/office/drawing/2014/main" id="{F69C9F14-A5AA-961C-4717-E0E1776F3469}"/>
                </a:ext>
              </a:extLst>
            </p:cNvPr>
            <p:cNvSpPr/>
            <p:nvPr/>
          </p:nvSpPr>
          <p:spPr>
            <a:xfrm>
              <a:off x="6964150" y="-718533"/>
              <a:ext cx="398647" cy="144706"/>
            </a:xfrm>
            <a:prstGeom prst="donu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28" name="원형: 비어 있음 127">
            <a:extLst>
              <a:ext uri="{FF2B5EF4-FFF2-40B4-BE49-F238E27FC236}">
                <a16:creationId xmlns:a16="http://schemas.microsoft.com/office/drawing/2014/main" id="{5064ED7F-74E6-268E-D8C4-C6272FBAEC52}"/>
              </a:ext>
            </a:extLst>
          </p:cNvPr>
          <p:cNvSpPr/>
          <p:nvPr/>
        </p:nvSpPr>
        <p:spPr>
          <a:xfrm>
            <a:off x="4794668" y="3526359"/>
            <a:ext cx="398647" cy="144706"/>
          </a:xfrm>
          <a:prstGeom prst="donu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6A5988A7-20B6-6A73-449B-0CB95DADE996}"/>
              </a:ext>
            </a:extLst>
          </p:cNvPr>
          <p:cNvSpPr txBox="1"/>
          <p:nvPr/>
        </p:nvSpPr>
        <p:spPr>
          <a:xfrm>
            <a:off x="5184112" y="3437620"/>
            <a:ext cx="8851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1</a:t>
            </a:r>
            <a:r>
              <a:rPr lang="ko-KR" altLang="en-US" sz="1400" b="1" dirty="0"/>
              <a:t>개 사용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41A5E550-DD29-FA40-0767-FDA4C46FE4AD}"/>
              </a:ext>
            </a:extLst>
          </p:cNvPr>
          <p:cNvSpPr txBox="1"/>
          <p:nvPr/>
        </p:nvSpPr>
        <p:spPr>
          <a:xfrm>
            <a:off x="5540888" y="4252739"/>
            <a:ext cx="16578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30</a:t>
            </a:r>
            <a:r>
              <a:rPr lang="ko-KR" altLang="en-US" sz="1400" b="1" dirty="0"/>
              <a:t>초 시청 후 부활</a:t>
            </a:r>
          </a:p>
        </p:txBody>
      </p:sp>
      <p:grpSp>
        <p:nvGrpSpPr>
          <p:cNvPr id="138" name="그룹 137">
            <a:extLst>
              <a:ext uri="{FF2B5EF4-FFF2-40B4-BE49-F238E27FC236}">
                <a16:creationId xmlns:a16="http://schemas.microsoft.com/office/drawing/2014/main" id="{E6B355A5-0B4D-2B97-240C-7A262B16FDF6}"/>
              </a:ext>
            </a:extLst>
          </p:cNvPr>
          <p:cNvGrpSpPr/>
          <p:nvPr/>
        </p:nvGrpSpPr>
        <p:grpSpPr>
          <a:xfrm>
            <a:off x="4778133" y="4151474"/>
            <a:ext cx="374200" cy="444975"/>
            <a:chOff x="8229600" y="-189943"/>
            <a:chExt cx="374200" cy="444975"/>
          </a:xfrm>
        </p:grpSpPr>
        <p:sp>
          <p:nvSpPr>
            <p:cNvPr id="132" name="직사각형 131">
              <a:extLst>
                <a:ext uri="{FF2B5EF4-FFF2-40B4-BE49-F238E27FC236}">
                  <a16:creationId xmlns:a16="http://schemas.microsoft.com/office/drawing/2014/main" id="{F1FE2D91-9CD5-6117-6C7A-41FE8D85B303}"/>
                </a:ext>
              </a:extLst>
            </p:cNvPr>
            <p:cNvSpPr/>
            <p:nvPr/>
          </p:nvSpPr>
          <p:spPr>
            <a:xfrm rot="20474838">
              <a:off x="8232325" y="-189943"/>
              <a:ext cx="371475" cy="45719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37" name="그룹 136">
              <a:extLst>
                <a:ext uri="{FF2B5EF4-FFF2-40B4-BE49-F238E27FC236}">
                  <a16:creationId xmlns:a16="http://schemas.microsoft.com/office/drawing/2014/main" id="{70CEC244-5F46-038C-A3E2-174D2B9B9B45}"/>
                </a:ext>
              </a:extLst>
            </p:cNvPr>
            <p:cNvGrpSpPr/>
            <p:nvPr/>
          </p:nvGrpSpPr>
          <p:grpSpPr>
            <a:xfrm>
              <a:off x="8229600" y="-114300"/>
              <a:ext cx="371475" cy="369332"/>
              <a:chOff x="8229600" y="-114300"/>
              <a:chExt cx="371475" cy="369332"/>
            </a:xfrm>
          </p:grpSpPr>
          <p:sp>
            <p:nvSpPr>
              <p:cNvPr id="131" name="직사각형 130">
                <a:extLst>
                  <a:ext uri="{FF2B5EF4-FFF2-40B4-BE49-F238E27FC236}">
                    <a16:creationId xmlns:a16="http://schemas.microsoft.com/office/drawing/2014/main" id="{A964EC38-8D10-C085-2B87-1875C12C31E4}"/>
                  </a:ext>
                </a:extLst>
              </p:cNvPr>
              <p:cNvSpPr/>
              <p:nvPr/>
            </p:nvSpPr>
            <p:spPr>
              <a:xfrm>
                <a:off x="8229600" y="-114300"/>
                <a:ext cx="371475" cy="369332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5" name="직사각형 134">
                <a:extLst>
                  <a:ext uri="{FF2B5EF4-FFF2-40B4-BE49-F238E27FC236}">
                    <a16:creationId xmlns:a16="http://schemas.microsoft.com/office/drawing/2014/main" id="{D136BFC6-E7F3-CEE8-3B46-09C7C5614E73}"/>
                  </a:ext>
                </a:extLst>
              </p:cNvPr>
              <p:cNvSpPr/>
              <p:nvPr/>
            </p:nvSpPr>
            <p:spPr>
              <a:xfrm>
                <a:off x="8229600" y="131391"/>
                <a:ext cx="371475" cy="45719"/>
              </a:xfrm>
              <a:prstGeom prst="rect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6" name="직사각형 135">
                <a:extLst>
                  <a:ext uri="{FF2B5EF4-FFF2-40B4-BE49-F238E27FC236}">
                    <a16:creationId xmlns:a16="http://schemas.microsoft.com/office/drawing/2014/main" id="{4535B1C2-3A2B-CA87-1AE1-91D425E67EC7}"/>
                  </a:ext>
                </a:extLst>
              </p:cNvPr>
              <p:cNvSpPr/>
              <p:nvPr/>
            </p:nvSpPr>
            <p:spPr>
              <a:xfrm>
                <a:off x="8229600" y="17336"/>
                <a:ext cx="371475" cy="45719"/>
              </a:xfrm>
              <a:prstGeom prst="rect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210825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03D21-CA92-9F38-B5FC-B628FD1F0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3B00B959-DC25-F0AF-0991-FA719F386700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2435454-41C2-0461-6359-6B4B13D47EA6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5BFC37C-0970-3D2F-BF51-26E0E94C7D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68EF15C-379C-2BD1-F86A-5AFFAD30698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DF218B8-0AFD-B76E-193D-D5170FCE42F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38BEFA83-5ABA-8824-0AC8-13D08F6D5A6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8E524A8D-58E3-0D1D-E4E3-E334B8E8EE28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5E93C0E-1812-BFAC-E566-7A1580F49870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DE36FE97-5355-802A-3270-579BBC8A843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01D37961-3B90-B42A-F871-644A217A2368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684FEC28-C986-D4D9-D645-F8974B267D9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85D1340C-9CDA-EC9C-C59F-426333CB85A4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B8EDF990-A590-5C32-CCE5-A796228981D5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C5C9BD53-9DA0-0563-62B8-6AE76DC31D10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B349FF38-778E-A07B-F054-8F05F60DF081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3" name="그림 22">
            <a:extLst>
              <a:ext uri="{FF2B5EF4-FFF2-40B4-BE49-F238E27FC236}">
                <a16:creationId xmlns:a16="http://schemas.microsoft.com/office/drawing/2014/main" id="{75D4275F-A903-0DCD-E3E2-5A431002B8D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FD4F6B22-0EEA-37EC-9B4D-01A41156D04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sp>
        <p:nvSpPr>
          <p:cNvPr id="27" name="직사각형 26">
            <a:extLst>
              <a:ext uri="{FF2B5EF4-FFF2-40B4-BE49-F238E27FC236}">
                <a16:creationId xmlns:a16="http://schemas.microsoft.com/office/drawing/2014/main" id="{CCACB4E3-BAEB-7626-95EB-2F4A8DBE91A2}"/>
              </a:ext>
            </a:extLst>
          </p:cNvPr>
          <p:cNvSpPr>
            <a:spLocks/>
          </p:cNvSpPr>
          <p:nvPr/>
        </p:nvSpPr>
        <p:spPr>
          <a:xfrm>
            <a:off x="4476000" y="1233661"/>
            <a:ext cx="3240000" cy="4680000"/>
          </a:xfrm>
          <a:prstGeom prst="rect">
            <a:avLst/>
          </a:prstGeom>
          <a:solidFill>
            <a:srgbClr val="F8E8C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DA9984D-D197-21F5-EA59-B90CB614B3D9}"/>
              </a:ext>
            </a:extLst>
          </p:cNvPr>
          <p:cNvSpPr txBox="1"/>
          <p:nvPr/>
        </p:nvSpPr>
        <p:spPr>
          <a:xfrm>
            <a:off x="5027438" y="2655575"/>
            <a:ext cx="2137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 err="1"/>
              <a:t>부활</a:t>
            </a:r>
            <a:r>
              <a:rPr lang="ko-KR" altLang="en-US" dirty="0" err="1"/>
              <a:t>하시겠습니까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230D29A1-BED6-FE98-44C8-D7215138C9CA}"/>
              </a:ext>
            </a:extLst>
          </p:cNvPr>
          <p:cNvSpPr/>
          <p:nvPr/>
        </p:nvSpPr>
        <p:spPr>
          <a:xfrm>
            <a:off x="5472359" y="4879955"/>
            <a:ext cx="1166712" cy="6286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아니오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FFBA1415-5039-03FB-1E8F-72955ED05AF9}"/>
              </a:ext>
            </a:extLst>
          </p:cNvPr>
          <p:cNvSpPr/>
          <p:nvPr/>
        </p:nvSpPr>
        <p:spPr>
          <a:xfrm>
            <a:off x="5381624" y="4069646"/>
            <a:ext cx="1976355" cy="62865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51152064-0CDC-26A1-69BA-95802D29E3A1}"/>
              </a:ext>
            </a:extLst>
          </p:cNvPr>
          <p:cNvSpPr/>
          <p:nvPr/>
        </p:nvSpPr>
        <p:spPr>
          <a:xfrm>
            <a:off x="6191268" y="3259336"/>
            <a:ext cx="1166712" cy="62865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>
                <a:solidFill>
                  <a:schemeClr val="tx1"/>
                </a:solidFill>
              </a:rPr>
              <a:t>예</a:t>
            </a:r>
          </a:p>
        </p:txBody>
      </p: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CCDC6688-F940-A9E8-33E8-6EC2F642134D}"/>
              </a:ext>
            </a:extLst>
          </p:cNvPr>
          <p:cNvGrpSpPr/>
          <p:nvPr/>
        </p:nvGrpSpPr>
        <p:grpSpPr>
          <a:xfrm>
            <a:off x="5167950" y="1589286"/>
            <a:ext cx="1812223" cy="831860"/>
            <a:chOff x="6245969" y="-718533"/>
            <a:chExt cx="1812223" cy="831860"/>
          </a:xfrm>
        </p:grpSpPr>
        <p:grpSp>
          <p:nvGrpSpPr>
            <p:cNvPr id="93" name="그룹 92">
              <a:extLst>
                <a:ext uri="{FF2B5EF4-FFF2-40B4-BE49-F238E27FC236}">
                  <a16:creationId xmlns:a16="http://schemas.microsoft.com/office/drawing/2014/main" id="{25983BE3-3F05-A946-5CEA-B9A2EA24A444}"/>
                </a:ext>
              </a:extLst>
            </p:cNvPr>
            <p:cNvGrpSpPr/>
            <p:nvPr/>
          </p:nvGrpSpPr>
          <p:grpSpPr>
            <a:xfrm>
              <a:off x="6245969" y="-484814"/>
              <a:ext cx="920083" cy="598141"/>
              <a:chOff x="6245969" y="-484814"/>
              <a:chExt cx="920083" cy="598141"/>
            </a:xfrm>
            <a:solidFill>
              <a:schemeClr val="bg1"/>
            </a:solidFill>
          </p:grpSpPr>
          <p:sp>
            <p:nvSpPr>
              <p:cNvPr id="86" name="이등변 삼각형 85">
                <a:extLst>
                  <a:ext uri="{FF2B5EF4-FFF2-40B4-BE49-F238E27FC236}">
                    <a16:creationId xmlns:a16="http://schemas.microsoft.com/office/drawing/2014/main" id="{EB098C10-230D-1D9C-7E04-E12BA11A62F5}"/>
                  </a:ext>
                </a:extLst>
              </p:cNvPr>
              <p:cNvSpPr/>
              <p:nvPr/>
            </p:nvSpPr>
            <p:spPr>
              <a:xfrm rot="12465888">
                <a:off x="6245969" y="-484814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7" name="이등변 삼각형 86">
                <a:extLst>
                  <a:ext uri="{FF2B5EF4-FFF2-40B4-BE49-F238E27FC236}">
                    <a16:creationId xmlns:a16="http://schemas.microsoft.com/office/drawing/2014/main" id="{0B648D5D-505C-9F4E-87DD-C9EEE1BDF2E9}"/>
                  </a:ext>
                </a:extLst>
              </p:cNvPr>
              <p:cNvSpPr/>
              <p:nvPr/>
            </p:nvSpPr>
            <p:spPr>
              <a:xfrm rot="10800000">
                <a:off x="6271334" y="-285890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8" name="이등변 삼각형 87">
                <a:extLst>
                  <a:ext uri="{FF2B5EF4-FFF2-40B4-BE49-F238E27FC236}">
                    <a16:creationId xmlns:a16="http://schemas.microsoft.com/office/drawing/2014/main" id="{E03E117E-9761-2634-B245-2D2E28630724}"/>
                  </a:ext>
                </a:extLst>
              </p:cNvPr>
              <p:cNvSpPr/>
              <p:nvPr/>
            </p:nvSpPr>
            <p:spPr>
              <a:xfrm rot="9328945">
                <a:off x="6299277" y="-82119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92" name="그룹 91">
              <a:extLst>
                <a:ext uri="{FF2B5EF4-FFF2-40B4-BE49-F238E27FC236}">
                  <a16:creationId xmlns:a16="http://schemas.microsoft.com/office/drawing/2014/main" id="{A95D24C4-EAE3-7D24-26F8-6329CC74A88D}"/>
                </a:ext>
              </a:extLst>
            </p:cNvPr>
            <p:cNvGrpSpPr/>
            <p:nvPr/>
          </p:nvGrpSpPr>
          <p:grpSpPr>
            <a:xfrm>
              <a:off x="7138109" y="-494532"/>
              <a:ext cx="920083" cy="598141"/>
              <a:chOff x="7727226" y="-484814"/>
              <a:chExt cx="920083" cy="598141"/>
            </a:xfrm>
            <a:solidFill>
              <a:schemeClr val="bg1"/>
            </a:solidFill>
          </p:grpSpPr>
          <p:sp>
            <p:nvSpPr>
              <p:cNvPr id="89" name="이등변 삼각형 88">
                <a:extLst>
                  <a:ext uri="{FF2B5EF4-FFF2-40B4-BE49-F238E27FC236}">
                    <a16:creationId xmlns:a16="http://schemas.microsoft.com/office/drawing/2014/main" id="{743FED71-1D0F-FF56-DEB5-E1D7B6AC5D6F}"/>
                  </a:ext>
                </a:extLst>
              </p:cNvPr>
              <p:cNvSpPr/>
              <p:nvPr/>
            </p:nvSpPr>
            <p:spPr>
              <a:xfrm rot="9134112" flipH="1">
                <a:off x="7727226" y="-484814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0" name="이등변 삼각형 89">
                <a:extLst>
                  <a:ext uri="{FF2B5EF4-FFF2-40B4-BE49-F238E27FC236}">
                    <a16:creationId xmlns:a16="http://schemas.microsoft.com/office/drawing/2014/main" id="{8016ADED-3824-F4CA-B344-EF6B59F65559}"/>
                  </a:ext>
                </a:extLst>
              </p:cNvPr>
              <p:cNvSpPr/>
              <p:nvPr/>
            </p:nvSpPr>
            <p:spPr>
              <a:xfrm rot="10800000" flipH="1">
                <a:off x="7752591" y="-285890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1" name="이등변 삼각형 90">
                <a:extLst>
                  <a:ext uri="{FF2B5EF4-FFF2-40B4-BE49-F238E27FC236}">
                    <a16:creationId xmlns:a16="http://schemas.microsoft.com/office/drawing/2014/main" id="{A39260AC-D045-9B90-FC16-4AA9B285F542}"/>
                  </a:ext>
                </a:extLst>
              </p:cNvPr>
              <p:cNvSpPr/>
              <p:nvPr/>
            </p:nvSpPr>
            <p:spPr>
              <a:xfrm rot="12271055" flipH="1">
                <a:off x="7780534" y="-82119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85" name="타원 84">
              <a:extLst>
                <a:ext uri="{FF2B5EF4-FFF2-40B4-BE49-F238E27FC236}">
                  <a16:creationId xmlns:a16="http://schemas.microsoft.com/office/drawing/2014/main" id="{4F9E7753-14F5-48EE-97EA-A925E198B9DF}"/>
                </a:ext>
              </a:extLst>
            </p:cNvPr>
            <p:cNvSpPr/>
            <p:nvPr/>
          </p:nvSpPr>
          <p:spPr>
            <a:xfrm>
              <a:off x="6894562" y="-458167"/>
              <a:ext cx="540000" cy="54000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5" name="원형: 비어 있음 94">
              <a:extLst>
                <a:ext uri="{FF2B5EF4-FFF2-40B4-BE49-F238E27FC236}">
                  <a16:creationId xmlns:a16="http://schemas.microsoft.com/office/drawing/2014/main" id="{598C875C-C167-6F5B-AB28-B0E9CA51B8D8}"/>
                </a:ext>
              </a:extLst>
            </p:cNvPr>
            <p:cNvSpPr/>
            <p:nvPr/>
          </p:nvSpPr>
          <p:spPr>
            <a:xfrm>
              <a:off x="6964150" y="-718533"/>
              <a:ext cx="398647" cy="144706"/>
            </a:xfrm>
            <a:prstGeom prst="donu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28" name="원형: 비어 있음 127">
            <a:extLst>
              <a:ext uri="{FF2B5EF4-FFF2-40B4-BE49-F238E27FC236}">
                <a16:creationId xmlns:a16="http://schemas.microsoft.com/office/drawing/2014/main" id="{57A7300A-F871-F205-350A-64E001DCE75D}"/>
              </a:ext>
            </a:extLst>
          </p:cNvPr>
          <p:cNvSpPr/>
          <p:nvPr/>
        </p:nvSpPr>
        <p:spPr>
          <a:xfrm>
            <a:off x="4794668" y="3526359"/>
            <a:ext cx="398647" cy="144706"/>
          </a:xfrm>
          <a:prstGeom prst="donu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5B372438-8C64-96BB-E56B-2F9F27B3F68E}"/>
              </a:ext>
            </a:extLst>
          </p:cNvPr>
          <p:cNvSpPr txBox="1"/>
          <p:nvPr/>
        </p:nvSpPr>
        <p:spPr>
          <a:xfrm>
            <a:off x="5184112" y="3437620"/>
            <a:ext cx="8851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1</a:t>
            </a:r>
            <a:r>
              <a:rPr lang="ko-KR" altLang="en-US" sz="1400" b="1" dirty="0"/>
              <a:t>개 사용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092D888B-0E18-8B0E-C51F-E156D410BB17}"/>
              </a:ext>
            </a:extLst>
          </p:cNvPr>
          <p:cNvSpPr txBox="1"/>
          <p:nvPr/>
        </p:nvSpPr>
        <p:spPr>
          <a:xfrm>
            <a:off x="5540888" y="4252739"/>
            <a:ext cx="16578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30</a:t>
            </a:r>
            <a:r>
              <a:rPr lang="ko-KR" altLang="en-US" sz="1400" b="1" dirty="0"/>
              <a:t>초 시청 후 부활</a:t>
            </a:r>
          </a:p>
        </p:txBody>
      </p:sp>
      <p:grpSp>
        <p:nvGrpSpPr>
          <p:cNvPr id="138" name="그룹 137">
            <a:extLst>
              <a:ext uri="{FF2B5EF4-FFF2-40B4-BE49-F238E27FC236}">
                <a16:creationId xmlns:a16="http://schemas.microsoft.com/office/drawing/2014/main" id="{ECD65BF0-2C59-3607-D47A-52797097EA80}"/>
              </a:ext>
            </a:extLst>
          </p:cNvPr>
          <p:cNvGrpSpPr/>
          <p:nvPr/>
        </p:nvGrpSpPr>
        <p:grpSpPr>
          <a:xfrm>
            <a:off x="4778133" y="4151474"/>
            <a:ext cx="374200" cy="444975"/>
            <a:chOff x="8229600" y="-189943"/>
            <a:chExt cx="374200" cy="444975"/>
          </a:xfrm>
        </p:grpSpPr>
        <p:sp>
          <p:nvSpPr>
            <p:cNvPr id="132" name="직사각형 131">
              <a:extLst>
                <a:ext uri="{FF2B5EF4-FFF2-40B4-BE49-F238E27FC236}">
                  <a16:creationId xmlns:a16="http://schemas.microsoft.com/office/drawing/2014/main" id="{40C37030-1B02-9137-12E4-8971F129302B}"/>
                </a:ext>
              </a:extLst>
            </p:cNvPr>
            <p:cNvSpPr/>
            <p:nvPr/>
          </p:nvSpPr>
          <p:spPr>
            <a:xfrm rot="20474838">
              <a:off x="8232325" y="-189943"/>
              <a:ext cx="371475" cy="45719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37" name="그룹 136">
              <a:extLst>
                <a:ext uri="{FF2B5EF4-FFF2-40B4-BE49-F238E27FC236}">
                  <a16:creationId xmlns:a16="http://schemas.microsoft.com/office/drawing/2014/main" id="{45FCB1D4-BA71-C66A-829F-5069409DE799}"/>
                </a:ext>
              </a:extLst>
            </p:cNvPr>
            <p:cNvGrpSpPr/>
            <p:nvPr/>
          </p:nvGrpSpPr>
          <p:grpSpPr>
            <a:xfrm>
              <a:off x="8229600" y="-114300"/>
              <a:ext cx="371475" cy="369332"/>
              <a:chOff x="8229600" y="-114300"/>
              <a:chExt cx="371475" cy="369332"/>
            </a:xfrm>
          </p:grpSpPr>
          <p:sp>
            <p:nvSpPr>
              <p:cNvPr id="131" name="직사각형 130">
                <a:extLst>
                  <a:ext uri="{FF2B5EF4-FFF2-40B4-BE49-F238E27FC236}">
                    <a16:creationId xmlns:a16="http://schemas.microsoft.com/office/drawing/2014/main" id="{79407385-ABD1-D329-8627-B07D7018CAA9}"/>
                  </a:ext>
                </a:extLst>
              </p:cNvPr>
              <p:cNvSpPr/>
              <p:nvPr/>
            </p:nvSpPr>
            <p:spPr>
              <a:xfrm>
                <a:off x="8229600" y="-114300"/>
                <a:ext cx="371475" cy="369332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5" name="직사각형 134">
                <a:extLst>
                  <a:ext uri="{FF2B5EF4-FFF2-40B4-BE49-F238E27FC236}">
                    <a16:creationId xmlns:a16="http://schemas.microsoft.com/office/drawing/2014/main" id="{D6929E44-7462-BE35-627A-DB7712A64546}"/>
                  </a:ext>
                </a:extLst>
              </p:cNvPr>
              <p:cNvSpPr/>
              <p:nvPr/>
            </p:nvSpPr>
            <p:spPr>
              <a:xfrm>
                <a:off x="8229600" y="131391"/>
                <a:ext cx="371475" cy="45719"/>
              </a:xfrm>
              <a:prstGeom prst="rect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6" name="직사각형 135">
                <a:extLst>
                  <a:ext uri="{FF2B5EF4-FFF2-40B4-BE49-F238E27FC236}">
                    <a16:creationId xmlns:a16="http://schemas.microsoft.com/office/drawing/2014/main" id="{39D61019-A674-1658-45B6-C39B0E79BEC0}"/>
                  </a:ext>
                </a:extLst>
              </p:cNvPr>
              <p:cNvSpPr/>
              <p:nvPr/>
            </p:nvSpPr>
            <p:spPr>
              <a:xfrm>
                <a:off x="8229600" y="17336"/>
                <a:ext cx="371475" cy="45719"/>
              </a:xfrm>
              <a:prstGeom prst="rect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2E733F48-0F01-3959-F49D-38EFF37AAC7F}"/>
              </a:ext>
            </a:extLst>
          </p:cNvPr>
          <p:cNvCxnSpPr>
            <a:cxnSpLocks/>
            <a:stCxn id="84" idx="3"/>
            <a:endCxn id="28" idx="1"/>
          </p:cNvCxnSpPr>
          <p:nvPr/>
        </p:nvCxnSpPr>
        <p:spPr>
          <a:xfrm>
            <a:off x="7357980" y="3573661"/>
            <a:ext cx="42164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2B5EEA04-4017-2863-6835-E6F19F01D872}"/>
              </a:ext>
            </a:extLst>
          </p:cNvPr>
          <p:cNvCxnSpPr>
            <a:cxnSpLocks/>
            <a:stCxn id="81" idx="3"/>
            <a:endCxn id="41" idx="1"/>
          </p:cNvCxnSpPr>
          <p:nvPr/>
        </p:nvCxnSpPr>
        <p:spPr>
          <a:xfrm flipV="1">
            <a:off x="7357979" y="4379606"/>
            <a:ext cx="4216401" cy="43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8E4F4393-9763-F120-92E2-BDF817BED13F}"/>
              </a:ext>
            </a:extLst>
          </p:cNvPr>
          <p:cNvCxnSpPr>
            <a:cxnSpLocks/>
            <a:stCxn id="72" idx="3"/>
            <a:endCxn id="42" idx="1"/>
          </p:cNvCxnSpPr>
          <p:nvPr/>
        </p:nvCxnSpPr>
        <p:spPr>
          <a:xfrm flipV="1">
            <a:off x="6639071" y="5191318"/>
            <a:ext cx="4935310" cy="29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97D81935-EF52-2012-1225-DB01D31E49BC}"/>
              </a:ext>
            </a:extLst>
          </p:cNvPr>
          <p:cNvSpPr txBox="1"/>
          <p:nvPr/>
        </p:nvSpPr>
        <p:spPr>
          <a:xfrm>
            <a:off x="11574381" y="3388995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소모품 부활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7BDB663-6E42-3469-8F77-4574A90A445E}"/>
              </a:ext>
            </a:extLst>
          </p:cNvPr>
          <p:cNvSpPr txBox="1"/>
          <p:nvPr/>
        </p:nvSpPr>
        <p:spPr>
          <a:xfrm>
            <a:off x="11574380" y="4194940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광고 부활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7DE7C6-33D8-D840-0716-DDA2007CE80E}"/>
              </a:ext>
            </a:extLst>
          </p:cNvPr>
          <p:cNvSpPr txBox="1"/>
          <p:nvPr/>
        </p:nvSpPr>
        <p:spPr>
          <a:xfrm>
            <a:off x="11574381" y="5006652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게임 오버</a:t>
            </a:r>
          </a:p>
        </p:txBody>
      </p:sp>
    </p:spTree>
    <p:extLst>
      <p:ext uri="{BB962C8B-B14F-4D97-AF65-F5344CB8AC3E}">
        <p14:creationId xmlns:p14="http://schemas.microsoft.com/office/powerpoint/2010/main" val="32612480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03D21-CA92-9F38-B5FC-B628FD1F0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3B00B959-DC25-F0AF-0991-FA719F386700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2435454-41C2-0461-6359-6B4B13D47EA6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5BFC37C-0970-3D2F-BF51-26E0E94C7D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68EF15C-379C-2BD1-F86A-5AFFAD30698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DF218B8-0AFD-B76E-193D-D5170FCE42F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38BEFA83-5ABA-8824-0AC8-13D08F6D5A6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8E524A8D-58E3-0D1D-E4E3-E334B8E8EE28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5E93C0E-1812-BFAC-E566-7A1580F49870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DE36FE97-5355-802A-3270-579BBC8A843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01D37961-3B90-B42A-F871-644A217A2368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684FEC28-C986-D4D9-D645-F8974B267D9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85D1340C-9CDA-EC9C-C59F-426333CB85A4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B8EDF990-A590-5C32-CCE5-A796228981D5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C5C9BD53-9DA0-0563-62B8-6AE76DC31D10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B349FF38-778E-A07B-F054-8F05F60DF081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3" name="그림 22">
            <a:extLst>
              <a:ext uri="{FF2B5EF4-FFF2-40B4-BE49-F238E27FC236}">
                <a16:creationId xmlns:a16="http://schemas.microsoft.com/office/drawing/2014/main" id="{75D4275F-A903-0DCD-E3E2-5A431002B8D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FD4F6B22-0EEA-37EC-9B4D-01A41156D04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grpSp>
        <p:nvGrpSpPr>
          <p:cNvPr id="82" name="그룹 81">
            <a:extLst>
              <a:ext uri="{FF2B5EF4-FFF2-40B4-BE49-F238E27FC236}">
                <a16:creationId xmlns:a16="http://schemas.microsoft.com/office/drawing/2014/main" id="{263E5D31-6651-4F85-D7DF-BE2A86FEBE33}"/>
              </a:ext>
            </a:extLst>
          </p:cNvPr>
          <p:cNvGrpSpPr/>
          <p:nvPr/>
        </p:nvGrpSpPr>
        <p:grpSpPr>
          <a:xfrm>
            <a:off x="2309063" y="1229889"/>
            <a:ext cx="7573873" cy="4687543"/>
            <a:chOff x="2092365" y="1229889"/>
            <a:chExt cx="7573873" cy="4687543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02DA4432-726C-C5E8-51C4-3C823FF5B408}"/>
                </a:ext>
              </a:extLst>
            </p:cNvPr>
            <p:cNvSpPr/>
            <p:nvPr/>
          </p:nvSpPr>
          <p:spPr>
            <a:xfrm>
              <a:off x="2092365" y="1229889"/>
              <a:ext cx="7573873" cy="468754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C5F57D7-3C04-C982-8E5B-B07A23F26108}"/>
                </a:ext>
              </a:extLst>
            </p:cNvPr>
            <p:cNvSpPr txBox="1"/>
            <p:nvPr/>
          </p:nvSpPr>
          <p:spPr>
            <a:xfrm>
              <a:off x="4087785" y="1443739"/>
              <a:ext cx="3583032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just"/>
              <a:r>
                <a:rPr lang="en-US" altLang="ko-KR" sz="4000" b="1" dirty="0"/>
                <a:t>GAME   OVER</a:t>
              </a:r>
              <a:endParaRPr lang="ko-KR" altLang="en-US" sz="4000" b="1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01F75C1-2C63-2AE4-FF5E-341E96AE6F1F}"/>
                </a:ext>
              </a:extLst>
            </p:cNvPr>
            <p:cNvSpPr txBox="1"/>
            <p:nvPr/>
          </p:nvSpPr>
          <p:spPr>
            <a:xfrm>
              <a:off x="4654447" y="4476096"/>
              <a:ext cx="24497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다시 시작하겠습니까</a:t>
              </a:r>
              <a:r>
                <a:rPr lang="en-US" altLang="ko-KR" dirty="0"/>
                <a:t>?</a:t>
              </a:r>
              <a:endParaRPr lang="ko-KR" altLang="en-US" dirty="0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9697B770-0F19-DD4C-2E16-07D72BAEBBF9}"/>
                </a:ext>
              </a:extLst>
            </p:cNvPr>
            <p:cNvSpPr/>
            <p:nvPr/>
          </p:nvSpPr>
          <p:spPr>
            <a:xfrm>
              <a:off x="6300882" y="5134453"/>
              <a:ext cx="1606550" cy="50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2448B6EC-6A85-3B50-3806-F30266C17ADB}"/>
                </a:ext>
              </a:extLst>
            </p:cNvPr>
            <p:cNvSpPr/>
            <p:nvPr/>
          </p:nvSpPr>
          <p:spPr>
            <a:xfrm>
              <a:off x="3851172" y="5134453"/>
              <a:ext cx="1606550" cy="508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A2A5F01-488B-65AA-75D0-8ED006CED45C}"/>
                </a:ext>
              </a:extLst>
            </p:cNvPr>
            <p:cNvSpPr txBox="1"/>
            <p:nvPr/>
          </p:nvSpPr>
          <p:spPr>
            <a:xfrm>
              <a:off x="6896408" y="5203787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네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CA316EE-A211-5561-5E82-E8B122294249}"/>
                </a:ext>
              </a:extLst>
            </p:cNvPr>
            <p:cNvSpPr txBox="1"/>
            <p:nvPr/>
          </p:nvSpPr>
          <p:spPr>
            <a:xfrm>
              <a:off x="4215865" y="5203787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아니요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B76E1F3-09BD-5668-16BA-0B92D3299F46}"/>
                </a:ext>
              </a:extLst>
            </p:cNvPr>
            <p:cNvSpPr txBox="1"/>
            <p:nvPr/>
          </p:nvSpPr>
          <p:spPr>
            <a:xfrm>
              <a:off x="2578100" y="2512015"/>
              <a:ext cx="114486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처치 몬스터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E91364F-841B-46A3-7D9F-48022962CDF7}"/>
                </a:ext>
              </a:extLst>
            </p:cNvPr>
            <p:cNvSpPr txBox="1"/>
            <p:nvPr/>
          </p:nvSpPr>
          <p:spPr>
            <a:xfrm>
              <a:off x="2578100" y="2838670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생존 시간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3961519-49A5-3CA3-2398-1C57926E90AB}"/>
                </a:ext>
              </a:extLst>
            </p:cNvPr>
            <p:cNvSpPr txBox="1"/>
            <p:nvPr/>
          </p:nvSpPr>
          <p:spPr>
            <a:xfrm>
              <a:off x="2578100" y="3146447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달성 레벨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B5D6025-B9D8-8674-5BD7-02EC3D9FE6EA}"/>
                </a:ext>
              </a:extLst>
            </p:cNvPr>
            <p:cNvSpPr txBox="1"/>
            <p:nvPr/>
          </p:nvSpPr>
          <p:spPr>
            <a:xfrm>
              <a:off x="2578100" y="3460398"/>
              <a:ext cx="207460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획득 유물</a:t>
              </a:r>
              <a:r>
                <a:rPr lang="en-US" altLang="ko-KR" sz="1400" dirty="0"/>
                <a:t> /</a:t>
              </a:r>
              <a:r>
                <a:rPr lang="ko-KR" altLang="en-US" sz="1400" dirty="0"/>
                <a:t> 증강 </a:t>
              </a:r>
              <a:r>
                <a:rPr lang="en-US" altLang="ko-KR" sz="1400" dirty="0"/>
                <a:t>/ </a:t>
              </a:r>
              <a:r>
                <a:rPr lang="ko-KR" altLang="en-US" sz="1400" dirty="0"/>
                <a:t>스킬</a:t>
              </a:r>
            </a:p>
          </p:txBody>
        </p:sp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6B0CB882-4579-9F1B-AF7B-51F39173B34C}"/>
                </a:ext>
              </a:extLst>
            </p:cNvPr>
            <p:cNvSpPr/>
            <p:nvPr/>
          </p:nvSpPr>
          <p:spPr>
            <a:xfrm>
              <a:off x="263818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5" name="사각형: 둥근 모서리 34">
              <a:extLst>
                <a:ext uri="{FF2B5EF4-FFF2-40B4-BE49-F238E27FC236}">
                  <a16:creationId xmlns:a16="http://schemas.microsoft.com/office/drawing/2014/main" id="{D25D5890-14D8-AEC5-8916-7298069E1C8A}"/>
                </a:ext>
              </a:extLst>
            </p:cNvPr>
            <p:cNvSpPr/>
            <p:nvPr/>
          </p:nvSpPr>
          <p:spPr>
            <a:xfrm>
              <a:off x="2922771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D38F7E22-2ED1-2243-3918-B2B5DB87C8E0}"/>
                </a:ext>
              </a:extLst>
            </p:cNvPr>
            <p:cNvSpPr/>
            <p:nvPr/>
          </p:nvSpPr>
          <p:spPr>
            <a:xfrm>
              <a:off x="320506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A52E51C5-717E-CBB4-0E1A-833C495F6B50}"/>
                </a:ext>
              </a:extLst>
            </p:cNvPr>
            <p:cNvSpPr/>
            <p:nvPr/>
          </p:nvSpPr>
          <p:spPr>
            <a:xfrm>
              <a:off x="348734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5C1FE25E-1801-F7E7-BE80-B34A8446F68D}"/>
                </a:ext>
              </a:extLst>
            </p:cNvPr>
            <p:cNvSpPr/>
            <p:nvPr/>
          </p:nvSpPr>
          <p:spPr>
            <a:xfrm>
              <a:off x="377391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75A0544C-3489-98E7-C83E-07259A19AED3}"/>
                </a:ext>
              </a:extLst>
            </p:cNvPr>
            <p:cNvSpPr/>
            <p:nvPr/>
          </p:nvSpPr>
          <p:spPr>
            <a:xfrm>
              <a:off x="405851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D2CF6B56-8D6C-AB13-98FE-A1B9902573A7}"/>
                </a:ext>
              </a:extLst>
            </p:cNvPr>
            <p:cNvSpPr/>
            <p:nvPr/>
          </p:nvSpPr>
          <p:spPr>
            <a:xfrm>
              <a:off x="434079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B2908D18-0B10-4F04-8B16-401E82F52D5F}"/>
                </a:ext>
              </a:extLst>
            </p:cNvPr>
            <p:cNvSpPr/>
            <p:nvPr/>
          </p:nvSpPr>
          <p:spPr>
            <a:xfrm>
              <a:off x="4623088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69124394-4FA6-993D-C144-77780049773B}"/>
                </a:ext>
              </a:extLst>
            </p:cNvPr>
            <p:cNvSpPr/>
            <p:nvPr/>
          </p:nvSpPr>
          <p:spPr>
            <a:xfrm>
              <a:off x="491374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EC875847-9691-C79E-9B00-6CD83C2FEEC8}"/>
                </a:ext>
              </a:extLst>
            </p:cNvPr>
            <p:cNvSpPr/>
            <p:nvPr/>
          </p:nvSpPr>
          <p:spPr>
            <a:xfrm>
              <a:off x="5198331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40815743-F09C-8168-54C9-C2222F3312BD}"/>
                </a:ext>
              </a:extLst>
            </p:cNvPr>
            <p:cNvSpPr/>
            <p:nvPr/>
          </p:nvSpPr>
          <p:spPr>
            <a:xfrm>
              <a:off x="548062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F09C6A6A-567B-3DB2-D642-5FDA8A898218}"/>
                </a:ext>
              </a:extLst>
            </p:cNvPr>
            <p:cNvSpPr/>
            <p:nvPr/>
          </p:nvSpPr>
          <p:spPr>
            <a:xfrm>
              <a:off x="576290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2F052A4E-3F70-9EC2-FB08-DF0598540DC8}"/>
                </a:ext>
              </a:extLst>
            </p:cNvPr>
            <p:cNvSpPr/>
            <p:nvPr/>
          </p:nvSpPr>
          <p:spPr>
            <a:xfrm>
              <a:off x="605491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65858A85-36B1-0285-EE7E-227BA7C625DA}"/>
                </a:ext>
              </a:extLst>
            </p:cNvPr>
            <p:cNvSpPr/>
            <p:nvPr/>
          </p:nvSpPr>
          <p:spPr>
            <a:xfrm>
              <a:off x="633719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6007BCFE-F23A-F15F-1CF8-CE90C75E26DA}"/>
                </a:ext>
              </a:extLst>
            </p:cNvPr>
            <p:cNvSpPr/>
            <p:nvPr/>
          </p:nvSpPr>
          <p:spPr>
            <a:xfrm>
              <a:off x="6619488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331B22C5-2D3C-B59A-98C1-3133CA20CA71}"/>
                </a:ext>
              </a:extLst>
            </p:cNvPr>
            <p:cNvSpPr/>
            <p:nvPr/>
          </p:nvSpPr>
          <p:spPr>
            <a:xfrm>
              <a:off x="691014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0038476A-184F-DB48-B22E-660102A1DF81}"/>
                </a:ext>
              </a:extLst>
            </p:cNvPr>
            <p:cNvSpPr/>
            <p:nvPr/>
          </p:nvSpPr>
          <p:spPr>
            <a:xfrm>
              <a:off x="7194731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B8714BEA-9E89-3A06-E5D9-8B0788F2BE4D}"/>
                </a:ext>
              </a:extLst>
            </p:cNvPr>
            <p:cNvSpPr/>
            <p:nvPr/>
          </p:nvSpPr>
          <p:spPr>
            <a:xfrm>
              <a:off x="747702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2" name="사각형: 둥근 모서리 51">
              <a:extLst>
                <a:ext uri="{FF2B5EF4-FFF2-40B4-BE49-F238E27FC236}">
                  <a16:creationId xmlns:a16="http://schemas.microsoft.com/office/drawing/2014/main" id="{78C364BE-CB4A-FD64-410A-700FF2C157DB}"/>
                </a:ext>
              </a:extLst>
            </p:cNvPr>
            <p:cNvSpPr/>
            <p:nvPr/>
          </p:nvSpPr>
          <p:spPr>
            <a:xfrm>
              <a:off x="775930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F9B73EBA-5E81-7395-83AF-DC13B0E21C02}"/>
                </a:ext>
              </a:extLst>
            </p:cNvPr>
            <p:cNvSpPr/>
            <p:nvPr/>
          </p:nvSpPr>
          <p:spPr>
            <a:xfrm>
              <a:off x="263818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A4A754A6-B2C9-0DDE-5240-DAFF257C4BE4}"/>
                </a:ext>
              </a:extLst>
            </p:cNvPr>
            <p:cNvSpPr/>
            <p:nvPr/>
          </p:nvSpPr>
          <p:spPr>
            <a:xfrm>
              <a:off x="2922771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C191506D-5C9E-B0F3-4760-7DC61CB27D1C}"/>
                </a:ext>
              </a:extLst>
            </p:cNvPr>
            <p:cNvSpPr/>
            <p:nvPr/>
          </p:nvSpPr>
          <p:spPr>
            <a:xfrm>
              <a:off x="320506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EDAB6989-6514-6EE7-D1AB-98E8AED25281}"/>
                </a:ext>
              </a:extLst>
            </p:cNvPr>
            <p:cNvSpPr/>
            <p:nvPr/>
          </p:nvSpPr>
          <p:spPr>
            <a:xfrm>
              <a:off x="348734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5B644A31-A157-AA0A-7F19-1124F970847B}"/>
                </a:ext>
              </a:extLst>
            </p:cNvPr>
            <p:cNvSpPr/>
            <p:nvPr/>
          </p:nvSpPr>
          <p:spPr>
            <a:xfrm>
              <a:off x="377391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FEDCD035-12DD-B609-A497-860F2FCFE2A6}"/>
                </a:ext>
              </a:extLst>
            </p:cNvPr>
            <p:cNvSpPr/>
            <p:nvPr/>
          </p:nvSpPr>
          <p:spPr>
            <a:xfrm>
              <a:off x="405851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16F9E047-A927-31B4-F740-128ACFCB4F0B}"/>
                </a:ext>
              </a:extLst>
            </p:cNvPr>
            <p:cNvSpPr/>
            <p:nvPr/>
          </p:nvSpPr>
          <p:spPr>
            <a:xfrm>
              <a:off x="434079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1" name="사각형: 둥근 모서리 60">
              <a:extLst>
                <a:ext uri="{FF2B5EF4-FFF2-40B4-BE49-F238E27FC236}">
                  <a16:creationId xmlns:a16="http://schemas.microsoft.com/office/drawing/2014/main" id="{72A04366-0720-D255-7540-0C40EA81C4C8}"/>
                </a:ext>
              </a:extLst>
            </p:cNvPr>
            <p:cNvSpPr/>
            <p:nvPr/>
          </p:nvSpPr>
          <p:spPr>
            <a:xfrm>
              <a:off x="4623088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6362F967-37E8-97BA-01CC-F659DAFA5300}"/>
                </a:ext>
              </a:extLst>
            </p:cNvPr>
            <p:cNvSpPr/>
            <p:nvPr/>
          </p:nvSpPr>
          <p:spPr>
            <a:xfrm>
              <a:off x="491374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BB1BBCD8-B073-813A-949D-AC5F48D0579E}"/>
                </a:ext>
              </a:extLst>
            </p:cNvPr>
            <p:cNvSpPr/>
            <p:nvPr/>
          </p:nvSpPr>
          <p:spPr>
            <a:xfrm>
              <a:off x="5198331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F5603FB3-CDB5-C4D3-1520-0D2C40D67565}"/>
                </a:ext>
              </a:extLst>
            </p:cNvPr>
            <p:cNvSpPr/>
            <p:nvPr/>
          </p:nvSpPr>
          <p:spPr>
            <a:xfrm>
              <a:off x="548062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D9C5A0A9-09FF-AA91-FE71-88F584B70776}"/>
                </a:ext>
              </a:extLst>
            </p:cNvPr>
            <p:cNvSpPr/>
            <p:nvPr/>
          </p:nvSpPr>
          <p:spPr>
            <a:xfrm>
              <a:off x="576290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6" name="사각형: 둥근 모서리 65">
              <a:extLst>
                <a:ext uri="{FF2B5EF4-FFF2-40B4-BE49-F238E27FC236}">
                  <a16:creationId xmlns:a16="http://schemas.microsoft.com/office/drawing/2014/main" id="{584F0BB8-B0AE-6D76-4DF2-717845F7B032}"/>
                </a:ext>
              </a:extLst>
            </p:cNvPr>
            <p:cNvSpPr/>
            <p:nvPr/>
          </p:nvSpPr>
          <p:spPr>
            <a:xfrm>
              <a:off x="605491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7" name="사각형: 둥근 모서리 66">
              <a:extLst>
                <a:ext uri="{FF2B5EF4-FFF2-40B4-BE49-F238E27FC236}">
                  <a16:creationId xmlns:a16="http://schemas.microsoft.com/office/drawing/2014/main" id="{7300B051-D129-DB8B-794F-9A5D7EDF9AE6}"/>
                </a:ext>
              </a:extLst>
            </p:cNvPr>
            <p:cNvSpPr/>
            <p:nvPr/>
          </p:nvSpPr>
          <p:spPr>
            <a:xfrm>
              <a:off x="633719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416A230A-8EE2-1906-06C2-DD0CD31DA047}"/>
                </a:ext>
              </a:extLst>
            </p:cNvPr>
            <p:cNvSpPr/>
            <p:nvPr/>
          </p:nvSpPr>
          <p:spPr>
            <a:xfrm>
              <a:off x="6619488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8A5D3EA3-DE41-B09A-4CB4-4BEC0C89EF6A}"/>
                </a:ext>
              </a:extLst>
            </p:cNvPr>
            <p:cNvSpPr/>
            <p:nvPr/>
          </p:nvSpPr>
          <p:spPr>
            <a:xfrm>
              <a:off x="691014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6AF4ACD3-AD24-AA0D-AD9F-AE8635B98EEE}"/>
                </a:ext>
              </a:extLst>
            </p:cNvPr>
            <p:cNvSpPr/>
            <p:nvPr/>
          </p:nvSpPr>
          <p:spPr>
            <a:xfrm>
              <a:off x="7194731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0D20B56C-79C1-E9E5-46E7-927B5A4F26B8}"/>
                </a:ext>
              </a:extLst>
            </p:cNvPr>
            <p:cNvSpPr txBox="1"/>
            <p:nvPr/>
          </p:nvSpPr>
          <p:spPr>
            <a:xfrm>
              <a:off x="3987427" y="2512015"/>
              <a:ext cx="100380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1000 </a:t>
              </a:r>
              <a:r>
                <a:rPr lang="ko-KR" altLang="en-US" sz="1400" dirty="0"/>
                <a:t>마리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46E60A90-AD01-4C6F-A8E0-83A2BEB17879}"/>
                </a:ext>
              </a:extLst>
            </p:cNvPr>
            <p:cNvSpPr txBox="1"/>
            <p:nvPr/>
          </p:nvSpPr>
          <p:spPr>
            <a:xfrm>
              <a:off x="4243909" y="2838670"/>
              <a:ext cx="74731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02 : 32</a:t>
              </a:r>
              <a:endParaRPr lang="ko-KR" altLang="en-US" sz="1400" dirty="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CE4C69C7-1E37-62CB-2228-BDE026D04C5E}"/>
                </a:ext>
              </a:extLst>
            </p:cNvPr>
            <p:cNvSpPr txBox="1"/>
            <p:nvPr/>
          </p:nvSpPr>
          <p:spPr>
            <a:xfrm>
              <a:off x="4607789" y="3146447"/>
              <a:ext cx="3834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25</a:t>
              </a:r>
              <a:endParaRPr lang="ko-KR" altLang="en-US" sz="1400" dirty="0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09D22E9E-1CEC-2575-BE79-A4E9CA7A4F5A}"/>
                </a:ext>
              </a:extLst>
            </p:cNvPr>
            <p:cNvSpPr txBox="1"/>
            <p:nvPr/>
          </p:nvSpPr>
          <p:spPr>
            <a:xfrm>
              <a:off x="6049866" y="2512015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점수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982ABF3E-FD4E-44AF-78D1-0E1D5FD6D2E0}"/>
                </a:ext>
              </a:extLst>
            </p:cNvPr>
            <p:cNvSpPr txBox="1"/>
            <p:nvPr/>
          </p:nvSpPr>
          <p:spPr>
            <a:xfrm>
              <a:off x="7641935" y="2512015"/>
              <a:ext cx="82105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352,157</a:t>
              </a:r>
              <a:endParaRPr lang="ko-KR" altLang="en-US" sz="1400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2BFB5A0C-8C6B-3CAE-E612-CABC3DB2158E}"/>
                </a:ext>
              </a:extLst>
            </p:cNvPr>
            <p:cNvSpPr txBox="1"/>
            <p:nvPr/>
          </p:nvSpPr>
          <p:spPr>
            <a:xfrm>
              <a:off x="6049866" y="2837419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획득 골드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C658173F-CCCF-C148-31A6-6222C92C6818}"/>
                </a:ext>
              </a:extLst>
            </p:cNvPr>
            <p:cNvSpPr txBox="1"/>
            <p:nvPr/>
          </p:nvSpPr>
          <p:spPr>
            <a:xfrm>
              <a:off x="7980170" y="2837419"/>
              <a:ext cx="48282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520</a:t>
              </a:r>
              <a:endParaRPr lang="ko-KR" altLang="en-US" sz="1400" dirty="0"/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AFA0EE6B-E063-BA6F-C495-D09DF9DE2A3A}"/>
              </a:ext>
            </a:extLst>
          </p:cNvPr>
          <p:cNvSpPr txBox="1"/>
          <p:nvPr/>
        </p:nvSpPr>
        <p:spPr>
          <a:xfrm>
            <a:off x="912000" y="67859"/>
            <a:ext cx="1390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– </a:t>
            </a:r>
            <a:r>
              <a:rPr lang="ko-KR" altLang="en-US" dirty="0"/>
              <a:t>결과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3157843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3D838-22E9-1A9C-732E-A01CD125B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A77E87FE-EC56-9864-A2C2-E562213B46FA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28D25FA-E97C-FF63-C82C-E948AC987734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C24E63E-C552-78A8-EFB8-A0DE793705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AA8D8B8-93C9-F0E6-35F8-177F1F09803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BFFB6CF-6172-61FE-640C-DC97C5792FD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B5DF479-D8D3-E716-EB10-410E5D02B77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E1318AA-E556-22F0-24AA-C60CF090531F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7605A423-F6A8-626E-2F1B-72CD720EB206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FC33CDBF-C11B-08DF-52C8-2509F8C8202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0989B255-9003-2CAB-85F1-26085B2BC630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20B8F337-7A8C-16C3-D507-BAA4B60A826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967501C2-0278-652E-38E4-7A20CCFACEA5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D5AEA26D-474B-FBF8-8F21-44A9989D4888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EA1B4065-C0E9-B117-E1C9-70403FE592A2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81498431-2ADA-A5B5-2E29-56938509A6FF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3" name="그림 22">
            <a:extLst>
              <a:ext uri="{FF2B5EF4-FFF2-40B4-BE49-F238E27FC236}">
                <a16:creationId xmlns:a16="http://schemas.microsoft.com/office/drawing/2014/main" id="{BE9EB632-30F9-C118-F40B-34358CF00B6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A9F41CAB-9BFA-010F-7ECB-9435B3FD5C3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grpSp>
        <p:nvGrpSpPr>
          <p:cNvPr id="82" name="그룹 81">
            <a:extLst>
              <a:ext uri="{FF2B5EF4-FFF2-40B4-BE49-F238E27FC236}">
                <a16:creationId xmlns:a16="http://schemas.microsoft.com/office/drawing/2014/main" id="{1BAA2478-4986-55AE-220B-EE24203A900B}"/>
              </a:ext>
            </a:extLst>
          </p:cNvPr>
          <p:cNvGrpSpPr/>
          <p:nvPr/>
        </p:nvGrpSpPr>
        <p:grpSpPr>
          <a:xfrm>
            <a:off x="2309063" y="1229889"/>
            <a:ext cx="7573873" cy="4687543"/>
            <a:chOff x="2092365" y="1229889"/>
            <a:chExt cx="7573873" cy="4687543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0F6C8203-8707-BA38-9D08-4B3A300E1C4E}"/>
                </a:ext>
              </a:extLst>
            </p:cNvPr>
            <p:cNvSpPr/>
            <p:nvPr/>
          </p:nvSpPr>
          <p:spPr>
            <a:xfrm>
              <a:off x="2092365" y="1229889"/>
              <a:ext cx="7573873" cy="468754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52E4DEF-8660-DCFE-CA7A-E6E9FE16F743}"/>
                </a:ext>
              </a:extLst>
            </p:cNvPr>
            <p:cNvSpPr txBox="1"/>
            <p:nvPr/>
          </p:nvSpPr>
          <p:spPr>
            <a:xfrm>
              <a:off x="4087785" y="1443739"/>
              <a:ext cx="3583032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just"/>
              <a:r>
                <a:rPr lang="en-US" altLang="ko-KR" sz="4000" b="1" dirty="0"/>
                <a:t>GAME   OVER</a:t>
              </a:r>
              <a:endParaRPr lang="ko-KR" altLang="en-US" sz="4000" b="1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DD65AA7-6F4C-B358-F4C6-26FE4891A3F9}"/>
                </a:ext>
              </a:extLst>
            </p:cNvPr>
            <p:cNvSpPr txBox="1"/>
            <p:nvPr/>
          </p:nvSpPr>
          <p:spPr>
            <a:xfrm>
              <a:off x="4654447" y="4476096"/>
              <a:ext cx="24497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다시 시작하겠습니까</a:t>
              </a:r>
              <a:r>
                <a:rPr lang="en-US" altLang="ko-KR" dirty="0"/>
                <a:t>?</a:t>
              </a:r>
              <a:endParaRPr lang="ko-KR" altLang="en-US" dirty="0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DD0ABA7F-A2C0-FDA9-B7B9-6150AE15E044}"/>
                </a:ext>
              </a:extLst>
            </p:cNvPr>
            <p:cNvSpPr/>
            <p:nvPr/>
          </p:nvSpPr>
          <p:spPr>
            <a:xfrm>
              <a:off x="6300882" y="5134453"/>
              <a:ext cx="1606550" cy="50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682C75B5-4A03-04A7-51E8-800CB67BD73C}"/>
                </a:ext>
              </a:extLst>
            </p:cNvPr>
            <p:cNvSpPr/>
            <p:nvPr/>
          </p:nvSpPr>
          <p:spPr>
            <a:xfrm>
              <a:off x="3851172" y="5134453"/>
              <a:ext cx="1606550" cy="508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8CFE10F-AC39-B282-5203-48B37035BEAD}"/>
                </a:ext>
              </a:extLst>
            </p:cNvPr>
            <p:cNvSpPr txBox="1"/>
            <p:nvPr/>
          </p:nvSpPr>
          <p:spPr>
            <a:xfrm>
              <a:off x="6896408" y="5203787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네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CCC2152-32FB-7AC1-2581-D4BA7CE842F9}"/>
                </a:ext>
              </a:extLst>
            </p:cNvPr>
            <p:cNvSpPr txBox="1"/>
            <p:nvPr/>
          </p:nvSpPr>
          <p:spPr>
            <a:xfrm>
              <a:off x="4215865" y="5203787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아니요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B55E1AB-0FF1-BF01-49BA-447D6CE29793}"/>
                </a:ext>
              </a:extLst>
            </p:cNvPr>
            <p:cNvSpPr txBox="1"/>
            <p:nvPr/>
          </p:nvSpPr>
          <p:spPr>
            <a:xfrm>
              <a:off x="2578100" y="2512015"/>
              <a:ext cx="114486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처치 몬스터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A051003-7FBE-6CCB-673B-73C4E908CECC}"/>
                </a:ext>
              </a:extLst>
            </p:cNvPr>
            <p:cNvSpPr txBox="1"/>
            <p:nvPr/>
          </p:nvSpPr>
          <p:spPr>
            <a:xfrm>
              <a:off x="2578100" y="2838670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생존 시간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BF1A856-F2C0-5046-BD18-2F9E436FE69A}"/>
                </a:ext>
              </a:extLst>
            </p:cNvPr>
            <p:cNvSpPr txBox="1"/>
            <p:nvPr/>
          </p:nvSpPr>
          <p:spPr>
            <a:xfrm>
              <a:off x="2578100" y="3146447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달성 레벨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B4EBF255-DD83-22E5-A851-38E2FF71F958}"/>
                </a:ext>
              </a:extLst>
            </p:cNvPr>
            <p:cNvSpPr txBox="1"/>
            <p:nvPr/>
          </p:nvSpPr>
          <p:spPr>
            <a:xfrm>
              <a:off x="2578100" y="3460398"/>
              <a:ext cx="207460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획득 유물</a:t>
              </a:r>
              <a:r>
                <a:rPr lang="en-US" altLang="ko-KR" sz="1400" dirty="0"/>
                <a:t> /</a:t>
              </a:r>
              <a:r>
                <a:rPr lang="ko-KR" altLang="en-US" sz="1400" dirty="0"/>
                <a:t> 증강 </a:t>
              </a:r>
              <a:r>
                <a:rPr lang="en-US" altLang="ko-KR" sz="1400" dirty="0"/>
                <a:t>/ </a:t>
              </a:r>
              <a:r>
                <a:rPr lang="ko-KR" altLang="en-US" sz="1400" dirty="0"/>
                <a:t>스킬</a:t>
              </a:r>
            </a:p>
          </p:txBody>
        </p:sp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922F21A4-64AD-D192-EE3E-1B603184F217}"/>
                </a:ext>
              </a:extLst>
            </p:cNvPr>
            <p:cNvSpPr/>
            <p:nvPr/>
          </p:nvSpPr>
          <p:spPr>
            <a:xfrm>
              <a:off x="263818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5" name="사각형: 둥근 모서리 34">
              <a:extLst>
                <a:ext uri="{FF2B5EF4-FFF2-40B4-BE49-F238E27FC236}">
                  <a16:creationId xmlns:a16="http://schemas.microsoft.com/office/drawing/2014/main" id="{E7B79C83-1154-100B-41C8-33963F00F369}"/>
                </a:ext>
              </a:extLst>
            </p:cNvPr>
            <p:cNvSpPr/>
            <p:nvPr/>
          </p:nvSpPr>
          <p:spPr>
            <a:xfrm>
              <a:off x="2922771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F3B54432-50D3-CFFF-B4B9-297D832C014A}"/>
                </a:ext>
              </a:extLst>
            </p:cNvPr>
            <p:cNvSpPr/>
            <p:nvPr/>
          </p:nvSpPr>
          <p:spPr>
            <a:xfrm>
              <a:off x="320506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85E106A6-93B2-17C7-F0DD-789BBB427CCC}"/>
                </a:ext>
              </a:extLst>
            </p:cNvPr>
            <p:cNvSpPr/>
            <p:nvPr/>
          </p:nvSpPr>
          <p:spPr>
            <a:xfrm>
              <a:off x="348734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6ACCD785-3946-2380-82F7-5CE9546ECD92}"/>
                </a:ext>
              </a:extLst>
            </p:cNvPr>
            <p:cNvSpPr/>
            <p:nvPr/>
          </p:nvSpPr>
          <p:spPr>
            <a:xfrm>
              <a:off x="377391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1A68A04D-6FD3-0FF2-3BA7-2A09F6AF7017}"/>
                </a:ext>
              </a:extLst>
            </p:cNvPr>
            <p:cNvSpPr/>
            <p:nvPr/>
          </p:nvSpPr>
          <p:spPr>
            <a:xfrm>
              <a:off x="405851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CF237DEB-976F-B339-CA74-D42CF98F3BDD}"/>
                </a:ext>
              </a:extLst>
            </p:cNvPr>
            <p:cNvSpPr/>
            <p:nvPr/>
          </p:nvSpPr>
          <p:spPr>
            <a:xfrm>
              <a:off x="434079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A50DD95D-5DA7-7E2B-ABA3-F17B3EDE3D7F}"/>
                </a:ext>
              </a:extLst>
            </p:cNvPr>
            <p:cNvSpPr/>
            <p:nvPr/>
          </p:nvSpPr>
          <p:spPr>
            <a:xfrm>
              <a:off x="4623088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8FAC24B0-7619-F5AD-1387-24CAB12DEECD}"/>
                </a:ext>
              </a:extLst>
            </p:cNvPr>
            <p:cNvSpPr/>
            <p:nvPr/>
          </p:nvSpPr>
          <p:spPr>
            <a:xfrm>
              <a:off x="491374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D31D2E71-3B37-0102-0A87-E7024027E691}"/>
                </a:ext>
              </a:extLst>
            </p:cNvPr>
            <p:cNvSpPr/>
            <p:nvPr/>
          </p:nvSpPr>
          <p:spPr>
            <a:xfrm>
              <a:off x="5198331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11EBC1E4-2B71-F058-0B0A-267F9A4BF440}"/>
                </a:ext>
              </a:extLst>
            </p:cNvPr>
            <p:cNvSpPr/>
            <p:nvPr/>
          </p:nvSpPr>
          <p:spPr>
            <a:xfrm>
              <a:off x="548062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D16E4D06-E94C-8A01-6D0F-9BA4C29596D7}"/>
                </a:ext>
              </a:extLst>
            </p:cNvPr>
            <p:cNvSpPr/>
            <p:nvPr/>
          </p:nvSpPr>
          <p:spPr>
            <a:xfrm>
              <a:off x="576290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F7BC4BA1-9A75-3F13-4627-73AC5C6E2D76}"/>
                </a:ext>
              </a:extLst>
            </p:cNvPr>
            <p:cNvSpPr/>
            <p:nvPr/>
          </p:nvSpPr>
          <p:spPr>
            <a:xfrm>
              <a:off x="605491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C78CB675-599A-3574-D423-447D10FDCD7B}"/>
                </a:ext>
              </a:extLst>
            </p:cNvPr>
            <p:cNvSpPr/>
            <p:nvPr/>
          </p:nvSpPr>
          <p:spPr>
            <a:xfrm>
              <a:off x="633719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35B292AC-A6B9-443E-66C9-7901122510CD}"/>
                </a:ext>
              </a:extLst>
            </p:cNvPr>
            <p:cNvSpPr/>
            <p:nvPr/>
          </p:nvSpPr>
          <p:spPr>
            <a:xfrm>
              <a:off x="6619488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9B916D85-4030-FB59-DC26-E918F0774DF6}"/>
                </a:ext>
              </a:extLst>
            </p:cNvPr>
            <p:cNvSpPr/>
            <p:nvPr/>
          </p:nvSpPr>
          <p:spPr>
            <a:xfrm>
              <a:off x="691014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814A4625-3898-919D-A17F-8C30D301F21E}"/>
                </a:ext>
              </a:extLst>
            </p:cNvPr>
            <p:cNvSpPr/>
            <p:nvPr/>
          </p:nvSpPr>
          <p:spPr>
            <a:xfrm>
              <a:off x="7194731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4C9F2F63-3E2D-BC59-3B69-A41C9E0CB4BF}"/>
                </a:ext>
              </a:extLst>
            </p:cNvPr>
            <p:cNvSpPr/>
            <p:nvPr/>
          </p:nvSpPr>
          <p:spPr>
            <a:xfrm>
              <a:off x="747702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2" name="사각형: 둥근 모서리 51">
              <a:extLst>
                <a:ext uri="{FF2B5EF4-FFF2-40B4-BE49-F238E27FC236}">
                  <a16:creationId xmlns:a16="http://schemas.microsoft.com/office/drawing/2014/main" id="{03916F22-4120-3A59-9F8C-8DB9CF14EDC9}"/>
                </a:ext>
              </a:extLst>
            </p:cNvPr>
            <p:cNvSpPr/>
            <p:nvPr/>
          </p:nvSpPr>
          <p:spPr>
            <a:xfrm>
              <a:off x="775930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87490C97-7D47-ACE9-9F08-3225B56DC40E}"/>
                </a:ext>
              </a:extLst>
            </p:cNvPr>
            <p:cNvSpPr/>
            <p:nvPr/>
          </p:nvSpPr>
          <p:spPr>
            <a:xfrm>
              <a:off x="263818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7BAE40CD-0BEA-FCA1-2729-A1A6C587CD5F}"/>
                </a:ext>
              </a:extLst>
            </p:cNvPr>
            <p:cNvSpPr/>
            <p:nvPr/>
          </p:nvSpPr>
          <p:spPr>
            <a:xfrm>
              <a:off x="2922771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74F359DB-D115-8CDD-5202-E6CE21ACC914}"/>
                </a:ext>
              </a:extLst>
            </p:cNvPr>
            <p:cNvSpPr/>
            <p:nvPr/>
          </p:nvSpPr>
          <p:spPr>
            <a:xfrm>
              <a:off x="320506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20547AF4-E804-7352-9A13-9D7FBD2D6B6A}"/>
                </a:ext>
              </a:extLst>
            </p:cNvPr>
            <p:cNvSpPr/>
            <p:nvPr/>
          </p:nvSpPr>
          <p:spPr>
            <a:xfrm>
              <a:off x="348734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A7B38F4F-8988-CAB9-4100-D250593C3BB7}"/>
                </a:ext>
              </a:extLst>
            </p:cNvPr>
            <p:cNvSpPr/>
            <p:nvPr/>
          </p:nvSpPr>
          <p:spPr>
            <a:xfrm>
              <a:off x="377391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8B11696A-B6A5-7346-BCD6-AC65322174EC}"/>
                </a:ext>
              </a:extLst>
            </p:cNvPr>
            <p:cNvSpPr/>
            <p:nvPr/>
          </p:nvSpPr>
          <p:spPr>
            <a:xfrm>
              <a:off x="405851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41396B14-DE61-49A0-C6BD-F6E78239A0BB}"/>
                </a:ext>
              </a:extLst>
            </p:cNvPr>
            <p:cNvSpPr/>
            <p:nvPr/>
          </p:nvSpPr>
          <p:spPr>
            <a:xfrm>
              <a:off x="434079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1" name="사각형: 둥근 모서리 60">
              <a:extLst>
                <a:ext uri="{FF2B5EF4-FFF2-40B4-BE49-F238E27FC236}">
                  <a16:creationId xmlns:a16="http://schemas.microsoft.com/office/drawing/2014/main" id="{6787BD6A-ACA2-242E-0E5B-5FD9C767AE57}"/>
                </a:ext>
              </a:extLst>
            </p:cNvPr>
            <p:cNvSpPr/>
            <p:nvPr/>
          </p:nvSpPr>
          <p:spPr>
            <a:xfrm>
              <a:off x="4623088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134A0D14-026A-9699-5013-F994707020CF}"/>
                </a:ext>
              </a:extLst>
            </p:cNvPr>
            <p:cNvSpPr/>
            <p:nvPr/>
          </p:nvSpPr>
          <p:spPr>
            <a:xfrm>
              <a:off x="491374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17595F78-B041-77F1-77A6-DDA96958431F}"/>
                </a:ext>
              </a:extLst>
            </p:cNvPr>
            <p:cNvSpPr/>
            <p:nvPr/>
          </p:nvSpPr>
          <p:spPr>
            <a:xfrm>
              <a:off x="5198331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0A410446-6863-7BED-8A81-3618695217C7}"/>
                </a:ext>
              </a:extLst>
            </p:cNvPr>
            <p:cNvSpPr/>
            <p:nvPr/>
          </p:nvSpPr>
          <p:spPr>
            <a:xfrm>
              <a:off x="548062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DFAE74C2-4852-41A1-BB3C-AE4AA4F75A81}"/>
                </a:ext>
              </a:extLst>
            </p:cNvPr>
            <p:cNvSpPr/>
            <p:nvPr/>
          </p:nvSpPr>
          <p:spPr>
            <a:xfrm>
              <a:off x="576290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6" name="사각형: 둥근 모서리 65">
              <a:extLst>
                <a:ext uri="{FF2B5EF4-FFF2-40B4-BE49-F238E27FC236}">
                  <a16:creationId xmlns:a16="http://schemas.microsoft.com/office/drawing/2014/main" id="{FFD84512-BC8C-A272-DBD9-A51DA8BA88EC}"/>
                </a:ext>
              </a:extLst>
            </p:cNvPr>
            <p:cNvSpPr/>
            <p:nvPr/>
          </p:nvSpPr>
          <p:spPr>
            <a:xfrm>
              <a:off x="605491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7" name="사각형: 둥근 모서리 66">
              <a:extLst>
                <a:ext uri="{FF2B5EF4-FFF2-40B4-BE49-F238E27FC236}">
                  <a16:creationId xmlns:a16="http://schemas.microsoft.com/office/drawing/2014/main" id="{ABA9437A-E71A-8507-FD85-0C189F7906ED}"/>
                </a:ext>
              </a:extLst>
            </p:cNvPr>
            <p:cNvSpPr/>
            <p:nvPr/>
          </p:nvSpPr>
          <p:spPr>
            <a:xfrm>
              <a:off x="633719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B7FF10A5-167A-5924-D049-EF44BFEB64D7}"/>
                </a:ext>
              </a:extLst>
            </p:cNvPr>
            <p:cNvSpPr/>
            <p:nvPr/>
          </p:nvSpPr>
          <p:spPr>
            <a:xfrm>
              <a:off x="6619488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64C2BF4D-606D-3671-ABDA-1E7A8C91F745}"/>
                </a:ext>
              </a:extLst>
            </p:cNvPr>
            <p:cNvSpPr/>
            <p:nvPr/>
          </p:nvSpPr>
          <p:spPr>
            <a:xfrm>
              <a:off x="691014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74F1779A-32D4-C8E1-98B0-E76173C9AA40}"/>
                </a:ext>
              </a:extLst>
            </p:cNvPr>
            <p:cNvSpPr/>
            <p:nvPr/>
          </p:nvSpPr>
          <p:spPr>
            <a:xfrm>
              <a:off x="7194731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5344A47A-3CF1-F0C6-17EE-D20AE1ECBB04}"/>
                </a:ext>
              </a:extLst>
            </p:cNvPr>
            <p:cNvSpPr txBox="1"/>
            <p:nvPr/>
          </p:nvSpPr>
          <p:spPr>
            <a:xfrm>
              <a:off x="3987427" y="2512015"/>
              <a:ext cx="100380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1000 </a:t>
              </a:r>
              <a:r>
                <a:rPr lang="ko-KR" altLang="en-US" sz="1400" dirty="0"/>
                <a:t>마리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213D907F-6773-8325-7918-6ABB505F25B3}"/>
                </a:ext>
              </a:extLst>
            </p:cNvPr>
            <p:cNvSpPr txBox="1"/>
            <p:nvPr/>
          </p:nvSpPr>
          <p:spPr>
            <a:xfrm>
              <a:off x="4243909" y="2838670"/>
              <a:ext cx="74731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02 : 32</a:t>
              </a:r>
              <a:endParaRPr lang="ko-KR" altLang="en-US" sz="1400" dirty="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5F1D496C-2768-064A-9FB9-21F50DDCD55F}"/>
                </a:ext>
              </a:extLst>
            </p:cNvPr>
            <p:cNvSpPr txBox="1"/>
            <p:nvPr/>
          </p:nvSpPr>
          <p:spPr>
            <a:xfrm>
              <a:off x="4607789" y="3146447"/>
              <a:ext cx="3834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25</a:t>
              </a:r>
              <a:endParaRPr lang="ko-KR" altLang="en-US" sz="1400" dirty="0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628683FB-5E90-5F4A-EB43-91FBD8F805FB}"/>
                </a:ext>
              </a:extLst>
            </p:cNvPr>
            <p:cNvSpPr txBox="1"/>
            <p:nvPr/>
          </p:nvSpPr>
          <p:spPr>
            <a:xfrm>
              <a:off x="6049866" y="2512015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점수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37B976C2-39CD-C097-6619-2B857EA2A9A2}"/>
                </a:ext>
              </a:extLst>
            </p:cNvPr>
            <p:cNvSpPr txBox="1"/>
            <p:nvPr/>
          </p:nvSpPr>
          <p:spPr>
            <a:xfrm>
              <a:off x="7641935" y="2512015"/>
              <a:ext cx="82105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352,157</a:t>
              </a:r>
              <a:endParaRPr lang="ko-KR" altLang="en-US" sz="1400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06D1E32C-D7B1-52C3-9858-9A886CC2CF5A}"/>
                </a:ext>
              </a:extLst>
            </p:cNvPr>
            <p:cNvSpPr txBox="1"/>
            <p:nvPr/>
          </p:nvSpPr>
          <p:spPr>
            <a:xfrm>
              <a:off x="6049866" y="2837419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획득 골드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52AEAC97-7EB1-C843-80F4-F207F2989734}"/>
                </a:ext>
              </a:extLst>
            </p:cNvPr>
            <p:cNvSpPr txBox="1"/>
            <p:nvPr/>
          </p:nvSpPr>
          <p:spPr>
            <a:xfrm>
              <a:off x="7980170" y="2837419"/>
              <a:ext cx="48282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520</a:t>
              </a:r>
              <a:endParaRPr lang="ko-KR" altLang="en-US" sz="1400" dirty="0"/>
            </a:p>
          </p:txBody>
        </p:sp>
      </p:grp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055C3E93-B771-7EDF-DA88-E2812329E07A}"/>
              </a:ext>
            </a:extLst>
          </p:cNvPr>
          <p:cNvCxnSpPr>
            <a:cxnSpLocks/>
            <a:stCxn id="79" idx="3"/>
            <a:endCxn id="28" idx="1"/>
          </p:cNvCxnSpPr>
          <p:nvPr/>
        </p:nvCxnSpPr>
        <p:spPr>
          <a:xfrm flipV="1">
            <a:off x="8679692" y="2991307"/>
            <a:ext cx="300748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E246508-8CA5-B112-3210-C36373EC83A7}"/>
              </a:ext>
            </a:extLst>
          </p:cNvPr>
          <p:cNvSpPr txBox="1"/>
          <p:nvPr/>
        </p:nvSpPr>
        <p:spPr>
          <a:xfrm>
            <a:off x="11687175" y="1613016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게임오버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70F55D2-8631-8BF8-7BD2-37158D429D8B}"/>
              </a:ext>
            </a:extLst>
          </p:cNvPr>
          <p:cNvSpPr txBox="1"/>
          <p:nvPr/>
        </p:nvSpPr>
        <p:spPr>
          <a:xfrm>
            <a:off x="11687175" y="280664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정산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CBA24DF-1B9F-DF2A-1565-E52FB2543249}"/>
              </a:ext>
            </a:extLst>
          </p:cNvPr>
          <p:cNvSpPr txBox="1"/>
          <p:nvPr/>
        </p:nvSpPr>
        <p:spPr>
          <a:xfrm>
            <a:off x="11687175" y="3736697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성장치</a:t>
            </a:r>
          </a:p>
        </p:txBody>
      </p: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ED09DE0F-59B6-4B96-430E-832BBBD65AEE}"/>
              </a:ext>
            </a:extLst>
          </p:cNvPr>
          <p:cNvCxnSpPr>
            <a:cxnSpLocks/>
            <a:stCxn id="5" idx="3"/>
            <a:endCxn id="27" idx="1"/>
          </p:cNvCxnSpPr>
          <p:nvPr/>
        </p:nvCxnSpPr>
        <p:spPr>
          <a:xfrm>
            <a:off x="7887515" y="1797682"/>
            <a:ext cx="37996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E5583B35-3DE2-F837-761C-DDE342A57C80}"/>
              </a:ext>
            </a:extLst>
          </p:cNvPr>
          <p:cNvCxnSpPr>
            <a:cxnSpLocks/>
            <a:stCxn id="52" idx="3"/>
            <a:endCxn id="71" idx="1"/>
          </p:cNvCxnSpPr>
          <p:nvPr/>
        </p:nvCxnSpPr>
        <p:spPr>
          <a:xfrm>
            <a:off x="8192007" y="3921363"/>
            <a:ext cx="349516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95093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395AA9-9D4D-BF32-4874-1B5C1DD8D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84B9BC80-171B-0B80-3FC3-1BCEE17190B8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04E8E40-2218-6FDB-4A67-73DDD346B552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39C7589-7EFF-0EEA-1344-4143018318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5BA23AF-08A7-8B12-22B8-B42974D76E4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A8059797-0C04-B5C7-0BD8-B78003F233AC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5474950-D332-4726-0B16-34961F52986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2272506D-21CA-F330-E395-BF4170B446D8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77F338F3-BA37-8C03-AA27-0B5CFAFD252A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66A6EC96-87FC-7A37-2147-6999662F5C4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3F6C7298-C62C-9A3F-84A8-840704FE2DF4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B7949E9B-3F62-F5A7-0E3A-BA600E19B8E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35E5AEBC-1187-7163-101E-64FD94298B2D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B9AC3A90-58F9-AAC2-1749-C02E1135B6D2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CB299A2A-1032-71A0-7243-EB15D104E671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DD3CC97F-A5A5-CEC1-E195-41AC04AD6E65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3" name="그림 22">
            <a:extLst>
              <a:ext uri="{FF2B5EF4-FFF2-40B4-BE49-F238E27FC236}">
                <a16:creationId xmlns:a16="http://schemas.microsoft.com/office/drawing/2014/main" id="{D4EC54D8-CF2C-6145-0075-C343961A3CB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4D4E2CE6-BD4C-99CE-23DA-A9C3C302CED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grpSp>
        <p:nvGrpSpPr>
          <p:cNvPr id="82" name="그룹 81">
            <a:extLst>
              <a:ext uri="{FF2B5EF4-FFF2-40B4-BE49-F238E27FC236}">
                <a16:creationId xmlns:a16="http://schemas.microsoft.com/office/drawing/2014/main" id="{FBA354E6-1D2D-BF6F-875F-40DB9A34D4EA}"/>
              </a:ext>
            </a:extLst>
          </p:cNvPr>
          <p:cNvGrpSpPr/>
          <p:nvPr/>
        </p:nvGrpSpPr>
        <p:grpSpPr>
          <a:xfrm>
            <a:off x="2309063" y="1229889"/>
            <a:ext cx="7573873" cy="4687543"/>
            <a:chOff x="2092365" y="1229889"/>
            <a:chExt cx="7573873" cy="4687543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56F574AC-5DE0-08CF-F7E1-621305914526}"/>
                </a:ext>
              </a:extLst>
            </p:cNvPr>
            <p:cNvSpPr/>
            <p:nvPr/>
          </p:nvSpPr>
          <p:spPr>
            <a:xfrm>
              <a:off x="2092365" y="1229889"/>
              <a:ext cx="7573873" cy="468754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2C986CA-A35D-27F3-980B-62ED23F546F1}"/>
                </a:ext>
              </a:extLst>
            </p:cNvPr>
            <p:cNvSpPr txBox="1"/>
            <p:nvPr/>
          </p:nvSpPr>
          <p:spPr>
            <a:xfrm>
              <a:off x="3979967" y="1443739"/>
              <a:ext cx="3798669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just"/>
              <a:r>
                <a:rPr lang="en-US" altLang="ko-KR" sz="4000" b="1" dirty="0"/>
                <a:t>GAME   CLEAR</a:t>
              </a:r>
              <a:endParaRPr lang="ko-KR" altLang="en-US" sz="4000" b="1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DBA3D8B-DA49-FBE5-2E48-84379EBB33D5}"/>
                </a:ext>
              </a:extLst>
            </p:cNvPr>
            <p:cNvSpPr txBox="1"/>
            <p:nvPr/>
          </p:nvSpPr>
          <p:spPr>
            <a:xfrm>
              <a:off x="4654447" y="4476096"/>
              <a:ext cx="24497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다시 시작하겠습니까</a:t>
              </a:r>
              <a:r>
                <a:rPr lang="en-US" altLang="ko-KR" dirty="0"/>
                <a:t>?</a:t>
              </a:r>
              <a:endParaRPr lang="ko-KR" altLang="en-US" dirty="0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9E527876-58E0-5C9E-8B96-6A4563E00A73}"/>
                </a:ext>
              </a:extLst>
            </p:cNvPr>
            <p:cNvSpPr/>
            <p:nvPr/>
          </p:nvSpPr>
          <p:spPr>
            <a:xfrm>
              <a:off x="6300882" y="5134453"/>
              <a:ext cx="1606550" cy="50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A005065A-4520-EB99-ACF3-E307716EF27F}"/>
                </a:ext>
              </a:extLst>
            </p:cNvPr>
            <p:cNvSpPr/>
            <p:nvPr/>
          </p:nvSpPr>
          <p:spPr>
            <a:xfrm>
              <a:off x="3851172" y="5134453"/>
              <a:ext cx="1606550" cy="508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D392E27-1C4E-4E5B-0675-BD67DD33169E}"/>
                </a:ext>
              </a:extLst>
            </p:cNvPr>
            <p:cNvSpPr txBox="1"/>
            <p:nvPr/>
          </p:nvSpPr>
          <p:spPr>
            <a:xfrm>
              <a:off x="6896408" y="5203787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네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54AD9D4-75EA-429E-EFFE-608BB630B229}"/>
                </a:ext>
              </a:extLst>
            </p:cNvPr>
            <p:cNvSpPr txBox="1"/>
            <p:nvPr/>
          </p:nvSpPr>
          <p:spPr>
            <a:xfrm>
              <a:off x="4215865" y="5203787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아니요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B9C0496-77A8-15CB-3366-D91A40367378}"/>
                </a:ext>
              </a:extLst>
            </p:cNvPr>
            <p:cNvSpPr txBox="1"/>
            <p:nvPr/>
          </p:nvSpPr>
          <p:spPr>
            <a:xfrm>
              <a:off x="2578100" y="2512015"/>
              <a:ext cx="114486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처치 몬스터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26ED7EC9-85DC-6A93-BE2E-384051C656C4}"/>
                </a:ext>
              </a:extLst>
            </p:cNvPr>
            <p:cNvSpPr txBox="1"/>
            <p:nvPr/>
          </p:nvSpPr>
          <p:spPr>
            <a:xfrm>
              <a:off x="2578100" y="2838670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생존 시간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F856E6B-A895-2813-4212-9B1FA20A42CE}"/>
                </a:ext>
              </a:extLst>
            </p:cNvPr>
            <p:cNvSpPr txBox="1"/>
            <p:nvPr/>
          </p:nvSpPr>
          <p:spPr>
            <a:xfrm>
              <a:off x="2578100" y="3146447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달성 레벨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B4F0BE5-9317-3D55-7C65-3A293CF93D33}"/>
                </a:ext>
              </a:extLst>
            </p:cNvPr>
            <p:cNvSpPr txBox="1"/>
            <p:nvPr/>
          </p:nvSpPr>
          <p:spPr>
            <a:xfrm>
              <a:off x="2578100" y="3460398"/>
              <a:ext cx="207460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획득 유물</a:t>
              </a:r>
              <a:r>
                <a:rPr lang="en-US" altLang="ko-KR" sz="1400" dirty="0"/>
                <a:t> /</a:t>
              </a:r>
              <a:r>
                <a:rPr lang="ko-KR" altLang="en-US" sz="1400" dirty="0"/>
                <a:t> 증강 </a:t>
              </a:r>
              <a:r>
                <a:rPr lang="en-US" altLang="ko-KR" sz="1400" dirty="0"/>
                <a:t>/ </a:t>
              </a:r>
              <a:r>
                <a:rPr lang="ko-KR" altLang="en-US" sz="1400" dirty="0"/>
                <a:t>스킬</a:t>
              </a:r>
            </a:p>
          </p:txBody>
        </p:sp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FAFC95A6-6A2A-F815-E5D7-FCEF81B6C610}"/>
                </a:ext>
              </a:extLst>
            </p:cNvPr>
            <p:cNvSpPr/>
            <p:nvPr/>
          </p:nvSpPr>
          <p:spPr>
            <a:xfrm>
              <a:off x="263818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5" name="사각형: 둥근 모서리 34">
              <a:extLst>
                <a:ext uri="{FF2B5EF4-FFF2-40B4-BE49-F238E27FC236}">
                  <a16:creationId xmlns:a16="http://schemas.microsoft.com/office/drawing/2014/main" id="{53DA4724-192A-20B6-6C99-6422D0A829AE}"/>
                </a:ext>
              </a:extLst>
            </p:cNvPr>
            <p:cNvSpPr/>
            <p:nvPr/>
          </p:nvSpPr>
          <p:spPr>
            <a:xfrm>
              <a:off x="2922771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8F6E7933-506C-3312-4DF5-7F93AF3286CF}"/>
                </a:ext>
              </a:extLst>
            </p:cNvPr>
            <p:cNvSpPr/>
            <p:nvPr/>
          </p:nvSpPr>
          <p:spPr>
            <a:xfrm>
              <a:off x="320506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0F3F5FD0-0681-CCB4-ABE7-86C64DDA8E1C}"/>
                </a:ext>
              </a:extLst>
            </p:cNvPr>
            <p:cNvSpPr/>
            <p:nvPr/>
          </p:nvSpPr>
          <p:spPr>
            <a:xfrm>
              <a:off x="348734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A5B68F91-0DB2-5100-14AE-A57A301777E6}"/>
                </a:ext>
              </a:extLst>
            </p:cNvPr>
            <p:cNvSpPr/>
            <p:nvPr/>
          </p:nvSpPr>
          <p:spPr>
            <a:xfrm>
              <a:off x="377391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06717D7F-B294-8B79-1567-EE530AC7112A}"/>
                </a:ext>
              </a:extLst>
            </p:cNvPr>
            <p:cNvSpPr/>
            <p:nvPr/>
          </p:nvSpPr>
          <p:spPr>
            <a:xfrm>
              <a:off x="405851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5089B0FA-672C-7B33-6FC5-2E1EE6D6CBFF}"/>
                </a:ext>
              </a:extLst>
            </p:cNvPr>
            <p:cNvSpPr/>
            <p:nvPr/>
          </p:nvSpPr>
          <p:spPr>
            <a:xfrm>
              <a:off x="434079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FC3DE777-4502-A325-45C0-3AFC9A01AEA8}"/>
                </a:ext>
              </a:extLst>
            </p:cNvPr>
            <p:cNvSpPr/>
            <p:nvPr/>
          </p:nvSpPr>
          <p:spPr>
            <a:xfrm>
              <a:off x="4623088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789DADA2-AE34-A8EA-A1FC-BBF14B2862E1}"/>
                </a:ext>
              </a:extLst>
            </p:cNvPr>
            <p:cNvSpPr/>
            <p:nvPr/>
          </p:nvSpPr>
          <p:spPr>
            <a:xfrm>
              <a:off x="491374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701FB526-18D6-69CE-1C78-D75F33B65598}"/>
                </a:ext>
              </a:extLst>
            </p:cNvPr>
            <p:cNvSpPr/>
            <p:nvPr/>
          </p:nvSpPr>
          <p:spPr>
            <a:xfrm>
              <a:off x="5198331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47E0C838-B292-C0F5-D251-572EE3F0855C}"/>
                </a:ext>
              </a:extLst>
            </p:cNvPr>
            <p:cNvSpPr/>
            <p:nvPr/>
          </p:nvSpPr>
          <p:spPr>
            <a:xfrm>
              <a:off x="548062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A832C794-F7F0-1A46-2F82-9C8919191394}"/>
                </a:ext>
              </a:extLst>
            </p:cNvPr>
            <p:cNvSpPr/>
            <p:nvPr/>
          </p:nvSpPr>
          <p:spPr>
            <a:xfrm>
              <a:off x="576290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238060C5-A55C-181D-CB24-0EFC0013FD6B}"/>
                </a:ext>
              </a:extLst>
            </p:cNvPr>
            <p:cNvSpPr/>
            <p:nvPr/>
          </p:nvSpPr>
          <p:spPr>
            <a:xfrm>
              <a:off x="605491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222CFF5D-0F6B-055B-EB6A-D94540854798}"/>
                </a:ext>
              </a:extLst>
            </p:cNvPr>
            <p:cNvSpPr/>
            <p:nvPr/>
          </p:nvSpPr>
          <p:spPr>
            <a:xfrm>
              <a:off x="633719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0377F769-2A6D-171E-7023-A2127E8D83F6}"/>
                </a:ext>
              </a:extLst>
            </p:cNvPr>
            <p:cNvSpPr/>
            <p:nvPr/>
          </p:nvSpPr>
          <p:spPr>
            <a:xfrm>
              <a:off x="6619488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851B5956-B6DA-7AB1-8B9F-41106802EA51}"/>
                </a:ext>
              </a:extLst>
            </p:cNvPr>
            <p:cNvSpPr/>
            <p:nvPr/>
          </p:nvSpPr>
          <p:spPr>
            <a:xfrm>
              <a:off x="691014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7D51B00D-984C-8DE0-98BE-0ECA1F604DAF}"/>
                </a:ext>
              </a:extLst>
            </p:cNvPr>
            <p:cNvSpPr/>
            <p:nvPr/>
          </p:nvSpPr>
          <p:spPr>
            <a:xfrm>
              <a:off x="7194731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BDE53C9A-3B63-0EEF-285C-246E48471B45}"/>
                </a:ext>
              </a:extLst>
            </p:cNvPr>
            <p:cNvSpPr/>
            <p:nvPr/>
          </p:nvSpPr>
          <p:spPr>
            <a:xfrm>
              <a:off x="747702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2" name="사각형: 둥근 모서리 51">
              <a:extLst>
                <a:ext uri="{FF2B5EF4-FFF2-40B4-BE49-F238E27FC236}">
                  <a16:creationId xmlns:a16="http://schemas.microsoft.com/office/drawing/2014/main" id="{1956D02D-7AE7-37B5-70F3-5624192388CC}"/>
                </a:ext>
              </a:extLst>
            </p:cNvPr>
            <p:cNvSpPr/>
            <p:nvPr/>
          </p:nvSpPr>
          <p:spPr>
            <a:xfrm>
              <a:off x="775930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30910B5A-A536-64B8-82AE-E5E9C3820A7A}"/>
                </a:ext>
              </a:extLst>
            </p:cNvPr>
            <p:cNvSpPr/>
            <p:nvPr/>
          </p:nvSpPr>
          <p:spPr>
            <a:xfrm>
              <a:off x="263818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C987B247-4D9E-8769-4280-446308CA7F56}"/>
                </a:ext>
              </a:extLst>
            </p:cNvPr>
            <p:cNvSpPr/>
            <p:nvPr/>
          </p:nvSpPr>
          <p:spPr>
            <a:xfrm>
              <a:off x="2922771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1BF52224-29B9-E551-3828-8FB65D4473F8}"/>
                </a:ext>
              </a:extLst>
            </p:cNvPr>
            <p:cNvSpPr/>
            <p:nvPr/>
          </p:nvSpPr>
          <p:spPr>
            <a:xfrm>
              <a:off x="320506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37706137-AE8D-A753-BB17-2F2904290A0E}"/>
                </a:ext>
              </a:extLst>
            </p:cNvPr>
            <p:cNvSpPr/>
            <p:nvPr/>
          </p:nvSpPr>
          <p:spPr>
            <a:xfrm>
              <a:off x="348734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05CE071E-7B6F-0546-498A-B83386E87783}"/>
                </a:ext>
              </a:extLst>
            </p:cNvPr>
            <p:cNvSpPr/>
            <p:nvPr/>
          </p:nvSpPr>
          <p:spPr>
            <a:xfrm>
              <a:off x="377391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223086CA-1C4F-ABA7-F7E0-A24D4A8F39AA}"/>
                </a:ext>
              </a:extLst>
            </p:cNvPr>
            <p:cNvSpPr/>
            <p:nvPr/>
          </p:nvSpPr>
          <p:spPr>
            <a:xfrm>
              <a:off x="405851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B17C8076-8F3B-43C0-F652-CBF52DD5E793}"/>
                </a:ext>
              </a:extLst>
            </p:cNvPr>
            <p:cNvSpPr/>
            <p:nvPr/>
          </p:nvSpPr>
          <p:spPr>
            <a:xfrm>
              <a:off x="434079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1" name="사각형: 둥근 모서리 60">
              <a:extLst>
                <a:ext uri="{FF2B5EF4-FFF2-40B4-BE49-F238E27FC236}">
                  <a16:creationId xmlns:a16="http://schemas.microsoft.com/office/drawing/2014/main" id="{69B7C445-F4AF-7CBF-10B5-9D467CF251FA}"/>
                </a:ext>
              </a:extLst>
            </p:cNvPr>
            <p:cNvSpPr/>
            <p:nvPr/>
          </p:nvSpPr>
          <p:spPr>
            <a:xfrm>
              <a:off x="4623088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0C3D519C-C594-F4F9-563A-AE0D0A92749E}"/>
                </a:ext>
              </a:extLst>
            </p:cNvPr>
            <p:cNvSpPr/>
            <p:nvPr/>
          </p:nvSpPr>
          <p:spPr>
            <a:xfrm>
              <a:off x="491374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72B53931-E968-40AF-AF49-025E84D4D0A9}"/>
                </a:ext>
              </a:extLst>
            </p:cNvPr>
            <p:cNvSpPr/>
            <p:nvPr/>
          </p:nvSpPr>
          <p:spPr>
            <a:xfrm>
              <a:off x="5198331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D872ED37-60E6-7909-7E16-5B3EDBA92BC9}"/>
                </a:ext>
              </a:extLst>
            </p:cNvPr>
            <p:cNvSpPr/>
            <p:nvPr/>
          </p:nvSpPr>
          <p:spPr>
            <a:xfrm>
              <a:off x="548062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F3EB2A72-1268-75A8-D009-CD451AB0BB36}"/>
                </a:ext>
              </a:extLst>
            </p:cNvPr>
            <p:cNvSpPr/>
            <p:nvPr/>
          </p:nvSpPr>
          <p:spPr>
            <a:xfrm>
              <a:off x="576290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6" name="사각형: 둥근 모서리 65">
              <a:extLst>
                <a:ext uri="{FF2B5EF4-FFF2-40B4-BE49-F238E27FC236}">
                  <a16:creationId xmlns:a16="http://schemas.microsoft.com/office/drawing/2014/main" id="{C9D66EE6-E199-2419-0910-B82E607D3C53}"/>
                </a:ext>
              </a:extLst>
            </p:cNvPr>
            <p:cNvSpPr/>
            <p:nvPr/>
          </p:nvSpPr>
          <p:spPr>
            <a:xfrm>
              <a:off x="605491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7" name="사각형: 둥근 모서리 66">
              <a:extLst>
                <a:ext uri="{FF2B5EF4-FFF2-40B4-BE49-F238E27FC236}">
                  <a16:creationId xmlns:a16="http://schemas.microsoft.com/office/drawing/2014/main" id="{B1184C9A-A01F-992D-6EF5-8B6437C650FA}"/>
                </a:ext>
              </a:extLst>
            </p:cNvPr>
            <p:cNvSpPr/>
            <p:nvPr/>
          </p:nvSpPr>
          <p:spPr>
            <a:xfrm>
              <a:off x="633719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351492A6-75AB-832D-979B-860A152A783D}"/>
                </a:ext>
              </a:extLst>
            </p:cNvPr>
            <p:cNvSpPr/>
            <p:nvPr/>
          </p:nvSpPr>
          <p:spPr>
            <a:xfrm>
              <a:off x="6619488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DEF2A88E-B912-E790-D4DE-7C597F9433FD}"/>
                </a:ext>
              </a:extLst>
            </p:cNvPr>
            <p:cNvSpPr/>
            <p:nvPr/>
          </p:nvSpPr>
          <p:spPr>
            <a:xfrm>
              <a:off x="691014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46C723F0-93E8-EAF6-D6DF-8C7B0DC7FB56}"/>
                </a:ext>
              </a:extLst>
            </p:cNvPr>
            <p:cNvSpPr/>
            <p:nvPr/>
          </p:nvSpPr>
          <p:spPr>
            <a:xfrm>
              <a:off x="7194731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DFFC7D26-28ED-6EA0-BA15-594C471DE8F6}"/>
                </a:ext>
              </a:extLst>
            </p:cNvPr>
            <p:cNvSpPr txBox="1"/>
            <p:nvPr/>
          </p:nvSpPr>
          <p:spPr>
            <a:xfrm>
              <a:off x="3987427" y="2512015"/>
              <a:ext cx="100380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1000 </a:t>
              </a:r>
              <a:r>
                <a:rPr lang="ko-KR" altLang="en-US" sz="1400" dirty="0"/>
                <a:t>마리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69EA56D0-0865-3C9D-333E-45C5794CB248}"/>
                </a:ext>
              </a:extLst>
            </p:cNvPr>
            <p:cNvSpPr txBox="1"/>
            <p:nvPr/>
          </p:nvSpPr>
          <p:spPr>
            <a:xfrm>
              <a:off x="4243909" y="2838670"/>
              <a:ext cx="74731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02 : 32</a:t>
              </a:r>
              <a:endParaRPr lang="ko-KR" altLang="en-US" sz="1400" dirty="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1E64F0FA-C26C-46E2-7DB6-C8503349CF33}"/>
                </a:ext>
              </a:extLst>
            </p:cNvPr>
            <p:cNvSpPr txBox="1"/>
            <p:nvPr/>
          </p:nvSpPr>
          <p:spPr>
            <a:xfrm>
              <a:off x="4607789" y="3146447"/>
              <a:ext cx="3834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25</a:t>
              </a:r>
              <a:endParaRPr lang="ko-KR" altLang="en-US" sz="1400" dirty="0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25B00364-E318-B827-C2C6-9BBB6A5FA46E}"/>
                </a:ext>
              </a:extLst>
            </p:cNvPr>
            <p:cNvSpPr txBox="1"/>
            <p:nvPr/>
          </p:nvSpPr>
          <p:spPr>
            <a:xfrm>
              <a:off x="6049866" y="2512015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점수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44C43546-9AD0-F90E-5204-ED8763BC37D1}"/>
                </a:ext>
              </a:extLst>
            </p:cNvPr>
            <p:cNvSpPr txBox="1"/>
            <p:nvPr/>
          </p:nvSpPr>
          <p:spPr>
            <a:xfrm>
              <a:off x="7641935" y="2512015"/>
              <a:ext cx="82105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352,157</a:t>
              </a:r>
              <a:endParaRPr lang="ko-KR" altLang="en-US" sz="1400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11B22E67-4234-A0E0-2B65-03E18159FF02}"/>
                </a:ext>
              </a:extLst>
            </p:cNvPr>
            <p:cNvSpPr txBox="1"/>
            <p:nvPr/>
          </p:nvSpPr>
          <p:spPr>
            <a:xfrm>
              <a:off x="6049866" y="2837419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획득 골드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0E60C700-CB0B-F280-C4F9-19E646245FF9}"/>
                </a:ext>
              </a:extLst>
            </p:cNvPr>
            <p:cNvSpPr txBox="1"/>
            <p:nvPr/>
          </p:nvSpPr>
          <p:spPr>
            <a:xfrm>
              <a:off x="7980170" y="2837419"/>
              <a:ext cx="48282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520</a:t>
              </a:r>
              <a:endParaRPr lang="ko-KR" altLang="en-US" sz="1400" dirty="0"/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9F4E703C-753C-BAC4-C945-5778990A88E4}"/>
              </a:ext>
            </a:extLst>
          </p:cNvPr>
          <p:cNvSpPr txBox="1"/>
          <p:nvPr/>
        </p:nvSpPr>
        <p:spPr>
          <a:xfrm>
            <a:off x="912000" y="67859"/>
            <a:ext cx="1390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– </a:t>
            </a:r>
            <a:r>
              <a:rPr lang="ko-KR" altLang="en-US" dirty="0"/>
              <a:t>결과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1258825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193EF-5470-A3F1-4056-301058626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FF66CE15-1A39-7449-8A03-E5DA94A68B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7322" y="1347581"/>
            <a:ext cx="1800000" cy="1800000"/>
          </a:xfrm>
          <a:prstGeom prst="rect">
            <a:avLst/>
          </a:prstGeom>
        </p:spPr>
      </p:pic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BEE01DDE-4D4B-DAF6-3C1C-F2F909467C36}"/>
              </a:ext>
            </a:extLst>
          </p:cNvPr>
          <p:cNvSpPr/>
          <p:nvPr/>
        </p:nvSpPr>
        <p:spPr>
          <a:xfrm>
            <a:off x="2391729" y="1911489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F5652A6E-5314-3FB2-1D45-3F59DF48D738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1019E317-EAD8-75CF-3BA1-F98BB1773632}"/>
              </a:ext>
            </a:extLst>
          </p:cNvPr>
          <p:cNvSpPr/>
          <p:nvPr/>
        </p:nvSpPr>
        <p:spPr>
          <a:xfrm>
            <a:off x="6096000" y="1076908"/>
            <a:ext cx="4513053" cy="502640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F774A390-FB8C-611A-A2B2-60F06DECA02B}"/>
              </a:ext>
            </a:extLst>
          </p:cNvPr>
          <p:cNvSpPr/>
          <p:nvPr/>
        </p:nvSpPr>
        <p:spPr>
          <a:xfrm>
            <a:off x="8901021" y="1583959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522B5741-A85D-C854-2417-C23A4CB010DA}"/>
              </a:ext>
            </a:extLst>
          </p:cNvPr>
          <p:cNvSpPr/>
          <p:nvPr/>
        </p:nvSpPr>
        <p:spPr>
          <a:xfrm>
            <a:off x="8067704" y="1583959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B96F1E7-9AB1-ADC9-96B0-E85349F9AFC0}"/>
              </a:ext>
            </a:extLst>
          </p:cNvPr>
          <p:cNvSpPr/>
          <p:nvPr/>
        </p:nvSpPr>
        <p:spPr>
          <a:xfrm>
            <a:off x="7234387" y="1583959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A04E226-E465-31F4-4C49-4EEDDBDD528B}"/>
              </a:ext>
            </a:extLst>
          </p:cNvPr>
          <p:cNvSpPr/>
          <p:nvPr/>
        </p:nvSpPr>
        <p:spPr>
          <a:xfrm>
            <a:off x="6401070" y="1583959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DD578C7E-A4C7-9DDF-60B4-017819E5198A}"/>
              </a:ext>
            </a:extLst>
          </p:cNvPr>
          <p:cNvSpPr/>
          <p:nvPr/>
        </p:nvSpPr>
        <p:spPr>
          <a:xfrm>
            <a:off x="9734338" y="1583959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2DE481A5-47D9-5B42-B4B3-F5438A43DBF2}"/>
              </a:ext>
            </a:extLst>
          </p:cNvPr>
          <p:cNvSpPr/>
          <p:nvPr/>
        </p:nvSpPr>
        <p:spPr>
          <a:xfrm>
            <a:off x="8901021" y="242449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A7A1B9C3-632B-0B89-D061-6BFFCF40C26F}"/>
              </a:ext>
            </a:extLst>
          </p:cNvPr>
          <p:cNvSpPr/>
          <p:nvPr/>
        </p:nvSpPr>
        <p:spPr>
          <a:xfrm>
            <a:off x="8067704" y="242449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803A4059-6F3C-5ED6-A591-738D8A3E5E70}"/>
              </a:ext>
            </a:extLst>
          </p:cNvPr>
          <p:cNvSpPr/>
          <p:nvPr/>
        </p:nvSpPr>
        <p:spPr>
          <a:xfrm>
            <a:off x="7234387" y="242449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3061C470-B858-912B-BA0F-551CF7F1926E}"/>
              </a:ext>
            </a:extLst>
          </p:cNvPr>
          <p:cNvSpPr/>
          <p:nvPr/>
        </p:nvSpPr>
        <p:spPr>
          <a:xfrm>
            <a:off x="6401070" y="242449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73E4560D-8D40-5D7C-A321-02AF559C8E6E}"/>
              </a:ext>
            </a:extLst>
          </p:cNvPr>
          <p:cNvSpPr/>
          <p:nvPr/>
        </p:nvSpPr>
        <p:spPr>
          <a:xfrm>
            <a:off x="9734338" y="242449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D39CA191-6AF6-6C14-F3D4-C7B20EF55C4D}"/>
              </a:ext>
            </a:extLst>
          </p:cNvPr>
          <p:cNvSpPr/>
          <p:nvPr/>
        </p:nvSpPr>
        <p:spPr>
          <a:xfrm>
            <a:off x="8901021" y="325177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2543B9FF-3209-B30B-9D94-7C820418815A}"/>
              </a:ext>
            </a:extLst>
          </p:cNvPr>
          <p:cNvSpPr/>
          <p:nvPr/>
        </p:nvSpPr>
        <p:spPr>
          <a:xfrm>
            <a:off x="8067704" y="325177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DB177125-3949-FD3A-2750-924236DEE323}"/>
              </a:ext>
            </a:extLst>
          </p:cNvPr>
          <p:cNvSpPr/>
          <p:nvPr/>
        </p:nvSpPr>
        <p:spPr>
          <a:xfrm>
            <a:off x="7234387" y="325177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6E2B69BA-6509-733B-CF03-821DE27915B7}"/>
              </a:ext>
            </a:extLst>
          </p:cNvPr>
          <p:cNvSpPr/>
          <p:nvPr/>
        </p:nvSpPr>
        <p:spPr>
          <a:xfrm>
            <a:off x="6401070" y="325177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F44A48C3-9DC1-26B8-21C4-940C4C97E7AB}"/>
              </a:ext>
            </a:extLst>
          </p:cNvPr>
          <p:cNvSpPr/>
          <p:nvPr/>
        </p:nvSpPr>
        <p:spPr>
          <a:xfrm>
            <a:off x="9734338" y="325177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61" name="그림 60">
            <a:extLst>
              <a:ext uri="{FF2B5EF4-FFF2-40B4-BE49-F238E27FC236}">
                <a16:creationId xmlns:a16="http://schemas.microsoft.com/office/drawing/2014/main" id="{9E05F2CF-5CB0-B805-B923-D4B32A6630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6333" b="50000"/>
          <a:stretch>
            <a:fillRect/>
          </a:stretch>
        </p:blipFill>
        <p:spPr>
          <a:xfrm>
            <a:off x="6410474" y="5824222"/>
            <a:ext cx="3884103" cy="277392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01E9B2C5-1636-F4E1-C38E-EB5D7A3769F0}"/>
              </a:ext>
            </a:extLst>
          </p:cNvPr>
          <p:cNvSpPr txBox="1"/>
          <p:nvPr/>
        </p:nvSpPr>
        <p:spPr>
          <a:xfrm>
            <a:off x="6208144" y="1143209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장비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CAEB7FF0-F62E-76C6-D404-9E0EC3D6BF39}"/>
              </a:ext>
            </a:extLst>
          </p:cNvPr>
          <p:cNvSpPr/>
          <p:nvPr/>
        </p:nvSpPr>
        <p:spPr>
          <a:xfrm>
            <a:off x="8901021" y="407905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3034268C-A061-4899-2286-EDE4E0520066}"/>
              </a:ext>
            </a:extLst>
          </p:cNvPr>
          <p:cNvSpPr/>
          <p:nvPr/>
        </p:nvSpPr>
        <p:spPr>
          <a:xfrm>
            <a:off x="8067704" y="407905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162A4CD1-0280-A18E-8D95-EB3D67D0F2D9}"/>
              </a:ext>
            </a:extLst>
          </p:cNvPr>
          <p:cNvSpPr/>
          <p:nvPr/>
        </p:nvSpPr>
        <p:spPr>
          <a:xfrm>
            <a:off x="7234387" y="407905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7E4A09DC-9543-16B5-DB76-E2874841DB13}"/>
              </a:ext>
            </a:extLst>
          </p:cNvPr>
          <p:cNvSpPr/>
          <p:nvPr/>
        </p:nvSpPr>
        <p:spPr>
          <a:xfrm>
            <a:off x="6401070" y="407905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A5C405FB-A64B-A1E7-A36B-868ABAF1A4A1}"/>
              </a:ext>
            </a:extLst>
          </p:cNvPr>
          <p:cNvSpPr/>
          <p:nvPr/>
        </p:nvSpPr>
        <p:spPr>
          <a:xfrm>
            <a:off x="9734338" y="407905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25A7ABF3-9972-2687-FFB3-09755469BF67}"/>
              </a:ext>
            </a:extLst>
          </p:cNvPr>
          <p:cNvSpPr/>
          <p:nvPr/>
        </p:nvSpPr>
        <p:spPr>
          <a:xfrm>
            <a:off x="8901021" y="490633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94897239-EB2C-53CF-8C2E-CADC5124D162}"/>
              </a:ext>
            </a:extLst>
          </p:cNvPr>
          <p:cNvSpPr/>
          <p:nvPr/>
        </p:nvSpPr>
        <p:spPr>
          <a:xfrm>
            <a:off x="8067704" y="490633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46BC39CF-53FF-7711-3195-AB5E2EC750E7}"/>
              </a:ext>
            </a:extLst>
          </p:cNvPr>
          <p:cNvSpPr/>
          <p:nvPr/>
        </p:nvSpPr>
        <p:spPr>
          <a:xfrm>
            <a:off x="7234387" y="490633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445BB55-F01E-99AE-B18B-41189B8AC1C9}"/>
              </a:ext>
            </a:extLst>
          </p:cNvPr>
          <p:cNvSpPr/>
          <p:nvPr/>
        </p:nvSpPr>
        <p:spPr>
          <a:xfrm>
            <a:off x="6401070" y="490633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B95304E4-77E2-F65A-F9B7-EF82EF8DB4E9}"/>
              </a:ext>
            </a:extLst>
          </p:cNvPr>
          <p:cNvSpPr/>
          <p:nvPr/>
        </p:nvSpPr>
        <p:spPr>
          <a:xfrm>
            <a:off x="9734338" y="490633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6CF9F04-1C0F-D69C-6394-F7A0961F8933}"/>
              </a:ext>
            </a:extLst>
          </p:cNvPr>
          <p:cNvSpPr txBox="1"/>
          <p:nvPr/>
        </p:nvSpPr>
        <p:spPr>
          <a:xfrm>
            <a:off x="962147" y="560081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 dirty="0"/>
              <a:t>장비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B217C06C-750E-B75D-2F57-B19B161963D1}"/>
              </a:ext>
            </a:extLst>
          </p:cNvPr>
          <p:cNvSpPr/>
          <p:nvPr/>
        </p:nvSpPr>
        <p:spPr>
          <a:xfrm>
            <a:off x="1865054" y="3203262"/>
            <a:ext cx="3049846" cy="28834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2493CB4-BD30-F4C6-6364-C832232B2AAF}"/>
              </a:ext>
            </a:extLst>
          </p:cNvPr>
          <p:cNvSpPr txBox="1"/>
          <p:nvPr/>
        </p:nvSpPr>
        <p:spPr>
          <a:xfrm>
            <a:off x="1967550" y="3281758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 err="1"/>
              <a:t>스탯</a:t>
            </a:r>
            <a:endParaRPr lang="ko-KR" altLang="en-US" sz="1400" b="1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652BAC5-9EB1-C73A-9EA2-F1497B47529D}"/>
              </a:ext>
            </a:extLst>
          </p:cNvPr>
          <p:cNvSpPr txBox="1"/>
          <p:nvPr/>
        </p:nvSpPr>
        <p:spPr>
          <a:xfrm>
            <a:off x="1908463" y="3717787"/>
            <a:ext cx="36420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체력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06E113F-D2EF-21B4-F7E9-880103585659}"/>
              </a:ext>
            </a:extLst>
          </p:cNvPr>
          <p:cNvSpPr txBox="1"/>
          <p:nvPr/>
        </p:nvSpPr>
        <p:spPr>
          <a:xfrm>
            <a:off x="1908463" y="3931954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체력 재생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6A5F117-A490-413F-3827-40D67E8CBD4A}"/>
              </a:ext>
            </a:extLst>
          </p:cNvPr>
          <p:cNvSpPr txBox="1"/>
          <p:nvPr/>
        </p:nvSpPr>
        <p:spPr>
          <a:xfrm>
            <a:off x="1908463" y="4159423"/>
            <a:ext cx="4539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피해량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263BEEE4-D7D1-10B2-A6A2-9A10FB816728}"/>
              </a:ext>
            </a:extLst>
          </p:cNvPr>
          <p:cNvSpPr txBox="1"/>
          <p:nvPr/>
        </p:nvSpPr>
        <p:spPr>
          <a:xfrm>
            <a:off x="1908463" y="4402881"/>
            <a:ext cx="78739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이동 속도 증가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1F010BB-5A17-B8E9-D6AA-370C147B745B}"/>
              </a:ext>
            </a:extLst>
          </p:cNvPr>
          <p:cNvSpPr txBox="1"/>
          <p:nvPr/>
        </p:nvSpPr>
        <p:spPr>
          <a:xfrm>
            <a:off x="1908463" y="4646339"/>
            <a:ext cx="4539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방어력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910794A0-5F12-E9E6-F2C4-E3E887BCDF68}"/>
              </a:ext>
            </a:extLst>
          </p:cNvPr>
          <p:cNvSpPr txBox="1"/>
          <p:nvPr/>
        </p:nvSpPr>
        <p:spPr>
          <a:xfrm>
            <a:off x="1908463" y="4889797"/>
            <a:ext cx="36420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마력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A00D269-BA48-F2A4-DC6B-681148EEE7E4}"/>
              </a:ext>
            </a:extLst>
          </p:cNvPr>
          <p:cNvSpPr txBox="1"/>
          <p:nvPr/>
        </p:nvSpPr>
        <p:spPr>
          <a:xfrm>
            <a:off x="1908463" y="5133255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마력 회복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0335B879-F4A3-F1F7-F56D-82B6E9E36989}"/>
              </a:ext>
            </a:extLst>
          </p:cNvPr>
          <p:cNvSpPr txBox="1"/>
          <p:nvPr/>
        </p:nvSpPr>
        <p:spPr>
          <a:xfrm>
            <a:off x="1897423" y="5349447"/>
            <a:ext cx="84510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재사용 대기시간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7E7F642A-AD9F-660B-EB31-B0CDEDD216AF}"/>
              </a:ext>
            </a:extLst>
          </p:cNvPr>
          <p:cNvSpPr txBox="1"/>
          <p:nvPr/>
        </p:nvSpPr>
        <p:spPr>
          <a:xfrm>
            <a:off x="1897423" y="5592905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속성 피해량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32800B10-CB22-7971-17D2-04E011591912}"/>
              </a:ext>
            </a:extLst>
          </p:cNvPr>
          <p:cNvSpPr txBox="1"/>
          <p:nvPr/>
        </p:nvSpPr>
        <p:spPr>
          <a:xfrm>
            <a:off x="2832075" y="3717787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100</a:t>
            </a:r>
            <a:endParaRPr lang="ko-KR" altLang="en-US" sz="700" b="1" dirty="0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BF5483F4-D7D5-6F25-DE1C-4B59323303B2}"/>
              </a:ext>
            </a:extLst>
          </p:cNvPr>
          <p:cNvSpPr txBox="1"/>
          <p:nvPr/>
        </p:nvSpPr>
        <p:spPr>
          <a:xfrm>
            <a:off x="2777574" y="3931954"/>
            <a:ext cx="39305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1.0/s</a:t>
            </a:r>
            <a:endParaRPr lang="ko-KR" altLang="en-US" sz="700" b="1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02685317-1A1B-4439-522C-29C81B1AAE1F}"/>
              </a:ext>
            </a:extLst>
          </p:cNvPr>
          <p:cNvSpPr txBox="1"/>
          <p:nvPr/>
        </p:nvSpPr>
        <p:spPr>
          <a:xfrm>
            <a:off x="2740704" y="4159423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+10%</a:t>
            </a:r>
            <a:endParaRPr lang="ko-KR" altLang="en-US" sz="700" b="1" dirty="0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BE75A158-7C3E-0FAB-2E76-1567609AF117}"/>
              </a:ext>
            </a:extLst>
          </p:cNvPr>
          <p:cNvSpPr txBox="1"/>
          <p:nvPr/>
        </p:nvSpPr>
        <p:spPr>
          <a:xfrm>
            <a:off x="2934667" y="4402881"/>
            <a:ext cx="23596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0</a:t>
            </a:r>
            <a:endParaRPr lang="ko-KR" altLang="en-US" sz="700" b="1" dirty="0"/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249B6E2A-8756-5F73-0E2F-7195B74F7A9D}"/>
              </a:ext>
            </a:extLst>
          </p:cNvPr>
          <p:cNvSpPr txBox="1"/>
          <p:nvPr/>
        </p:nvSpPr>
        <p:spPr>
          <a:xfrm>
            <a:off x="2934667" y="4646339"/>
            <a:ext cx="23596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0</a:t>
            </a:r>
            <a:endParaRPr lang="ko-KR" altLang="en-US" sz="700" b="1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03F28DF9-018E-8F7F-A0B1-595AA0551035}"/>
              </a:ext>
            </a:extLst>
          </p:cNvPr>
          <p:cNvSpPr txBox="1"/>
          <p:nvPr/>
        </p:nvSpPr>
        <p:spPr>
          <a:xfrm>
            <a:off x="2832075" y="4889797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100</a:t>
            </a:r>
            <a:endParaRPr lang="ko-KR" altLang="en-US" sz="700" b="1" dirty="0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BB20DED5-6E6D-B4FD-BB78-8F2A2060DD6F}"/>
              </a:ext>
            </a:extLst>
          </p:cNvPr>
          <p:cNvSpPr txBox="1"/>
          <p:nvPr/>
        </p:nvSpPr>
        <p:spPr>
          <a:xfrm>
            <a:off x="2795206" y="5133255"/>
            <a:ext cx="37542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+1.0</a:t>
            </a:r>
            <a:endParaRPr lang="ko-KR" altLang="en-US" sz="700" b="1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C6DF54D-8D23-C411-07ED-E550E75F487A}"/>
              </a:ext>
            </a:extLst>
          </p:cNvPr>
          <p:cNvSpPr txBox="1"/>
          <p:nvPr/>
        </p:nvSpPr>
        <p:spPr>
          <a:xfrm>
            <a:off x="2730321" y="5349447"/>
            <a:ext cx="40267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-10%</a:t>
            </a:r>
            <a:endParaRPr lang="ko-KR" altLang="en-US" sz="700" b="1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F11FE370-DACE-30E7-775B-4874F2D6207A}"/>
              </a:ext>
            </a:extLst>
          </p:cNvPr>
          <p:cNvSpPr txBox="1"/>
          <p:nvPr/>
        </p:nvSpPr>
        <p:spPr>
          <a:xfrm>
            <a:off x="2703069" y="5587991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+10%</a:t>
            </a:r>
            <a:endParaRPr lang="ko-KR" altLang="en-US" sz="700" b="1" dirty="0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27E0CD54-717B-9D6A-C9AC-C582A7DD5147}"/>
              </a:ext>
            </a:extLst>
          </p:cNvPr>
          <p:cNvSpPr txBox="1"/>
          <p:nvPr/>
        </p:nvSpPr>
        <p:spPr>
          <a:xfrm>
            <a:off x="1897423" y="5834022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투사체 개수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0B21DF57-CB2E-ED9B-1D1E-D2B59B4A9863}"/>
              </a:ext>
            </a:extLst>
          </p:cNvPr>
          <p:cNvSpPr txBox="1"/>
          <p:nvPr/>
        </p:nvSpPr>
        <p:spPr>
          <a:xfrm>
            <a:off x="2897033" y="5829108"/>
            <a:ext cx="23596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</a:t>
            </a:r>
            <a:endParaRPr lang="ko-KR" altLang="en-US" sz="700" b="1" dirty="0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CE82BED8-7E31-3D86-ABA8-6184ABC03757}"/>
              </a:ext>
            </a:extLst>
          </p:cNvPr>
          <p:cNvSpPr txBox="1"/>
          <p:nvPr/>
        </p:nvSpPr>
        <p:spPr>
          <a:xfrm>
            <a:off x="2391729" y="5603538"/>
            <a:ext cx="377026" cy="1769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550" b="1" dirty="0"/>
              <a:t>(</a:t>
            </a:r>
            <a:r>
              <a:rPr lang="ko-KR" altLang="en-US" sz="550" b="1" dirty="0"/>
              <a:t>전체</a:t>
            </a:r>
            <a:r>
              <a:rPr lang="en-US" altLang="ko-KR" sz="550" b="1" dirty="0"/>
              <a:t>)</a:t>
            </a:r>
            <a:endParaRPr lang="ko-KR" altLang="en-US" sz="550" b="1" dirty="0"/>
          </a:p>
        </p:txBody>
      </p:sp>
      <p:sp>
        <p:nvSpPr>
          <p:cNvPr id="197" name="직사각형 196">
            <a:extLst>
              <a:ext uri="{FF2B5EF4-FFF2-40B4-BE49-F238E27FC236}">
                <a16:creationId xmlns:a16="http://schemas.microsoft.com/office/drawing/2014/main" id="{E5F748D3-2CCA-08FB-9FB3-8B55D72BD501}"/>
              </a:ext>
            </a:extLst>
          </p:cNvPr>
          <p:cNvSpPr/>
          <p:nvPr/>
        </p:nvSpPr>
        <p:spPr>
          <a:xfrm>
            <a:off x="4823188" y="3203262"/>
            <a:ext cx="91712" cy="288349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8" name="직사각형 197">
            <a:extLst>
              <a:ext uri="{FF2B5EF4-FFF2-40B4-BE49-F238E27FC236}">
                <a16:creationId xmlns:a16="http://schemas.microsoft.com/office/drawing/2014/main" id="{62CE0A38-D52F-210E-F30A-09A47A7114B9}"/>
              </a:ext>
            </a:extLst>
          </p:cNvPr>
          <p:cNvSpPr/>
          <p:nvPr/>
        </p:nvSpPr>
        <p:spPr>
          <a:xfrm>
            <a:off x="4823188" y="3207966"/>
            <a:ext cx="91712" cy="58380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직사각형 198">
            <a:extLst>
              <a:ext uri="{FF2B5EF4-FFF2-40B4-BE49-F238E27FC236}">
                <a16:creationId xmlns:a16="http://schemas.microsoft.com/office/drawing/2014/main" id="{780976A8-B74D-7DDE-0B48-BCE75989F9E7}"/>
              </a:ext>
            </a:extLst>
          </p:cNvPr>
          <p:cNvSpPr/>
          <p:nvPr/>
        </p:nvSpPr>
        <p:spPr>
          <a:xfrm>
            <a:off x="10518099" y="1226718"/>
            <a:ext cx="91712" cy="464389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0" name="직사각형 199">
            <a:extLst>
              <a:ext uri="{FF2B5EF4-FFF2-40B4-BE49-F238E27FC236}">
                <a16:creationId xmlns:a16="http://schemas.microsoft.com/office/drawing/2014/main" id="{A96EAA19-78BB-55C4-89A2-BC41D6BB216D}"/>
              </a:ext>
            </a:extLst>
          </p:cNvPr>
          <p:cNvSpPr/>
          <p:nvPr/>
        </p:nvSpPr>
        <p:spPr>
          <a:xfrm>
            <a:off x="10518099" y="1226718"/>
            <a:ext cx="91712" cy="58380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05" name="표 204">
            <a:extLst>
              <a:ext uri="{FF2B5EF4-FFF2-40B4-BE49-F238E27FC236}">
                <a16:creationId xmlns:a16="http://schemas.microsoft.com/office/drawing/2014/main" id="{00527C0F-2966-8B90-E4CA-88F1F19BE918}"/>
              </a:ext>
            </a:extLst>
          </p:cNvPr>
          <p:cNvGraphicFramePr>
            <a:graphicFrameLocks noGrp="1"/>
          </p:cNvGraphicFramePr>
          <p:nvPr/>
        </p:nvGraphicFramePr>
        <p:xfrm>
          <a:off x="3563771" y="3981109"/>
          <a:ext cx="920353" cy="1981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53570">
                  <a:extLst>
                    <a:ext uri="{9D8B030D-6E8A-4147-A177-3AD203B41FA5}">
                      <a16:colId xmlns:a16="http://schemas.microsoft.com/office/drawing/2014/main" val="2668802746"/>
                    </a:ext>
                  </a:extLst>
                </a:gridCol>
                <a:gridCol w="466783">
                  <a:extLst>
                    <a:ext uri="{9D8B030D-6E8A-4147-A177-3AD203B41FA5}">
                      <a16:colId xmlns:a16="http://schemas.microsoft.com/office/drawing/2014/main" val="9172080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화염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24937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바람</a:t>
                      </a:r>
                      <a:endParaRPr lang="en-US" altLang="ko-KR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68882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물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90120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대지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6833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얼음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39505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전기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5541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그림자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69420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에너지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24808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물리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5292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998723"/>
                  </a:ext>
                </a:extLst>
              </a:tr>
            </a:tbl>
          </a:graphicData>
        </a:graphic>
      </p:graphicFrame>
      <p:sp>
        <p:nvSpPr>
          <p:cNvPr id="206" name="TextBox 205">
            <a:extLst>
              <a:ext uri="{FF2B5EF4-FFF2-40B4-BE49-F238E27FC236}">
                <a16:creationId xmlns:a16="http://schemas.microsoft.com/office/drawing/2014/main" id="{74B05CCB-6B59-4F6D-BC43-8F9FEF651BB1}"/>
              </a:ext>
            </a:extLst>
          </p:cNvPr>
          <p:cNvSpPr txBox="1"/>
          <p:nvPr/>
        </p:nvSpPr>
        <p:spPr>
          <a:xfrm>
            <a:off x="3563072" y="3679207"/>
            <a:ext cx="99899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b="1"/>
              <a:t>속성별 피해량</a:t>
            </a:r>
            <a:endParaRPr lang="ko-KR" altLang="en-US" sz="1000" b="1" dirty="0"/>
          </a:p>
        </p:txBody>
      </p:sp>
      <p:grpSp>
        <p:nvGrpSpPr>
          <p:cNvPr id="209" name="그룹 208">
            <a:extLst>
              <a:ext uri="{FF2B5EF4-FFF2-40B4-BE49-F238E27FC236}">
                <a16:creationId xmlns:a16="http://schemas.microsoft.com/office/drawing/2014/main" id="{FAF4B290-63FD-BA93-3DEB-7EB4B4C13DCA}"/>
              </a:ext>
            </a:extLst>
          </p:cNvPr>
          <p:cNvGrpSpPr/>
          <p:nvPr/>
        </p:nvGrpSpPr>
        <p:grpSpPr>
          <a:xfrm>
            <a:off x="6971576" y="1217193"/>
            <a:ext cx="540000" cy="246221"/>
            <a:chOff x="6971576" y="1217193"/>
            <a:chExt cx="540000" cy="246221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E2C72E0C-A43B-3169-FE49-0E4FADF73EDA}"/>
                </a:ext>
              </a:extLst>
            </p:cNvPr>
            <p:cNvSpPr/>
            <p:nvPr/>
          </p:nvSpPr>
          <p:spPr>
            <a:xfrm>
              <a:off x="6971576" y="1226718"/>
              <a:ext cx="540000" cy="231116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207" name="TextBox 206">
              <a:extLst>
                <a:ext uri="{FF2B5EF4-FFF2-40B4-BE49-F238E27FC236}">
                  <a16:creationId xmlns:a16="http://schemas.microsoft.com/office/drawing/2014/main" id="{C2B820BF-3747-A678-F6EC-85AFE7A6BCC6}"/>
                </a:ext>
              </a:extLst>
            </p:cNvPr>
            <p:cNvSpPr txBox="1"/>
            <p:nvPr/>
          </p:nvSpPr>
          <p:spPr>
            <a:xfrm>
              <a:off x="7012820" y="1217193"/>
              <a:ext cx="44114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000" dirty="0"/>
                <a:t>무기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DF2F456E-E7E8-76AF-1676-998A468E13AC}"/>
              </a:ext>
            </a:extLst>
          </p:cNvPr>
          <p:cNvSpPr txBox="1"/>
          <p:nvPr/>
        </p:nvSpPr>
        <p:spPr>
          <a:xfrm rot="10800000">
            <a:off x="10734945" y="611663"/>
            <a:ext cx="469089" cy="40862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63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ln w="6350">
                  <a:solidFill>
                    <a:schemeClr val="tx1"/>
                  </a:solidFill>
                </a:ln>
                <a:sym typeface="Wingdings" panose="05000000000000000000" pitchFamily="2" charset="2"/>
              </a:rPr>
              <a:t></a:t>
            </a:r>
            <a:endParaRPr lang="ko-KR" altLang="en-US" dirty="0">
              <a:ln w="6350">
                <a:solidFill>
                  <a:schemeClr val="tx1"/>
                </a:solidFill>
              </a:ln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86216DA-E8E6-9B81-1E2A-704BC0C2146B}"/>
              </a:ext>
            </a:extLst>
          </p:cNvPr>
          <p:cNvSpPr txBox="1"/>
          <p:nvPr/>
        </p:nvSpPr>
        <p:spPr>
          <a:xfrm>
            <a:off x="912000" y="67859"/>
            <a:ext cx="2629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/>
              <a:t>게임 외부 </a:t>
            </a:r>
            <a:r>
              <a:rPr lang="en-US" altLang="ko-KR" dirty="0"/>
              <a:t>- </a:t>
            </a:r>
            <a:r>
              <a:rPr lang="ko-KR" altLang="en-US" dirty="0"/>
              <a:t>장비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3198457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5871E-0165-D710-6411-F040F6A2A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7CA719E7-2647-E0DC-9F1A-1C591F389670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23A36-2107-6FF5-AC7C-F36014716147}"/>
              </a:ext>
            </a:extLst>
          </p:cNvPr>
          <p:cNvSpPr txBox="1"/>
          <p:nvPr/>
        </p:nvSpPr>
        <p:spPr>
          <a:xfrm>
            <a:off x="962147" y="560081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 dirty="0"/>
              <a:t>업그레이드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B1B9997D-B658-9E77-AD6E-12B119D9999F}"/>
              </a:ext>
            </a:extLst>
          </p:cNvPr>
          <p:cNvSpPr/>
          <p:nvPr/>
        </p:nvSpPr>
        <p:spPr>
          <a:xfrm>
            <a:off x="1769721" y="1334391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A9FB842-AD6A-1649-170F-2C99AD138472}"/>
              </a:ext>
            </a:extLst>
          </p:cNvPr>
          <p:cNvSpPr/>
          <p:nvPr/>
        </p:nvSpPr>
        <p:spPr>
          <a:xfrm>
            <a:off x="9882279" y="1334391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6041D04F-D385-07FA-2F9C-F96520B72DD1}"/>
              </a:ext>
            </a:extLst>
          </p:cNvPr>
          <p:cNvSpPr/>
          <p:nvPr/>
        </p:nvSpPr>
        <p:spPr>
          <a:xfrm>
            <a:off x="2928658" y="1334391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39A8F49B-C6D4-985C-6EEA-4F8CDF5744EC}"/>
              </a:ext>
            </a:extLst>
          </p:cNvPr>
          <p:cNvSpPr/>
          <p:nvPr/>
        </p:nvSpPr>
        <p:spPr>
          <a:xfrm>
            <a:off x="4087595" y="1334391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07540B70-BD27-1B56-A7AC-86E8ADAE1ED6}"/>
              </a:ext>
            </a:extLst>
          </p:cNvPr>
          <p:cNvSpPr/>
          <p:nvPr/>
        </p:nvSpPr>
        <p:spPr>
          <a:xfrm>
            <a:off x="5246532" y="1334391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FFBB7CB8-6997-C746-48BF-9D870B18BEC5}"/>
              </a:ext>
            </a:extLst>
          </p:cNvPr>
          <p:cNvSpPr/>
          <p:nvPr/>
        </p:nvSpPr>
        <p:spPr>
          <a:xfrm>
            <a:off x="6405469" y="1334391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3637FD6-6FB0-ED66-67A1-F0A26B4567E0}"/>
              </a:ext>
            </a:extLst>
          </p:cNvPr>
          <p:cNvSpPr/>
          <p:nvPr/>
        </p:nvSpPr>
        <p:spPr>
          <a:xfrm>
            <a:off x="7564406" y="1334391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923DE66E-C95C-BB04-E4B5-B858163517F1}"/>
              </a:ext>
            </a:extLst>
          </p:cNvPr>
          <p:cNvSpPr/>
          <p:nvPr/>
        </p:nvSpPr>
        <p:spPr>
          <a:xfrm>
            <a:off x="8723343" y="1334391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BDB93C74-A452-07E5-D60F-B168CDBD66C4}"/>
              </a:ext>
            </a:extLst>
          </p:cNvPr>
          <p:cNvSpPr/>
          <p:nvPr/>
        </p:nvSpPr>
        <p:spPr>
          <a:xfrm>
            <a:off x="1769721" y="294790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09AE5921-A9ED-4E1D-4B07-E41E736AB4CE}"/>
              </a:ext>
            </a:extLst>
          </p:cNvPr>
          <p:cNvSpPr/>
          <p:nvPr/>
        </p:nvSpPr>
        <p:spPr>
          <a:xfrm>
            <a:off x="9882279" y="294790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F6BB8753-DA75-44A2-43A2-BD2D5513A72C}"/>
              </a:ext>
            </a:extLst>
          </p:cNvPr>
          <p:cNvSpPr/>
          <p:nvPr/>
        </p:nvSpPr>
        <p:spPr>
          <a:xfrm>
            <a:off x="2928658" y="294790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D593BA03-E741-6F96-63C0-0B47E0AF9756}"/>
              </a:ext>
            </a:extLst>
          </p:cNvPr>
          <p:cNvSpPr/>
          <p:nvPr/>
        </p:nvSpPr>
        <p:spPr>
          <a:xfrm>
            <a:off x="4087595" y="294790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E09B5FC1-9296-ABF6-1ADF-117ACC4FE177}"/>
              </a:ext>
            </a:extLst>
          </p:cNvPr>
          <p:cNvSpPr/>
          <p:nvPr/>
        </p:nvSpPr>
        <p:spPr>
          <a:xfrm>
            <a:off x="5246532" y="294790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96ADDD79-408D-192A-C6DA-FCE7AD58EFC3}"/>
              </a:ext>
            </a:extLst>
          </p:cNvPr>
          <p:cNvSpPr/>
          <p:nvPr/>
        </p:nvSpPr>
        <p:spPr>
          <a:xfrm>
            <a:off x="6405469" y="294790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5C6C006A-4A15-9DF5-1D6E-ED6E2835E8D0}"/>
              </a:ext>
            </a:extLst>
          </p:cNvPr>
          <p:cNvSpPr/>
          <p:nvPr/>
        </p:nvSpPr>
        <p:spPr>
          <a:xfrm>
            <a:off x="7564406" y="294790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488ACE11-8496-05ED-E6DD-B52694BDC4EC}"/>
              </a:ext>
            </a:extLst>
          </p:cNvPr>
          <p:cNvSpPr/>
          <p:nvPr/>
        </p:nvSpPr>
        <p:spPr>
          <a:xfrm>
            <a:off x="8723343" y="294790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A61BBD27-24C4-5515-3977-22F97851EB7B}"/>
              </a:ext>
            </a:extLst>
          </p:cNvPr>
          <p:cNvSpPr/>
          <p:nvPr/>
        </p:nvSpPr>
        <p:spPr>
          <a:xfrm>
            <a:off x="1769721" y="46561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205A4442-E702-685B-AFB1-1897327200BA}"/>
              </a:ext>
            </a:extLst>
          </p:cNvPr>
          <p:cNvSpPr/>
          <p:nvPr/>
        </p:nvSpPr>
        <p:spPr>
          <a:xfrm>
            <a:off x="2928658" y="46561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F241DE82-7DCA-E26E-1462-F005116DFA6E}"/>
              </a:ext>
            </a:extLst>
          </p:cNvPr>
          <p:cNvSpPr/>
          <p:nvPr/>
        </p:nvSpPr>
        <p:spPr>
          <a:xfrm>
            <a:off x="4087595" y="46561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2E649CF4-C59B-C103-D3CB-CC933B34B3D9}"/>
              </a:ext>
            </a:extLst>
          </p:cNvPr>
          <p:cNvSpPr/>
          <p:nvPr/>
        </p:nvSpPr>
        <p:spPr>
          <a:xfrm>
            <a:off x="5246532" y="46561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039AF42F-1055-FBAC-3B85-8E316EA96B54}"/>
              </a:ext>
            </a:extLst>
          </p:cNvPr>
          <p:cNvSpPr/>
          <p:nvPr/>
        </p:nvSpPr>
        <p:spPr>
          <a:xfrm>
            <a:off x="6405469" y="46561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3773EE8A-EF05-57F1-4E12-B4F4E8503062}"/>
              </a:ext>
            </a:extLst>
          </p:cNvPr>
          <p:cNvSpPr/>
          <p:nvPr/>
        </p:nvSpPr>
        <p:spPr>
          <a:xfrm>
            <a:off x="7564406" y="46561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CD54EB4-5719-E5D4-3A58-348FDC4B9568}"/>
              </a:ext>
            </a:extLst>
          </p:cNvPr>
          <p:cNvSpPr txBox="1"/>
          <p:nvPr/>
        </p:nvSpPr>
        <p:spPr>
          <a:xfrm>
            <a:off x="1812735" y="2037709"/>
            <a:ext cx="45397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체력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F9F4E67-A431-DAE4-85F1-5CB0A4C178CF}"/>
              </a:ext>
            </a:extLst>
          </p:cNvPr>
          <p:cNvSpPr txBox="1"/>
          <p:nvPr/>
        </p:nvSpPr>
        <p:spPr>
          <a:xfrm>
            <a:off x="2812975" y="2037709"/>
            <a:ext cx="77136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체력 재생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621BE36-99BD-F54C-E566-10FC7ABB9F8D}"/>
              </a:ext>
            </a:extLst>
          </p:cNvPr>
          <p:cNvSpPr txBox="1"/>
          <p:nvPr/>
        </p:nvSpPr>
        <p:spPr>
          <a:xfrm>
            <a:off x="4063283" y="2037709"/>
            <a:ext cx="58862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피해량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B5C58F5-05A0-D6A5-1CC9-12D63C325FBA}"/>
              </a:ext>
            </a:extLst>
          </p:cNvPr>
          <p:cNvSpPr txBox="1"/>
          <p:nvPr/>
        </p:nvSpPr>
        <p:spPr>
          <a:xfrm>
            <a:off x="5130850" y="1924030"/>
            <a:ext cx="771365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이동 속도</a:t>
            </a:r>
            <a:br>
              <a:rPr lang="en-US" altLang="ko-KR" sz="1050" b="1" dirty="0"/>
            </a:br>
            <a:r>
              <a:rPr lang="ko-KR" altLang="en-US" sz="1050" b="1" dirty="0"/>
              <a:t>증가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54768F2-7DFD-509C-2AC5-771092BB4358}"/>
              </a:ext>
            </a:extLst>
          </p:cNvPr>
          <p:cNvSpPr txBox="1"/>
          <p:nvPr/>
        </p:nvSpPr>
        <p:spPr>
          <a:xfrm>
            <a:off x="6381157" y="2037709"/>
            <a:ext cx="58862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방어력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22794E7-23AB-E795-3175-5F9383E36DBF}"/>
              </a:ext>
            </a:extLst>
          </p:cNvPr>
          <p:cNvSpPr txBox="1"/>
          <p:nvPr/>
        </p:nvSpPr>
        <p:spPr>
          <a:xfrm>
            <a:off x="7607420" y="2037709"/>
            <a:ext cx="45397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마력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F0B6A95-59E7-D449-1AF6-8738F8E05017}"/>
              </a:ext>
            </a:extLst>
          </p:cNvPr>
          <p:cNvSpPr txBox="1"/>
          <p:nvPr/>
        </p:nvSpPr>
        <p:spPr>
          <a:xfrm>
            <a:off x="8607660" y="2037709"/>
            <a:ext cx="77136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마력 회복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3D92B52-755E-0BC1-41A8-3373017D5832}"/>
              </a:ext>
            </a:extLst>
          </p:cNvPr>
          <p:cNvSpPr txBox="1"/>
          <p:nvPr/>
        </p:nvSpPr>
        <p:spPr>
          <a:xfrm>
            <a:off x="9790641" y="1924030"/>
            <a:ext cx="723275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재사용</a:t>
            </a:r>
            <a:br>
              <a:rPr lang="en-US" altLang="ko-KR" sz="1050" b="1" dirty="0"/>
            </a:br>
            <a:r>
              <a:rPr lang="ko-KR" altLang="en-US" sz="1050" b="1" dirty="0"/>
              <a:t>대기시간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B05AD5D-3867-B017-3943-F2B2C82D0578}"/>
              </a:ext>
            </a:extLst>
          </p:cNvPr>
          <p:cNvSpPr txBox="1"/>
          <p:nvPr/>
        </p:nvSpPr>
        <p:spPr>
          <a:xfrm>
            <a:off x="1586712" y="3656117"/>
            <a:ext cx="90601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투사체 개수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2B8942A-D271-D4DC-5F72-FB599CB7D936}"/>
              </a:ext>
            </a:extLst>
          </p:cNvPr>
          <p:cNvSpPr txBox="1"/>
          <p:nvPr/>
        </p:nvSpPr>
        <p:spPr>
          <a:xfrm>
            <a:off x="2745650" y="3656117"/>
            <a:ext cx="90601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투사체 크기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28474D0-545B-0F38-3882-B1F7FAA55F32}"/>
              </a:ext>
            </a:extLst>
          </p:cNvPr>
          <p:cNvSpPr txBox="1"/>
          <p:nvPr/>
        </p:nvSpPr>
        <p:spPr>
          <a:xfrm>
            <a:off x="3971912" y="3656117"/>
            <a:ext cx="77136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기술 범위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447C67E-3DDA-CE1C-0A45-6DCE428BDF38}"/>
              </a:ext>
            </a:extLst>
          </p:cNvPr>
          <p:cNvSpPr txBox="1"/>
          <p:nvPr/>
        </p:nvSpPr>
        <p:spPr>
          <a:xfrm>
            <a:off x="5063524" y="3656117"/>
            <a:ext cx="90601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경험치 획득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D974829-F158-D3DB-204F-506DAF91A7ED}"/>
              </a:ext>
            </a:extLst>
          </p:cNvPr>
          <p:cNvSpPr txBox="1"/>
          <p:nvPr/>
        </p:nvSpPr>
        <p:spPr>
          <a:xfrm>
            <a:off x="6289786" y="3656117"/>
            <a:ext cx="77136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획득 반경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37CACDB-E1CC-EFFB-E1E5-B7AC7EF91639}"/>
              </a:ext>
            </a:extLst>
          </p:cNvPr>
          <p:cNvSpPr txBox="1"/>
          <p:nvPr/>
        </p:nvSpPr>
        <p:spPr>
          <a:xfrm>
            <a:off x="7381397" y="3537542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전체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0240AEE-410F-758C-E704-82CB78015FEA}"/>
              </a:ext>
            </a:extLst>
          </p:cNvPr>
          <p:cNvSpPr txBox="1"/>
          <p:nvPr/>
        </p:nvSpPr>
        <p:spPr>
          <a:xfrm>
            <a:off x="8540335" y="3537542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화염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ADD5AF1-A8DA-25D3-FE25-90FB99CBEAAB}"/>
              </a:ext>
            </a:extLst>
          </p:cNvPr>
          <p:cNvSpPr txBox="1"/>
          <p:nvPr/>
        </p:nvSpPr>
        <p:spPr>
          <a:xfrm>
            <a:off x="9699270" y="3537542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바람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83D5FCA-09BB-09F6-68FD-8253B3B534CA}"/>
              </a:ext>
            </a:extLst>
          </p:cNvPr>
          <p:cNvSpPr txBox="1"/>
          <p:nvPr/>
        </p:nvSpPr>
        <p:spPr>
          <a:xfrm>
            <a:off x="1586712" y="5242205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물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DF34A1F-137A-857C-FE95-CED0CD670024}"/>
              </a:ext>
            </a:extLst>
          </p:cNvPr>
          <p:cNvSpPr txBox="1"/>
          <p:nvPr/>
        </p:nvSpPr>
        <p:spPr>
          <a:xfrm>
            <a:off x="2745649" y="5242205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대지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2004FCD-6296-0B06-766C-748CC9027CEF}"/>
              </a:ext>
            </a:extLst>
          </p:cNvPr>
          <p:cNvSpPr txBox="1"/>
          <p:nvPr/>
        </p:nvSpPr>
        <p:spPr>
          <a:xfrm>
            <a:off x="3904586" y="5242205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얼음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7A18C94-518F-731E-91E0-D2FB930B5E0A}"/>
              </a:ext>
            </a:extLst>
          </p:cNvPr>
          <p:cNvSpPr txBox="1"/>
          <p:nvPr/>
        </p:nvSpPr>
        <p:spPr>
          <a:xfrm>
            <a:off x="5063523" y="5242205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전기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0A5DA14-A55F-1CF8-4E54-3CBEFCD1A84E}"/>
              </a:ext>
            </a:extLst>
          </p:cNvPr>
          <p:cNvSpPr txBox="1"/>
          <p:nvPr/>
        </p:nvSpPr>
        <p:spPr>
          <a:xfrm>
            <a:off x="6222460" y="5242205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그림자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FD5E47D-F14B-169E-9C6A-E4E2C50851F8}"/>
              </a:ext>
            </a:extLst>
          </p:cNvPr>
          <p:cNvSpPr txBox="1"/>
          <p:nvPr/>
        </p:nvSpPr>
        <p:spPr>
          <a:xfrm>
            <a:off x="7381397" y="5242205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에너지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120" name="사각형: 둥근 모서리 119">
            <a:extLst>
              <a:ext uri="{FF2B5EF4-FFF2-40B4-BE49-F238E27FC236}">
                <a16:creationId xmlns:a16="http://schemas.microsoft.com/office/drawing/2014/main" id="{48ACF618-1AE0-BC0C-74CC-363968395A46}"/>
              </a:ext>
            </a:extLst>
          </p:cNvPr>
          <p:cNvSpPr/>
          <p:nvPr/>
        </p:nvSpPr>
        <p:spPr>
          <a:xfrm>
            <a:off x="8689413" y="46561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2838023-A953-946B-764D-BF8886C42649}"/>
              </a:ext>
            </a:extLst>
          </p:cNvPr>
          <p:cNvSpPr txBox="1"/>
          <p:nvPr/>
        </p:nvSpPr>
        <p:spPr>
          <a:xfrm>
            <a:off x="8506404" y="5242205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물리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147" name="사각형: 둥근 모서리 146">
            <a:extLst>
              <a:ext uri="{FF2B5EF4-FFF2-40B4-BE49-F238E27FC236}">
                <a16:creationId xmlns:a16="http://schemas.microsoft.com/office/drawing/2014/main" id="{F0D957F1-5358-33C1-6194-813F344DDEE2}"/>
              </a:ext>
            </a:extLst>
          </p:cNvPr>
          <p:cNvSpPr/>
          <p:nvPr/>
        </p:nvSpPr>
        <p:spPr>
          <a:xfrm>
            <a:off x="9882279" y="46561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80FE8C66-BCA3-3556-37C1-5281D1B5375D}"/>
              </a:ext>
            </a:extLst>
          </p:cNvPr>
          <p:cNvSpPr txBox="1"/>
          <p:nvPr/>
        </p:nvSpPr>
        <p:spPr>
          <a:xfrm>
            <a:off x="9699270" y="5242205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독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328EAE9A-8DA3-9472-FCCD-981554D92B02}"/>
              </a:ext>
            </a:extLst>
          </p:cNvPr>
          <p:cNvSpPr txBox="1"/>
          <p:nvPr/>
        </p:nvSpPr>
        <p:spPr>
          <a:xfrm>
            <a:off x="1712547" y="23363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8B0F01BF-4EBE-3C5F-214A-9861F14A7AB2}"/>
              </a:ext>
            </a:extLst>
          </p:cNvPr>
          <p:cNvSpPr txBox="1"/>
          <p:nvPr/>
        </p:nvSpPr>
        <p:spPr>
          <a:xfrm>
            <a:off x="1756630" y="25655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A79CEF22-0E08-453B-656F-C4687BCF86C0}"/>
              </a:ext>
            </a:extLst>
          </p:cNvPr>
          <p:cNvSpPr txBox="1"/>
          <p:nvPr/>
        </p:nvSpPr>
        <p:spPr>
          <a:xfrm>
            <a:off x="2875492" y="23363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A99C3D79-CFE4-D9FB-B7AE-A18CF776C14B}"/>
              </a:ext>
            </a:extLst>
          </p:cNvPr>
          <p:cNvSpPr txBox="1"/>
          <p:nvPr/>
        </p:nvSpPr>
        <p:spPr>
          <a:xfrm>
            <a:off x="2919575" y="25655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E77C9E9E-264A-BC15-1B56-666FE1A638D3}"/>
              </a:ext>
            </a:extLst>
          </p:cNvPr>
          <p:cNvSpPr txBox="1"/>
          <p:nvPr/>
        </p:nvSpPr>
        <p:spPr>
          <a:xfrm>
            <a:off x="4010384" y="23363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4D847C65-05B2-5B57-FCF5-36FE164C2FA2}"/>
              </a:ext>
            </a:extLst>
          </p:cNvPr>
          <p:cNvSpPr txBox="1"/>
          <p:nvPr/>
        </p:nvSpPr>
        <p:spPr>
          <a:xfrm>
            <a:off x="4054467" y="25655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E9693E80-BB49-AE24-D769-AC25CB80EC8C}"/>
              </a:ext>
            </a:extLst>
          </p:cNvPr>
          <p:cNvSpPr txBox="1"/>
          <p:nvPr/>
        </p:nvSpPr>
        <p:spPr>
          <a:xfrm>
            <a:off x="5145010" y="23363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D5AE397C-ED19-9020-17AF-F3B12B4C9AF0}"/>
              </a:ext>
            </a:extLst>
          </p:cNvPr>
          <p:cNvSpPr txBox="1"/>
          <p:nvPr/>
        </p:nvSpPr>
        <p:spPr>
          <a:xfrm>
            <a:off x="5189093" y="25655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CEE8BCEA-AB57-4059-9736-2CDEA1591A37}"/>
              </a:ext>
            </a:extLst>
          </p:cNvPr>
          <p:cNvSpPr txBox="1"/>
          <p:nvPr/>
        </p:nvSpPr>
        <p:spPr>
          <a:xfrm>
            <a:off x="6319711" y="23363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E10A8348-4FC1-F57A-2347-DD227F260DD5}"/>
              </a:ext>
            </a:extLst>
          </p:cNvPr>
          <p:cNvSpPr txBox="1"/>
          <p:nvPr/>
        </p:nvSpPr>
        <p:spPr>
          <a:xfrm>
            <a:off x="6363794" y="25655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D78F4B6E-0F81-A3C6-D8AA-1FC98F5CC1F7}"/>
              </a:ext>
            </a:extLst>
          </p:cNvPr>
          <p:cNvSpPr txBox="1"/>
          <p:nvPr/>
        </p:nvSpPr>
        <p:spPr>
          <a:xfrm>
            <a:off x="7534487" y="23363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A30FE553-8CDA-375B-36AE-6B0D9D7A354F}"/>
              </a:ext>
            </a:extLst>
          </p:cNvPr>
          <p:cNvSpPr txBox="1"/>
          <p:nvPr/>
        </p:nvSpPr>
        <p:spPr>
          <a:xfrm>
            <a:off x="7578570" y="25655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5291C374-E2D3-52FB-E4AA-EE45E334D532}"/>
              </a:ext>
            </a:extLst>
          </p:cNvPr>
          <p:cNvSpPr txBox="1"/>
          <p:nvPr/>
        </p:nvSpPr>
        <p:spPr>
          <a:xfrm>
            <a:off x="8669037" y="23363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4E4C5AF6-98D6-F5D8-2211-FD91535E4FDF}"/>
              </a:ext>
            </a:extLst>
          </p:cNvPr>
          <p:cNvSpPr txBox="1"/>
          <p:nvPr/>
        </p:nvSpPr>
        <p:spPr>
          <a:xfrm>
            <a:off x="8713120" y="25655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6235CC6F-D787-7057-7DDC-6851A650A9E0}"/>
              </a:ext>
            </a:extLst>
          </p:cNvPr>
          <p:cNvSpPr txBox="1"/>
          <p:nvPr/>
        </p:nvSpPr>
        <p:spPr>
          <a:xfrm>
            <a:off x="9812285" y="23363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85C5695E-A6D5-A627-457D-FD3CAF5D376F}"/>
              </a:ext>
            </a:extLst>
          </p:cNvPr>
          <p:cNvSpPr txBox="1"/>
          <p:nvPr/>
        </p:nvSpPr>
        <p:spPr>
          <a:xfrm>
            <a:off x="9856368" y="25655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FBCB89C3-A91F-2804-8F04-DB852AED77ED}"/>
              </a:ext>
            </a:extLst>
          </p:cNvPr>
          <p:cNvSpPr txBox="1"/>
          <p:nvPr/>
        </p:nvSpPr>
        <p:spPr>
          <a:xfrm>
            <a:off x="1712547" y="3999122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6729885D-38CF-3C5C-5415-658329A88A04}"/>
              </a:ext>
            </a:extLst>
          </p:cNvPr>
          <p:cNvSpPr txBox="1"/>
          <p:nvPr/>
        </p:nvSpPr>
        <p:spPr>
          <a:xfrm>
            <a:off x="1756630" y="4228345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BE804E47-D5EC-6EB2-9663-23FD83275F15}"/>
              </a:ext>
            </a:extLst>
          </p:cNvPr>
          <p:cNvSpPr txBox="1"/>
          <p:nvPr/>
        </p:nvSpPr>
        <p:spPr>
          <a:xfrm>
            <a:off x="2875492" y="3999122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6DA12576-9A74-DB55-7792-9923B829C3F7}"/>
              </a:ext>
            </a:extLst>
          </p:cNvPr>
          <p:cNvSpPr txBox="1"/>
          <p:nvPr/>
        </p:nvSpPr>
        <p:spPr>
          <a:xfrm>
            <a:off x="2919575" y="4228345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A50C341-681F-7F25-EE67-C679E7C2FD4E}"/>
              </a:ext>
            </a:extLst>
          </p:cNvPr>
          <p:cNvSpPr txBox="1"/>
          <p:nvPr/>
        </p:nvSpPr>
        <p:spPr>
          <a:xfrm>
            <a:off x="4010384" y="3999122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59864EA7-1CDB-C4C8-2444-805BD8F287A9}"/>
              </a:ext>
            </a:extLst>
          </p:cNvPr>
          <p:cNvSpPr txBox="1"/>
          <p:nvPr/>
        </p:nvSpPr>
        <p:spPr>
          <a:xfrm>
            <a:off x="4054467" y="4228345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C51381DC-2856-E262-4935-4588232C0C2E}"/>
              </a:ext>
            </a:extLst>
          </p:cNvPr>
          <p:cNvSpPr txBox="1"/>
          <p:nvPr/>
        </p:nvSpPr>
        <p:spPr>
          <a:xfrm>
            <a:off x="5145010" y="3999122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CE4DBCAF-351B-79EE-87F1-5EE4202A62B2}"/>
              </a:ext>
            </a:extLst>
          </p:cNvPr>
          <p:cNvSpPr txBox="1"/>
          <p:nvPr/>
        </p:nvSpPr>
        <p:spPr>
          <a:xfrm>
            <a:off x="5189093" y="4228345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D9264232-3FE5-3884-8A42-AD3C0861D2D8}"/>
              </a:ext>
            </a:extLst>
          </p:cNvPr>
          <p:cNvSpPr txBox="1"/>
          <p:nvPr/>
        </p:nvSpPr>
        <p:spPr>
          <a:xfrm>
            <a:off x="6319711" y="3999122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339C0570-A7B1-2987-D393-D938272C01DA}"/>
              </a:ext>
            </a:extLst>
          </p:cNvPr>
          <p:cNvSpPr txBox="1"/>
          <p:nvPr/>
        </p:nvSpPr>
        <p:spPr>
          <a:xfrm>
            <a:off x="6363794" y="4228345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5C72653C-159F-B525-57A2-E98F9A09629B}"/>
              </a:ext>
            </a:extLst>
          </p:cNvPr>
          <p:cNvSpPr txBox="1"/>
          <p:nvPr/>
        </p:nvSpPr>
        <p:spPr>
          <a:xfrm>
            <a:off x="7534487" y="3999122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92D0C763-E922-9371-8A90-15CEF4481DFC}"/>
              </a:ext>
            </a:extLst>
          </p:cNvPr>
          <p:cNvSpPr txBox="1"/>
          <p:nvPr/>
        </p:nvSpPr>
        <p:spPr>
          <a:xfrm>
            <a:off x="7578570" y="4228345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94902A06-3D38-5210-3E1E-462DA375FA8D}"/>
              </a:ext>
            </a:extLst>
          </p:cNvPr>
          <p:cNvSpPr txBox="1"/>
          <p:nvPr/>
        </p:nvSpPr>
        <p:spPr>
          <a:xfrm>
            <a:off x="8669037" y="3999122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AE3A0975-B431-6ED1-E978-52C519C7E7A5}"/>
              </a:ext>
            </a:extLst>
          </p:cNvPr>
          <p:cNvSpPr txBox="1"/>
          <p:nvPr/>
        </p:nvSpPr>
        <p:spPr>
          <a:xfrm>
            <a:off x="8713120" y="4228345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561F5369-7C0B-0636-34E0-58C532B99D20}"/>
              </a:ext>
            </a:extLst>
          </p:cNvPr>
          <p:cNvSpPr txBox="1"/>
          <p:nvPr/>
        </p:nvSpPr>
        <p:spPr>
          <a:xfrm>
            <a:off x="9812285" y="3999122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712F68B0-A742-BE80-05FA-EBCAEF8B6BA4}"/>
              </a:ext>
            </a:extLst>
          </p:cNvPr>
          <p:cNvSpPr txBox="1"/>
          <p:nvPr/>
        </p:nvSpPr>
        <p:spPr>
          <a:xfrm>
            <a:off x="9856368" y="4228345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9A4E691B-7113-7F83-E9AE-DAD63D9196C1}"/>
              </a:ext>
            </a:extLst>
          </p:cNvPr>
          <p:cNvSpPr txBox="1"/>
          <p:nvPr/>
        </p:nvSpPr>
        <p:spPr>
          <a:xfrm>
            <a:off x="1712547" y="56756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F11FE0DD-2B3B-E644-81DE-077C2BE56437}"/>
              </a:ext>
            </a:extLst>
          </p:cNvPr>
          <p:cNvSpPr txBox="1"/>
          <p:nvPr/>
        </p:nvSpPr>
        <p:spPr>
          <a:xfrm>
            <a:off x="1756630" y="59048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DEE5F3B8-AF24-9328-E3A8-DE6E911C7D8D}"/>
              </a:ext>
            </a:extLst>
          </p:cNvPr>
          <p:cNvSpPr txBox="1"/>
          <p:nvPr/>
        </p:nvSpPr>
        <p:spPr>
          <a:xfrm>
            <a:off x="2875492" y="56756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85559409-13EB-CDEB-1C11-3A4DF273B88F}"/>
              </a:ext>
            </a:extLst>
          </p:cNvPr>
          <p:cNvSpPr txBox="1"/>
          <p:nvPr/>
        </p:nvSpPr>
        <p:spPr>
          <a:xfrm>
            <a:off x="2919575" y="59048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B1610BB8-4BAC-73BA-F338-1E374A9F0431}"/>
              </a:ext>
            </a:extLst>
          </p:cNvPr>
          <p:cNvSpPr txBox="1"/>
          <p:nvPr/>
        </p:nvSpPr>
        <p:spPr>
          <a:xfrm>
            <a:off x="4010384" y="56756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15950B31-4924-0B10-EA39-D79546312168}"/>
              </a:ext>
            </a:extLst>
          </p:cNvPr>
          <p:cNvSpPr txBox="1"/>
          <p:nvPr/>
        </p:nvSpPr>
        <p:spPr>
          <a:xfrm>
            <a:off x="4054467" y="59048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4ECCE967-EAFB-F7FB-9B16-307ECCD27603}"/>
              </a:ext>
            </a:extLst>
          </p:cNvPr>
          <p:cNvSpPr txBox="1"/>
          <p:nvPr/>
        </p:nvSpPr>
        <p:spPr>
          <a:xfrm>
            <a:off x="5145010" y="56756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A34BFB8A-AAC1-FC59-5C3C-2E2F86EB4D81}"/>
              </a:ext>
            </a:extLst>
          </p:cNvPr>
          <p:cNvSpPr txBox="1"/>
          <p:nvPr/>
        </p:nvSpPr>
        <p:spPr>
          <a:xfrm>
            <a:off x="5189093" y="59048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D704BA50-B3D6-8351-0D51-3D914CADA9AE}"/>
              </a:ext>
            </a:extLst>
          </p:cNvPr>
          <p:cNvSpPr txBox="1"/>
          <p:nvPr/>
        </p:nvSpPr>
        <p:spPr>
          <a:xfrm>
            <a:off x="6319711" y="56756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D346DA18-1EC8-483A-134D-38310B7A87B6}"/>
              </a:ext>
            </a:extLst>
          </p:cNvPr>
          <p:cNvSpPr txBox="1"/>
          <p:nvPr/>
        </p:nvSpPr>
        <p:spPr>
          <a:xfrm>
            <a:off x="6363794" y="59048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E21DA8F4-9832-D3FD-107B-CF1B15CB5670}"/>
              </a:ext>
            </a:extLst>
          </p:cNvPr>
          <p:cNvSpPr txBox="1"/>
          <p:nvPr/>
        </p:nvSpPr>
        <p:spPr>
          <a:xfrm>
            <a:off x="7534487" y="56756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722561FE-BE01-2A7D-951F-24DE198F2F53}"/>
              </a:ext>
            </a:extLst>
          </p:cNvPr>
          <p:cNvSpPr txBox="1"/>
          <p:nvPr/>
        </p:nvSpPr>
        <p:spPr>
          <a:xfrm>
            <a:off x="7578570" y="59048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6A987F28-2EB9-B9FC-F0C5-37430FE9FE70}"/>
              </a:ext>
            </a:extLst>
          </p:cNvPr>
          <p:cNvSpPr txBox="1"/>
          <p:nvPr/>
        </p:nvSpPr>
        <p:spPr>
          <a:xfrm>
            <a:off x="8669037" y="56756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FD3FAF85-FCC5-0220-6DA0-441A41BAAD41}"/>
              </a:ext>
            </a:extLst>
          </p:cNvPr>
          <p:cNvSpPr txBox="1"/>
          <p:nvPr/>
        </p:nvSpPr>
        <p:spPr>
          <a:xfrm>
            <a:off x="8713120" y="59048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19979AE0-7E78-D023-488F-D8A6BBBF2E9A}"/>
              </a:ext>
            </a:extLst>
          </p:cNvPr>
          <p:cNvSpPr txBox="1"/>
          <p:nvPr/>
        </p:nvSpPr>
        <p:spPr>
          <a:xfrm>
            <a:off x="9812285" y="56756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F4D971EA-187D-0B62-2A25-59D5EBC348DF}"/>
              </a:ext>
            </a:extLst>
          </p:cNvPr>
          <p:cNvSpPr txBox="1"/>
          <p:nvPr/>
        </p:nvSpPr>
        <p:spPr>
          <a:xfrm>
            <a:off x="9856368" y="59048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79CD3D39-A1BA-D9CF-D1B7-39F0D94503D4}"/>
              </a:ext>
            </a:extLst>
          </p:cNvPr>
          <p:cNvSpPr txBox="1"/>
          <p:nvPr/>
        </p:nvSpPr>
        <p:spPr>
          <a:xfrm rot="10800000">
            <a:off x="10734945" y="611663"/>
            <a:ext cx="469089" cy="40862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63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ln w="6350">
                  <a:solidFill>
                    <a:schemeClr val="tx1"/>
                  </a:solidFill>
                </a:ln>
                <a:sym typeface="Wingdings" panose="05000000000000000000" pitchFamily="2" charset="2"/>
              </a:rPr>
              <a:t></a:t>
            </a:r>
            <a:endParaRPr lang="ko-KR" altLang="en-US" dirty="0">
              <a:ln w="6350">
                <a:solidFill>
                  <a:schemeClr val="tx1"/>
                </a:solidFill>
              </a:ln>
            </a:endParaRPr>
          </a:p>
        </p:txBody>
      </p:sp>
      <p:cxnSp>
        <p:nvCxnSpPr>
          <p:cNvPr id="220" name="직선 연결선 219">
            <a:extLst>
              <a:ext uri="{FF2B5EF4-FFF2-40B4-BE49-F238E27FC236}">
                <a16:creationId xmlns:a16="http://schemas.microsoft.com/office/drawing/2014/main" id="{50128811-F880-45C2-C3E0-05B26CB2B616}"/>
              </a:ext>
            </a:extLst>
          </p:cNvPr>
          <p:cNvCxnSpPr>
            <a:cxnSpLocks/>
          </p:cNvCxnSpPr>
          <p:nvPr/>
        </p:nvCxnSpPr>
        <p:spPr>
          <a:xfrm>
            <a:off x="921466" y="1181256"/>
            <a:ext cx="10358534" cy="0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직선 연결선 236">
            <a:extLst>
              <a:ext uri="{FF2B5EF4-FFF2-40B4-BE49-F238E27FC236}">
                <a16:creationId xmlns:a16="http://schemas.microsoft.com/office/drawing/2014/main" id="{46CC0FFE-DA81-5AC3-9308-57560E8EDC2D}"/>
              </a:ext>
            </a:extLst>
          </p:cNvPr>
          <p:cNvCxnSpPr>
            <a:cxnSpLocks/>
          </p:cNvCxnSpPr>
          <p:nvPr/>
        </p:nvCxnSpPr>
        <p:spPr>
          <a:xfrm>
            <a:off x="1518249" y="2819509"/>
            <a:ext cx="9187132" cy="0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직선 연결선 237">
            <a:extLst>
              <a:ext uri="{FF2B5EF4-FFF2-40B4-BE49-F238E27FC236}">
                <a16:creationId xmlns:a16="http://schemas.microsoft.com/office/drawing/2014/main" id="{FB36496E-42D9-26D5-7146-2FDFB217B162}"/>
              </a:ext>
            </a:extLst>
          </p:cNvPr>
          <p:cNvCxnSpPr>
            <a:cxnSpLocks/>
          </p:cNvCxnSpPr>
          <p:nvPr/>
        </p:nvCxnSpPr>
        <p:spPr>
          <a:xfrm>
            <a:off x="1518249" y="4498185"/>
            <a:ext cx="9169879" cy="0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직선 연결선 238">
            <a:extLst>
              <a:ext uri="{FF2B5EF4-FFF2-40B4-BE49-F238E27FC236}">
                <a16:creationId xmlns:a16="http://schemas.microsoft.com/office/drawing/2014/main" id="{B20B403D-7A0D-6365-67FB-0EA61C8CCA89}"/>
              </a:ext>
            </a:extLst>
          </p:cNvPr>
          <p:cNvCxnSpPr>
            <a:cxnSpLocks/>
          </p:cNvCxnSpPr>
          <p:nvPr/>
        </p:nvCxnSpPr>
        <p:spPr>
          <a:xfrm>
            <a:off x="6104352" y="1216083"/>
            <a:ext cx="0" cy="5003562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직선 연결선 245">
            <a:extLst>
              <a:ext uri="{FF2B5EF4-FFF2-40B4-BE49-F238E27FC236}">
                <a16:creationId xmlns:a16="http://schemas.microsoft.com/office/drawing/2014/main" id="{B338AEB3-E612-BDA8-CB5F-AF385A3125E8}"/>
              </a:ext>
            </a:extLst>
          </p:cNvPr>
          <p:cNvCxnSpPr>
            <a:cxnSpLocks/>
          </p:cNvCxnSpPr>
          <p:nvPr/>
        </p:nvCxnSpPr>
        <p:spPr>
          <a:xfrm>
            <a:off x="4952657" y="1216083"/>
            <a:ext cx="0" cy="5003562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직선 연결선 246">
            <a:extLst>
              <a:ext uri="{FF2B5EF4-FFF2-40B4-BE49-F238E27FC236}">
                <a16:creationId xmlns:a16="http://schemas.microsoft.com/office/drawing/2014/main" id="{A7AC91A3-E185-EA6D-41E5-4B76FADBEC4A}"/>
              </a:ext>
            </a:extLst>
          </p:cNvPr>
          <p:cNvCxnSpPr>
            <a:cxnSpLocks/>
          </p:cNvCxnSpPr>
          <p:nvPr/>
        </p:nvCxnSpPr>
        <p:spPr>
          <a:xfrm>
            <a:off x="3800962" y="1216083"/>
            <a:ext cx="0" cy="5003562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직선 연결선 249">
            <a:extLst>
              <a:ext uri="{FF2B5EF4-FFF2-40B4-BE49-F238E27FC236}">
                <a16:creationId xmlns:a16="http://schemas.microsoft.com/office/drawing/2014/main" id="{932DC97C-C4B2-124F-4185-717957D910BB}"/>
              </a:ext>
            </a:extLst>
          </p:cNvPr>
          <p:cNvCxnSpPr>
            <a:cxnSpLocks/>
          </p:cNvCxnSpPr>
          <p:nvPr/>
        </p:nvCxnSpPr>
        <p:spPr>
          <a:xfrm>
            <a:off x="2649267" y="1216083"/>
            <a:ext cx="0" cy="5003562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직선 연결선 250">
            <a:extLst>
              <a:ext uri="{FF2B5EF4-FFF2-40B4-BE49-F238E27FC236}">
                <a16:creationId xmlns:a16="http://schemas.microsoft.com/office/drawing/2014/main" id="{D705F143-A89E-F93F-7489-A73BA81AB6F5}"/>
              </a:ext>
            </a:extLst>
          </p:cNvPr>
          <p:cNvCxnSpPr>
            <a:cxnSpLocks/>
          </p:cNvCxnSpPr>
          <p:nvPr/>
        </p:nvCxnSpPr>
        <p:spPr>
          <a:xfrm>
            <a:off x="7256047" y="1216083"/>
            <a:ext cx="0" cy="5003562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직선 연결선 251">
            <a:extLst>
              <a:ext uri="{FF2B5EF4-FFF2-40B4-BE49-F238E27FC236}">
                <a16:creationId xmlns:a16="http://schemas.microsoft.com/office/drawing/2014/main" id="{8459D73F-E7FC-53E4-BD91-53D2425531A1}"/>
              </a:ext>
            </a:extLst>
          </p:cNvPr>
          <p:cNvCxnSpPr>
            <a:cxnSpLocks/>
          </p:cNvCxnSpPr>
          <p:nvPr/>
        </p:nvCxnSpPr>
        <p:spPr>
          <a:xfrm>
            <a:off x="8407742" y="1216083"/>
            <a:ext cx="0" cy="5003562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직선 연결선 252">
            <a:extLst>
              <a:ext uri="{FF2B5EF4-FFF2-40B4-BE49-F238E27FC236}">
                <a16:creationId xmlns:a16="http://schemas.microsoft.com/office/drawing/2014/main" id="{CA020D6F-D6E1-EFBA-3981-2E37F7E31982}"/>
              </a:ext>
            </a:extLst>
          </p:cNvPr>
          <p:cNvCxnSpPr>
            <a:cxnSpLocks/>
          </p:cNvCxnSpPr>
          <p:nvPr/>
        </p:nvCxnSpPr>
        <p:spPr>
          <a:xfrm>
            <a:off x="9559437" y="1216083"/>
            <a:ext cx="0" cy="5003562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직선 연결선 257">
            <a:extLst>
              <a:ext uri="{FF2B5EF4-FFF2-40B4-BE49-F238E27FC236}">
                <a16:creationId xmlns:a16="http://schemas.microsoft.com/office/drawing/2014/main" id="{F9B475F2-D703-64BF-B4F9-229696DB0FC1}"/>
              </a:ext>
            </a:extLst>
          </p:cNvPr>
          <p:cNvCxnSpPr>
            <a:cxnSpLocks/>
          </p:cNvCxnSpPr>
          <p:nvPr/>
        </p:nvCxnSpPr>
        <p:spPr>
          <a:xfrm>
            <a:off x="10711133" y="1216083"/>
            <a:ext cx="0" cy="5003562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직선 연결선 298">
            <a:extLst>
              <a:ext uri="{FF2B5EF4-FFF2-40B4-BE49-F238E27FC236}">
                <a16:creationId xmlns:a16="http://schemas.microsoft.com/office/drawing/2014/main" id="{08713ECA-129B-63BD-C7E3-61A16C4C6162}"/>
              </a:ext>
            </a:extLst>
          </p:cNvPr>
          <p:cNvCxnSpPr>
            <a:cxnSpLocks/>
          </p:cNvCxnSpPr>
          <p:nvPr/>
        </p:nvCxnSpPr>
        <p:spPr>
          <a:xfrm>
            <a:off x="921466" y="6219082"/>
            <a:ext cx="10358534" cy="0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직선 연결선 299">
            <a:extLst>
              <a:ext uri="{FF2B5EF4-FFF2-40B4-BE49-F238E27FC236}">
                <a16:creationId xmlns:a16="http://schemas.microsoft.com/office/drawing/2014/main" id="{9F656FF0-BB2C-A81B-5621-3650571A7134}"/>
              </a:ext>
            </a:extLst>
          </p:cNvPr>
          <p:cNvCxnSpPr>
            <a:cxnSpLocks/>
          </p:cNvCxnSpPr>
          <p:nvPr/>
        </p:nvCxnSpPr>
        <p:spPr>
          <a:xfrm>
            <a:off x="1497572" y="1216083"/>
            <a:ext cx="0" cy="5003562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BD7D5015-84AD-B2B8-E207-24B25BE40E93}"/>
              </a:ext>
            </a:extLst>
          </p:cNvPr>
          <p:cNvSpPr txBox="1"/>
          <p:nvPr/>
        </p:nvSpPr>
        <p:spPr>
          <a:xfrm>
            <a:off x="912000" y="67859"/>
            <a:ext cx="3321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/>
              <a:t>게임 외부 </a:t>
            </a:r>
            <a:r>
              <a:rPr lang="en-US" altLang="ko-KR" dirty="0"/>
              <a:t>- </a:t>
            </a:r>
            <a:r>
              <a:rPr lang="ko-KR" altLang="en-US" dirty="0"/>
              <a:t>업그레이드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0425997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3B740-CDD6-2210-8BF3-88EDEDC4E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EECE15B-3221-9812-8EEB-683E3DF8B2CE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AA1251E7-A198-9A1A-8626-BFA9C962A9FA}"/>
              </a:ext>
            </a:extLst>
          </p:cNvPr>
          <p:cNvSpPr/>
          <p:nvPr/>
        </p:nvSpPr>
        <p:spPr>
          <a:xfrm>
            <a:off x="1080655" y="3731491"/>
            <a:ext cx="2152072" cy="245687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06DA95-7131-82AF-A4A1-9977411ADAA3}"/>
              </a:ext>
            </a:extLst>
          </p:cNvPr>
          <p:cNvSpPr txBox="1"/>
          <p:nvPr/>
        </p:nvSpPr>
        <p:spPr>
          <a:xfrm>
            <a:off x="921466" y="560081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 dirty="0"/>
              <a:t>상점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E955A903-BF28-6F0F-1679-478CE1556DEB}"/>
              </a:ext>
            </a:extLst>
          </p:cNvPr>
          <p:cNvCxnSpPr>
            <a:cxnSpLocks/>
          </p:cNvCxnSpPr>
          <p:nvPr/>
        </p:nvCxnSpPr>
        <p:spPr>
          <a:xfrm>
            <a:off x="921466" y="1181256"/>
            <a:ext cx="10358534" cy="0"/>
          </a:xfrm>
          <a:prstGeom prst="line">
            <a:avLst/>
          </a:prstGeom>
          <a:ln w="3175">
            <a:solidFill>
              <a:srgbClr val="D5D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F0568E3-66ED-E409-B2BA-DC73B3DA520F}"/>
              </a:ext>
            </a:extLst>
          </p:cNvPr>
          <p:cNvSpPr/>
          <p:nvPr/>
        </p:nvSpPr>
        <p:spPr>
          <a:xfrm>
            <a:off x="3666836" y="1849513"/>
            <a:ext cx="7038109" cy="424419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87E888D0-0CBA-F472-264E-ACEACED0AAA0}"/>
              </a:ext>
            </a:extLst>
          </p:cNvPr>
          <p:cNvSpPr/>
          <p:nvPr/>
        </p:nvSpPr>
        <p:spPr>
          <a:xfrm>
            <a:off x="4408873" y="2531611"/>
            <a:ext cx="2160000" cy="288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A25CAA00-2D2E-745E-7BDA-DA6644942C25}"/>
              </a:ext>
            </a:extLst>
          </p:cNvPr>
          <p:cNvSpPr/>
          <p:nvPr/>
        </p:nvSpPr>
        <p:spPr>
          <a:xfrm>
            <a:off x="7045285" y="2531611"/>
            <a:ext cx="2160000" cy="288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65B9B2FD-225B-0DA3-04ED-A54F327378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7518"/>
          <a:stretch>
            <a:fillRect/>
          </a:stretch>
        </p:blipFill>
        <p:spPr>
          <a:xfrm>
            <a:off x="9780340" y="2531611"/>
            <a:ext cx="924605" cy="2901948"/>
          </a:xfrm>
          <a:prstGeom prst="rect">
            <a:avLst/>
          </a:prstGeom>
        </p:spPr>
      </p:pic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1A0C7CEF-A684-FC73-4479-C49940DCBE3A}"/>
              </a:ext>
            </a:extLst>
          </p:cNvPr>
          <p:cNvCxnSpPr/>
          <p:nvPr/>
        </p:nvCxnSpPr>
        <p:spPr>
          <a:xfrm>
            <a:off x="10704945" y="2531611"/>
            <a:ext cx="0" cy="28800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1CBA5D9A-8124-F6B2-D926-373674AAA22A}"/>
              </a:ext>
            </a:extLst>
          </p:cNvPr>
          <p:cNvSpPr/>
          <p:nvPr/>
        </p:nvSpPr>
        <p:spPr>
          <a:xfrm flipV="1">
            <a:off x="3666836" y="5907174"/>
            <a:ext cx="7038109" cy="1946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70A202DD-A1E7-C761-CC18-66647596F473}"/>
              </a:ext>
            </a:extLst>
          </p:cNvPr>
          <p:cNvSpPr/>
          <p:nvPr/>
        </p:nvSpPr>
        <p:spPr>
          <a:xfrm flipV="1">
            <a:off x="3851192" y="5907174"/>
            <a:ext cx="1392452" cy="19464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B81C93F-CDB5-4E39-A352-99E3631D5E7B}"/>
              </a:ext>
            </a:extLst>
          </p:cNvPr>
          <p:cNvSpPr txBox="1"/>
          <p:nvPr/>
        </p:nvSpPr>
        <p:spPr>
          <a:xfrm rot="10800000">
            <a:off x="10734945" y="611663"/>
            <a:ext cx="469089" cy="40862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63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ln w="6350">
                  <a:solidFill>
                    <a:schemeClr val="tx1"/>
                  </a:solidFill>
                </a:ln>
                <a:sym typeface="Wingdings" panose="05000000000000000000" pitchFamily="2" charset="2"/>
              </a:rPr>
              <a:t></a:t>
            </a:r>
            <a:endParaRPr lang="ko-KR" altLang="en-US" dirty="0">
              <a:ln w="6350">
                <a:solidFill>
                  <a:schemeClr val="tx1"/>
                </a:solidFill>
              </a:ln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22C3EF7F-445D-8EE6-BB46-50B1C173C3DE}"/>
              </a:ext>
            </a:extLst>
          </p:cNvPr>
          <p:cNvSpPr/>
          <p:nvPr/>
        </p:nvSpPr>
        <p:spPr>
          <a:xfrm>
            <a:off x="1265382" y="2070992"/>
            <a:ext cx="1826399" cy="49961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90705A3A-0661-ECF4-B857-00D6E9566EC8}"/>
              </a:ext>
            </a:extLst>
          </p:cNvPr>
          <p:cNvSpPr/>
          <p:nvPr/>
        </p:nvSpPr>
        <p:spPr>
          <a:xfrm>
            <a:off x="1265382" y="2968381"/>
            <a:ext cx="1826399" cy="4996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A6699122-D6BF-65FB-E430-113FC44C79B7}"/>
              </a:ext>
            </a:extLst>
          </p:cNvPr>
          <p:cNvSpPr/>
          <p:nvPr/>
        </p:nvSpPr>
        <p:spPr>
          <a:xfrm>
            <a:off x="1265382" y="4064660"/>
            <a:ext cx="1826399" cy="4996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74E8715C-B920-4E53-188C-E0003AA5E62A}"/>
              </a:ext>
            </a:extLst>
          </p:cNvPr>
          <p:cNvSpPr/>
          <p:nvPr/>
        </p:nvSpPr>
        <p:spPr>
          <a:xfrm>
            <a:off x="1265382" y="4763159"/>
            <a:ext cx="1826399" cy="4996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422BCA32-F5B8-CB13-665D-25244936C979}"/>
              </a:ext>
            </a:extLst>
          </p:cNvPr>
          <p:cNvSpPr/>
          <p:nvPr/>
        </p:nvSpPr>
        <p:spPr>
          <a:xfrm>
            <a:off x="1265382" y="5461658"/>
            <a:ext cx="1826399" cy="4996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FCD56BF-7819-3CBA-F0BA-3D06AC18DFBA}"/>
              </a:ext>
            </a:extLst>
          </p:cNvPr>
          <p:cNvSpPr txBox="1"/>
          <p:nvPr/>
        </p:nvSpPr>
        <p:spPr>
          <a:xfrm>
            <a:off x="1855415" y="213613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장비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4688AD6-C951-0BC0-6DED-DA91A8333408}"/>
              </a:ext>
            </a:extLst>
          </p:cNvPr>
          <p:cNvSpPr txBox="1"/>
          <p:nvPr/>
        </p:nvSpPr>
        <p:spPr>
          <a:xfrm>
            <a:off x="1739999" y="303352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 dirty="0"/>
              <a:t>소모품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6C5AD19-B97A-2BAB-29A3-996F7E5BC701}"/>
              </a:ext>
            </a:extLst>
          </p:cNvPr>
          <p:cNvSpPr txBox="1"/>
          <p:nvPr/>
        </p:nvSpPr>
        <p:spPr>
          <a:xfrm>
            <a:off x="1855414" y="4129799"/>
            <a:ext cx="6463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스킬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2196D86-E984-DC4A-525E-036E495C123A}"/>
              </a:ext>
            </a:extLst>
          </p:cNvPr>
          <p:cNvSpPr txBox="1"/>
          <p:nvPr/>
        </p:nvSpPr>
        <p:spPr>
          <a:xfrm>
            <a:off x="1855414" y="482829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유물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5C85587-6FAA-431D-94B0-B6EF4F70C466}"/>
              </a:ext>
            </a:extLst>
          </p:cNvPr>
          <p:cNvSpPr txBox="1"/>
          <p:nvPr/>
        </p:nvSpPr>
        <p:spPr>
          <a:xfrm>
            <a:off x="1855415" y="5525487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장비</a:t>
            </a:r>
          </a:p>
        </p:txBody>
      </p:sp>
      <p:grpSp>
        <p:nvGrpSpPr>
          <p:cNvPr id="67" name="그룹 66">
            <a:extLst>
              <a:ext uri="{FF2B5EF4-FFF2-40B4-BE49-F238E27FC236}">
                <a16:creationId xmlns:a16="http://schemas.microsoft.com/office/drawing/2014/main" id="{77897A3F-0021-326D-8169-6D36447BA8B9}"/>
              </a:ext>
            </a:extLst>
          </p:cNvPr>
          <p:cNvGrpSpPr/>
          <p:nvPr/>
        </p:nvGrpSpPr>
        <p:grpSpPr>
          <a:xfrm>
            <a:off x="1174207" y="3546825"/>
            <a:ext cx="886896" cy="369332"/>
            <a:chOff x="4572000" y="-25086"/>
            <a:chExt cx="1182255" cy="369332"/>
          </a:xfrm>
        </p:grpSpPr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490280EC-09FA-0BF4-63C9-80F4DDBACE2F}"/>
                </a:ext>
              </a:extLst>
            </p:cNvPr>
            <p:cNvSpPr/>
            <p:nvPr/>
          </p:nvSpPr>
          <p:spPr>
            <a:xfrm>
              <a:off x="4572000" y="0"/>
              <a:ext cx="1182255" cy="291521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93012F8-ADC4-3A50-F56F-970B329B78FA}"/>
                </a:ext>
              </a:extLst>
            </p:cNvPr>
            <p:cNvSpPr txBox="1"/>
            <p:nvPr/>
          </p:nvSpPr>
          <p:spPr>
            <a:xfrm>
              <a:off x="4732339" y="-25086"/>
              <a:ext cx="8615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/>
                <a:t>해금</a:t>
              </a:r>
            </a:p>
          </p:txBody>
        </p:sp>
      </p:grp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0F7BC496-A621-3BA2-075B-0D0BC7249C0A}"/>
              </a:ext>
            </a:extLst>
          </p:cNvPr>
          <p:cNvSpPr/>
          <p:nvPr/>
        </p:nvSpPr>
        <p:spPr>
          <a:xfrm>
            <a:off x="5218873" y="2919376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1E4A07DC-B545-EE76-3034-07A3E3B724F3}"/>
              </a:ext>
            </a:extLst>
          </p:cNvPr>
          <p:cNvSpPr/>
          <p:nvPr/>
        </p:nvSpPr>
        <p:spPr>
          <a:xfrm>
            <a:off x="7855285" y="2919376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5" name="그림 74">
            <a:extLst>
              <a:ext uri="{FF2B5EF4-FFF2-40B4-BE49-F238E27FC236}">
                <a16:creationId xmlns:a16="http://schemas.microsoft.com/office/drawing/2014/main" id="{C7FD0D67-6409-0229-7E20-3031CA30D90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000"/>
          <a:stretch>
            <a:fillRect/>
          </a:stretch>
        </p:blipFill>
        <p:spPr>
          <a:xfrm>
            <a:off x="10427553" y="2908935"/>
            <a:ext cx="277391" cy="560881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0860B08B-BB02-7C43-135E-2C0F4CBA59E8}"/>
              </a:ext>
            </a:extLst>
          </p:cNvPr>
          <p:cNvSpPr txBox="1"/>
          <p:nvPr/>
        </p:nvSpPr>
        <p:spPr>
          <a:xfrm>
            <a:off x="4893998" y="3533005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화염 </a:t>
            </a:r>
            <a:r>
              <a:rPr lang="ko-KR" altLang="en-US" dirty="0" err="1"/>
              <a:t>보주</a:t>
            </a:r>
            <a:endParaRPr lang="ko-KR" altLang="en-US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5013E43-FA89-9B62-C9EF-0BB231260A3E}"/>
              </a:ext>
            </a:extLst>
          </p:cNvPr>
          <p:cNvSpPr txBox="1"/>
          <p:nvPr/>
        </p:nvSpPr>
        <p:spPr>
          <a:xfrm>
            <a:off x="7530410" y="3533005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얼음 </a:t>
            </a:r>
            <a:r>
              <a:rPr lang="ko-KR" altLang="en-US" dirty="0" err="1"/>
              <a:t>보주</a:t>
            </a:r>
            <a:endParaRPr lang="ko-KR" altLang="en-US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CFF763D-FF26-A79E-F370-7F56EA9CA3C6}"/>
              </a:ext>
            </a:extLst>
          </p:cNvPr>
          <p:cNvSpPr txBox="1"/>
          <p:nvPr/>
        </p:nvSpPr>
        <p:spPr>
          <a:xfrm>
            <a:off x="10118738" y="353300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전기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8137359-8ED5-7D10-0FCF-2031C3139CAC}"/>
              </a:ext>
            </a:extLst>
          </p:cNvPr>
          <p:cNvSpPr txBox="1"/>
          <p:nvPr/>
        </p:nvSpPr>
        <p:spPr>
          <a:xfrm>
            <a:off x="4669467" y="4064660"/>
            <a:ext cx="18758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스킬 </a:t>
            </a:r>
            <a:r>
              <a:rPr lang="en-US" altLang="ko-KR" sz="1200" dirty="0"/>
              <a:t>: </a:t>
            </a:r>
            <a:r>
              <a:rPr lang="ko-KR" altLang="en-US" sz="1200" dirty="0"/>
              <a:t>불꽃 탄환을 지닌 </a:t>
            </a:r>
            <a:br>
              <a:rPr lang="en-US" altLang="ko-KR" sz="1200" dirty="0"/>
            </a:br>
            <a:r>
              <a:rPr lang="ko-KR" altLang="en-US" sz="1200" dirty="0"/>
              <a:t>채 게임을 시작합니다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619D4DD-3FE1-5BD7-D254-051262D98C29}"/>
              </a:ext>
            </a:extLst>
          </p:cNvPr>
          <p:cNvSpPr txBox="1"/>
          <p:nvPr/>
        </p:nvSpPr>
        <p:spPr>
          <a:xfrm>
            <a:off x="7308393" y="4064660"/>
            <a:ext cx="18758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스킬 </a:t>
            </a:r>
            <a:r>
              <a:rPr lang="en-US" altLang="ko-KR" sz="1200" dirty="0"/>
              <a:t>: </a:t>
            </a:r>
            <a:r>
              <a:rPr lang="ko-KR" altLang="en-US" sz="1200" dirty="0"/>
              <a:t>얼음 탄환을 지닌 </a:t>
            </a:r>
            <a:br>
              <a:rPr lang="en-US" altLang="ko-KR" sz="1200" dirty="0"/>
            </a:br>
            <a:r>
              <a:rPr lang="ko-KR" altLang="en-US" sz="1200" dirty="0"/>
              <a:t>채 게임을 시작합니다</a:t>
            </a:r>
          </a:p>
        </p:txBody>
      </p:sp>
      <p:pic>
        <p:nvPicPr>
          <p:cNvPr id="85" name="그림 84">
            <a:extLst>
              <a:ext uri="{FF2B5EF4-FFF2-40B4-BE49-F238E27FC236}">
                <a16:creationId xmlns:a16="http://schemas.microsoft.com/office/drawing/2014/main" id="{5BAB7D23-19AE-300F-CAEF-0333C3F26D8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0425"/>
          <a:stretch>
            <a:fillRect/>
          </a:stretch>
        </p:blipFill>
        <p:spPr>
          <a:xfrm>
            <a:off x="9952995" y="4064660"/>
            <a:ext cx="751949" cy="512108"/>
          </a:xfrm>
          <a:prstGeom prst="rect">
            <a:avLst/>
          </a:prstGeom>
        </p:spPr>
      </p:pic>
      <p:sp>
        <p:nvSpPr>
          <p:cNvPr id="86" name="TextBox 85">
            <a:extLst>
              <a:ext uri="{FF2B5EF4-FFF2-40B4-BE49-F238E27FC236}">
                <a16:creationId xmlns:a16="http://schemas.microsoft.com/office/drawing/2014/main" id="{3458A56C-C6EB-0DC8-E558-688DD6D2CA73}"/>
              </a:ext>
            </a:extLst>
          </p:cNvPr>
          <p:cNvSpPr txBox="1"/>
          <p:nvPr/>
        </p:nvSpPr>
        <p:spPr>
          <a:xfrm>
            <a:off x="5084754" y="4784302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500 G</a:t>
            </a:r>
            <a:endParaRPr lang="ko-KR" altLang="en-US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62F0E6D-0F0B-7CFD-7A22-DD816324D113}"/>
              </a:ext>
            </a:extLst>
          </p:cNvPr>
          <p:cNvSpPr txBox="1"/>
          <p:nvPr/>
        </p:nvSpPr>
        <p:spPr>
          <a:xfrm>
            <a:off x="7721166" y="4784302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500 G</a:t>
            </a:r>
            <a:endParaRPr lang="ko-KR" altLang="en-US" dirty="0"/>
          </a:p>
        </p:txBody>
      </p:sp>
      <p:pic>
        <p:nvPicPr>
          <p:cNvPr id="93" name="그림 92">
            <a:extLst>
              <a:ext uri="{FF2B5EF4-FFF2-40B4-BE49-F238E27FC236}">
                <a16:creationId xmlns:a16="http://schemas.microsoft.com/office/drawing/2014/main" id="{60A03881-D105-3583-0472-A2775A71923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64167"/>
          <a:stretch>
            <a:fillRect/>
          </a:stretch>
        </p:blipFill>
        <p:spPr>
          <a:xfrm>
            <a:off x="10383811" y="4802786"/>
            <a:ext cx="321133" cy="481626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7491665A-7736-A58B-E85A-239F016F4EDD}"/>
              </a:ext>
            </a:extLst>
          </p:cNvPr>
          <p:cNvSpPr txBox="1"/>
          <p:nvPr/>
        </p:nvSpPr>
        <p:spPr>
          <a:xfrm>
            <a:off x="9875033" y="631057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3250</a:t>
            </a:r>
            <a:endParaRPr lang="ko-KR" altLang="en-US" dirty="0"/>
          </a:p>
        </p:txBody>
      </p: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720DFE3F-854F-8FF5-8E0D-49D1F544E83D}"/>
              </a:ext>
            </a:extLst>
          </p:cNvPr>
          <p:cNvGrpSpPr/>
          <p:nvPr/>
        </p:nvGrpSpPr>
        <p:grpSpPr>
          <a:xfrm>
            <a:off x="9395687" y="677422"/>
            <a:ext cx="527673" cy="363888"/>
            <a:chOff x="9395687" y="677422"/>
            <a:chExt cx="527673" cy="363888"/>
          </a:xfrm>
        </p:grpSpPr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68A977E6-7AC1-4E1B-FEFC-31A6E173FDD7}"/>
                </a:ext>
              </a:extLst>
            </p:cNvPr>
            <p:cNvSpPr/>
            <p:nvPr/>
          </p:nvSpPr>
          <p:spPr>
            <a:xfrm>
              <a:off x="9492340" y="938072"/>
              <a:ext cx="288000" cy="103238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98" name="타원 97">
              <a:extLst>
                <a:ext uri="{FF2B5EF4-FFF2-40B4-BE49-F238E27FC236}">
                  <a16:creationId xmlns:a16="http://schemas.microsoft.com/office/drawing/2014/main" id="{2F0F9C85-2ACF-540A-231A-110CDF4E64C5}"/>
                </a:ext>
              </a:extLst>
            </p:cNvPr>
            <p:cNvSpPr/>
            <p:nvPr/>
          </p:nvSpPr>
          <p:spPr>
            <a:xfrm>
              <a:off x="9395687" y="938072"/>
              <a:ext cx="288000" cy="103238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99" name="타원 98">
              <a:extLst>
                <a:ext uri="{FF2B5EF4-FFF2-40B4-BE49-F238E27FC236}">
                  <a16:creationId xmlns:a16="http://schemas.microsoft.com/office/drawing/2014/main" id="{56785F3E-9A03-341B-DC4C-8B4B2855A398}"/>
                </a:ext>
              </a:extLst>
            </p:cNvPr>
            <p:cNvSpPr/>
            <p:nvPr/>
          </p:nvSpPr>
          <p:spPr>
            <a:xfrm>
              <a:off x="9635360" y="892830"/>
              <a:ext cx="288000" cy="103238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95" name="타원 94">
              <a:extLst>
                <a:ext uri="{FF2B5EF4-FFF2-40B4-BE49-F238E27FC236}">
                  <a16:creationId xmlns:a16="http://schemas.microsoft.com/office/drawing/2014/main" id="{0E52D431-681F-1C8C-E110-56F7DDA7B672}"/>
                </a:ext>
              </a:extLst>
            </p:cNvPr>
            <p:cNvSpPr/>
            <p:nvPr/>
          </p:nvSpPr>
          <p:spPr>
            <a:xfrm>
              <a:off x="9587033" y="677422"/>
              <a:ext cx="288000" cy="288000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G</a:t>
              </a:r>
              <a:endParaRPr lang="ko-KR" altLang="en-US" sz="1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02" name="TextBox 101">
            <a:extLst>
              <a:ext uri="{FF2B5EF4-FFF2-40B4-BE49-F238E27FC236}">
                <a16:creationId xmlns:a16="http://schemas.microsoft.com/office/drawing/2014/main" id="{00C5721D-5AA1-968A-5CB7-96CBFD9ED86F}"/>
              </a:ext>
            </a:extLst>
          </p:cNvPr>
          <p:cNvSpPr txBox="1"/>
          <p:nvPr/>
        </p:nvSpPr>
        <p:spPr>
          <a:xfrm>
            <a:off x="912000" y="67859"/>
            <a:ext cx="2629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/>
              <a:t>게임 외부 </a:t>
            </a:r>
            <a:r>
              <a:rPr lang="en-US" altLang="ko-KR" dirty="0"/>
              <a:t>- </a:t>
            </a:r>
            <a:r>
              <a:rPr lang="ko-KR" altLang="en-US" dirty="0"/>
              <a:t>상점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025509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6F1F3-E9E7-8A74-B154-F9C24DA3C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27824A2F-1D49-A3A0-1461-5E41ACFAD832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AA0E89A-AEA2-79D3-37C1-A892666EFE23}"/>
              </a:ext>
            </a:extLst>
          </p:cNvPr>
          <p:cNvSpPr/>
          <p:nvPr/>
        </p:nvSpPr>
        <p:spPr>
          <a:xfrm>
            <a:off x="1219200" y="236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030AE8B-77CE-8C38-89E8-AE04A50FEF5E}"/>
              </a:ext>
            </a:extLst>
          </p:cNvPr>
          <p:cNvSpPr/>
          <p:nvPr/>
        </p:nvSpPr>
        <p:spPr>
          <a:xfrm>
            <a:off x="1219200" y="290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368AEC6-5F2A-BB16-34B4-E607518D04DE}"/>
              </a:ext>
            </a:extLst>
          </p:cNvPr>
          <p:cNvSpPr/>
          <p:nvPr/>
        </p:nvSpPr>
        <p:spPr>
          <a:xfrm>
            <a:off x="1219200" y="344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330BB09-2A06-6A0E-5F4B-A93DF366673E}"/>
              </a:ext>
            </a:extLst>
          </p:cNvPr>
          <p:cNvSpPr/>
          <p:nvPr/>
        </p:nvSpPr>
        <p:spPr>
          <a:xfrm>
            <a:off x="1219200" y="398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76BBACC-8534-33B2-5C8A-1FFED96D29B1}"/>
              </a:ext>
            </a:extLst>
          </p:cNvPr>
          <p:cNvSpPr/>
          <p:nvPr/>
        </p:nvSpPr>
        <p:spPr>
          <a:xfrm>
            <a:off x="1219200" y="452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4785D04-C13E-F720-2651-920AAB520293}"/>
              </a:ext>
            </a:extLst>
          </p:cNvPr>
          <p:cNvSpPr/>
          <p:nvPr/>
        </p:nvSpPr>
        <p:spPr>
          <a:xfrm>
            <a:off x="1219200" y="506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A2F171FA-CEB3-9FDB-5997-99EC5316B293}"/>
              </a:ext>
            </a:extLst>
          </p:cNvPr>
          <p:cNvGrpSpPr/>
          <p:nvPr/>
        </p:nvGrpSpPr>
        <p:grpSpPr>
          <a:xfrm>
            <a:off x="1034472" y="1626646"/>
            <a:ext cx="1239239" cy="507339"/>
            <a:chOff x="1219199" y="1838036"/>
            <a:chExt cx="1057421" cy="31403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3A1A8221-83B0-1596-146F-954A20A46C29}"/>
                </a:ext>
              </a:extLst>
            </p:cNvPr>
            <p:cNvSpPr/>
            <p:nvPr/>
          </p:nvSpPr>
          <p:spPr>
            <a:xfrm>
              <a:off x="1219199" y="1838036"/>
              <a:ext cx="1057421" cy="314037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0EE615C-298D-2E3E-32BA-4E80FDFDEA97}"/>
                </a:ext>
              </a:extLst>
            </p:cNvPr>
            <p:cNvSpPr txBox="1"/>
            <p:nvPr/>
          </p:nvSpPr>
          <p:spPr>
            <a:xfrm>
              <a:off x="1315791" y="1881297"/>
              <a:ext cx="933124" cy="1905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/>
                <a:t>스킬 </a:t>
              </a:r>
              <a:r>
                <a:rPr lang="en-US" altLang="ko-KR" sz="1400" b="1" dirty="0"/>
                <a:t>(</a:t>
              </a:r>
              <a:r>
                <a:rPr lang="ko-KR" altLang="en-US" sz="1400" b="1" dirty="0"/>
                <a:t>일반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8BC7B653-B53F-FB7C-1578-FD0AB46AD233}"/>
              </a:ext>
            </a:extLst>
          </p:cNvPr>
          <p:cNvSpPr txBox="1"/>
          <p:nvPr/>
        </p:nvSpPr>
        <p:spPr>
          <a:xfrm>
            <a:off x="1219199" y="2376579"/>
            <a:ext cx="11288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스킬 </a:t>
            </a:r>
            <a:r>
              <a:rPr lang="en-US" altLang="ko-KR" sz="1100" b="1" dirty="0"/>
              <a:t>(</a:t>
            </a:r>
            <a:r>
              <a:rPr lang="ko-KR" altLang="en-US" sz="1100" b="1" dirty="0"/>
              <a:t>캐스트</a:t>
            </a:r>
            <a:r>
              <a:rPr lang="en-US" altLang="ko-KR" sz="1100" b="1" dirty="0"/>
              <a:t>)</a:t>
            </a:r>
            <a:endParaRPr lang="ko-KR" altLang="en-US" sz="12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E381CF6-BAEE-B430-4BAE-6D3ABBF63937}"/>
              </a:ext>
            </a:extLst>
          </p:cNvPr>
          <p:cNvSpPr txBox="1"/>
          <p:nvPr/>
        </p:nvSpPr>
        <p:spPr>
          <a:xfrm>
            <a:off x="1219199" y="2899688"/>
            <a:ext cx="10935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스킬 </a:t>
            </a:r>
            <a:r>
              <a:rPr lang="en-US" altLang="ko-KR" sz="1400" b="1" dirty="0"/>
              <a:t>(</a:t>
            </a:r>
            <a:r>
              <a:rPr lang="ko-KR" altLang="en-US" sz="1400" b="1" dirty="0"/>
              <a:t>보조</a:t>
            </a:r>
            <a:r>
              <a:rPr lang="en-US" altLang="ko-KR" sz="1400" b="1" dirty="0"/>
              <a:t>)</a:t>
            </a:r>
            <a:endParaRPr lang="ko-KR" altLang="en-US" sz="1400" b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6D6AE70-AD08-5575-3458-E69C865D0914}"/>
              </a:ext>
            </a:extLst>
          </p:cNvPr>
          <p:cNvSpPr txBox="1"/>
          <p:nvPr/>
        </p:nvSpPr>
        <p:spPr>
          <a:xfrm>
            <a:off x="1431247" y="3433428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유물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A8C4C65-C73C-7F11-A8DD-FF411AE39905}"/>
              </a:ext>
            </a:extLst>
          </p:cNvPr>
          <p:cNvSpPr txBox="1"/>
          <p:nvPr/>
        </p:nvSpPr>
        <p:spPr>
          <a:xfrm>
            <a:off x="1431247" y="3980912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증강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86D2982-568D-9A09-4FC0-A045D07AA204}"/>
              </a:ext>
            </a:extLst>
          </p:cNvPr>
          <p:cNvSpPr txBox="1"/>
          <p:nvPr/>
        </p:nvSpPr>
        <p:spPr>
          <a:xfrm>
            <a:off x="1463965" y="4524887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/>
              <a:t>퓨전</a:t>
            </a:r>
            <a:endParaRPr lang="ko-KR" altLang="en-US" sz="14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B3AA95C-AE1E-4BB8-3CC5-1EC056A6B85F}"/>
              </a:ext>
            </a:extLst>
          </p:cNvPr>
          <p:cNvSpPr txBox="1"/>
          <p:nvPr/>
        </p:nvSpPr>
        <p:spPr>
          <a:xfrm>
            <a:off x="1332819" y="5068862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/>
              <a:t>몬스터</a:t>
            </a:r>
            <a:endParaRPr lang="ko-KR" altLang="en-US" sz="1400" b="1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2AC740C-DDB1-CB8C-3A38-DDEF1FF68975}"/>
              </a:ext>
            </a:extLst>
          </p:cNvPr>
          <p:cNvSpPr/>
          <p:nvPr/>
        </p:nvSpPr>
        <p:spPr>
          <a:xfrm>
            <a:off x="2273711" y="1347589"/>
            <a:ext cx="8812696" cy="4830619"/>
          </a:xfrm>
          <a:prstGeom prst="rect">
            <a:avLst/>
          </a:prstGeom>
          <a:solidFill>
            <a:srgbClr val="F8E8C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EEB01730-5C49-4B13-6DD4-0B1337411D6C}"/>
              </a:ext>
            </a:extLst>
          </p:cNvPr>
          <p:cNvSpPr/>
          <p:nvPr/>
        </p:nvSpPr>
        <p:spPr>
          <a:xfrm>
            <a:off x="1219200" y="560260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7C5E341-ECAF-6288-F0E6-1CB03498C446}"/>
              </a:ext>
            </a:extLst>
          </p:cNvPr>
          <p:cNvSpPr txBox="1"/>
          <p:nvPr/>
        </p:nvSpPr>
        <p:spPr>
          <a:xfrm>
            <a:off x="1463964" y="5602602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보스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03ABBAEC-36DF-3B25-874D-213345D5E1C5}"/>
              </a:ext>
            </a:extLst>
          </p:cNvPr>
          <p:cNvSpPr/>
          <p:nvPr/>
        </p:nvSpPr>
        <p:spPr>
          <a:xfrm>
            <a:off x="2687753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4AAEBAD7-B411-61AB-EAC6-0206EFB40274}"/>
              </a:ext>
            </a:extLst>
          </p:cNvPr>
          <p:cNvSpPr/>
          <p:nvPr/>
        </p:nvSpPr>
        <p:spPr>
          <a:xfrm>
            <a:off x="3371795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DE38B9D7-F810-BC40-36EA-45775D409862}"/>
              </a:ext>
            </a:extLst>
          </p:cNvPr>
          <p:cNvSpPr/>
          <p:nvPr/>
        </p:nvSpPr>
        <p:spPr>
          <a:xfrm>
            <a:off x="4055837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26D6657C-14E9-F551-269A-0DDC4FF090F5}"/>
              </a:ext>
            </a:extLst>
          </p:cNvPr>
          <p:cNvSpPr/>
          <p:nvPr/>
        </p:nvSpPr>
        <p:spPr>
          <a:xfrm>
            <a:off x="4739879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5AC33186-2560-538D-B6ED-F7C20730E8C8}"/>
              </a:ext>
            </a:extLst>
          </p:cNvPr>
          <p:cNvSpPr/>
          <p:nvPr/>
        </p:nvSpPr>
        <p:spPr>
          <a:xfrm>
            <a:off x="5423921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CB84C921-3854-863E-568D-46C760282960}"/>
              </a:ext>
            </a:extLst>
          </p:cNvPr>
          <p:cNvSpPr/>
          <p:nvPr/>
        </p:nvSpPr>
        <p:spPr>
          <a:xfrm>
            <a:off x="6107963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4D86CAE1-0C42-6C0B-9E23-42CB693C402E}"/>
              </a:ext>
            </a:extLst>
          </p:cNvPr>
          <p:cNvSpPr/>
          <p:nvPr/>
        </p:nvSpPr>
        <p:spPr>
          <a:xfrm>
            <a:off x="6792005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E632A580-E713-2569-B050-DB9E5358A1BB}"/>
              </a:ext>
            </a:extLst>
          </p:cNvPr>
          <p:cNvSpPr/>
          <p:nvPr/>
        </p:nvSpPr>
        <p:spPr>
          <a:xfrm>
            <a:off x="7476047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A3A57C07-8B87-FE74-B5E7-D4FE8BF2A061}"/>
              </a:ext>
            </a:extLst>
          </p:cNvPr>
          <p:cNvSpPr/>
          <p:nvPr/>
        </p:nvSpPr>
        <p:spPr>
          <a:xfrm>
            <a:off x="8160089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5AFC1CCA-99FE-5873-0F28-446B9C5AC7FD}"/>
              </a:ext>
            </a:extLst>
          </p:cNvPr>
          <p:cNvSpPr/>
          <p:nvPr/>
        </p:nvSpPr>
        <p:spPr>
          <a:xfrm>
            <a:off x="8844131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FECEF2EE-0AC6-D0F3-D37D-6F54EA7AC9AF}"/>
              </a:ext>
            </a:extLst>
          </p:cNvPr>
          <p:cNvSpPr/>
          <p:nvPr/>
        </p:nvSpPr>
        <p:spPr>
          <a:xfrm>
            <a:off x="2687753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AA7D5E97-AAB9-BA26-892D-0DCDFF3911E7}"/>
              </a:ext>
            </a:extLst>
          </p:cNvPr>
          <p:cNvSpPr/>
          <p:nvPr/>
        </p:nvSpPr>
        <p:spPr>
          <a:xfrm>
            <a:off x="3371795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9FB97B62-DBD7-A193-8FE3-7824354540E8}"/>
              </a:ext>
            </a:extLst>
          </p:cNvPr>
          <p:cNvSpPr/>
          <p:nvPr/>
        </p:nvSpPr>
        <p:spPr>
          <a:xfrm>
            <a:off x="4055837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D5F0BE9C-DAAB-FDCF-8313-45FDA0D7F336}"/>
              </a:ext>
            </a:extLst>
          </p:cNvPr>
          <p:cNvSpPr/>
          <p:nvPr/>
        </p:nvSpPr>
        <p:spPr>
          <a:xfrm>
            <a:off x="4739879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76DAD38A-554F-CE01-11EF-12EF416F024A}"/>
              </a:ext>
            </a:extLst>
          </p:cNvPr>
          <p:cNvSpPr/>
          <p:nvPr/>
        </p:nvSpPr>
        <p:spPr>
          <a:xfrm>
            <a:off x="5423921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0B9E5698-4FB8-80A8-23C0-9F950FF34546}"/>
              </a:ext>
            </a:extLst>
          </p:cNvPr>
          <p:cNvSpPr/>
          <p:nvPr/>
        </p:nvSpPr>
        <p:spPr>
          <a:xfrm>
            <a:off x="6107963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E8B577B5-8A6E-0DDD-CFFA-A6276D192E03}"/>
              </a:ext>
            </a:extLst>
          </p:cNvPr>
          <p:cNvSpPr/>
          <p:nvPr/>
        </p:nvSpPr>
        <p:spPr>
          <a:xfrm>
            <a:off x="6792005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1B09CB8A-9912-1126-2606-45E153F7AEE5}"/>
              </a:ext>
            </a:extLst>
          </p:cNvPr>
          <p:cNvSpPr/>
          <p:nvPr/>
        </p:nvSpPr>
        <p:spPr>
          <a:xfrm>
            <a:off x="7476047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610755B5-90CB-9D77-5585-19D98A9BE063}"/>
              </a:ext>
            </a:extLst>
          </p:cNvPr>
          <p:cNvSpPr/>
          <p:nvPr/>
        </p:nvSpPr>
        <p:spPr>
          <a:xfrm>
            <a:off x="8160089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8DBA99C-8096-4B0C-1ECA-A54E8ADD1F73}"/>
              </a:ext>
            </a:extLst>
          </p:cNvPr>
          <p:cNvSpPr/>
          <p:nvPr/>
        </p:nvSpPr>
        <p:spPr>
          <a:xfrm>
            <a:off x="8844131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F31A7883-49E4-2658-81DA-1FC1E9EC094E}"/>
              </a:ext>
            </a:extLst>
          </p:cNvPr>
          <p:cNvSpPr/>
          <p:nvPr/>
        </p:nvSpPr>
        <p:spPr>
          <a:xfrm>
            <a:off x="2687753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04924660-6B45-3097-31F5-CEFEB010127D}"/>
              </a:ext>
            </a:extLst>
          </p:cNvPr>
          <p:cNvSpPr/>
          <p:nvPr/>
        </p:nvSpPr>
        <p:spPr>
          <a:xfrm>
            <a:off x="3371795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9BA11E46-7C75-852E-14F4-CF34AB05C20C}"/>
              </a:ext>
            </a:extLst>
          </p:cNvPr>
          <p:cNvSpPr/>
          <p:nvPr/>
        </p:nvSpPr>
        <p:spPr>
          <a:xfrm>
            <a:off x="4055837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7B5B1D77-5A09-3EE7-493C-8EBDE69C24BA}"/>
              </a:ext>
            </a:extLst>
          </p:cNvPr>
          <p:cNvSpPr/>
          <p:nvPr/>
        </p:nvSpPr>
        <p:spPr>
          <a:xfrm>
            <a:off x="4739879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6EBC49B8-12B5-E121-F158-11B85DE8C0CE}"/>
              </a:ext>
            </a:extLst>
          </p:cNvPr>
          <p:cNvSpPr/>
          <p:nvPr/>
        </p:nvSpPr>
        <p:spPr>
          <a:xfrm>
            <a:off x="5423921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5" name="사각형: 둥근 모서리 64">
            <a:extLst>
              <a:ext uri="{FF2B5EF4-FFF2-40B4-BE49-F238E27FC236}">
                <a16:creationId xmlns:a16="http://schemas.microsoft.com/office/drawing/2014/main" id="{B293F592-D247-86EF-8218-D33AAA5E47BC}"/>
              </a:ext>
            </a:extLst>
          </p:cNvPr>
          <p:cNvSpPr/>
          <p:nvPr/>
        </p:nvSpPr>
        <p:spPr>
          <a:xfrm>
            <a:off x="6107963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92FBEC3F-ECBB-7BE7-10F4-C2B678B345EB}"/>
              </a:ext>
            </a:extLst>
          </p:cNvPr>
          <p:cNvSpPr/>
          <p:nvPr/>
        </p:nvSpPr>
        <p:spPr>
          <a:xfrm>
            <a:off x="6792005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A6D7C82C-415E-6839-6B3C-E53651B4B395}"/>
              </a:ext>
            </a:extLst>
          </p:cNvPr>
          <p:cNvSpPr/>
          <p:nvPr/>
        </p:nvSpPr>
        <p:spPr>
          <a:xfrm>
            <a:off x="7476047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0E51112C-FCD4-4198-FBBA-275BDF6AB940}"/>
              </a:ext>
            </a:extLst>
          </p:cNvPr>
          <p:cNvSpPr/>
          <p:nvPr/>
        </p:nvSpPr>
        <p:spPr>
          <a:xfrm>
            <a:off x="8160089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2DDE3955-5A6A-4D75-AAB7-8A0A741374D1}"/>
              </a:ext>
            </a:extLst>
          </p:cNvPr>
          <p:cNvSpPr/>
          <p:nvPr/>
        </p:nvSpPr>
        <p:spPr>
          <a:xfrm>
            <a:off x="8844131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89DCCF98-DDCA-1F8B-B69C-8409568ED0CA}"/>
              </a:ext>
            </a:extLst>
          </p:cNvPr>
          <p:cNvSpPr/>
          <p:nvPr/>
        </p:nvSpPr>
        <p:spPr>
          <a:xfrm>
            <a:off x="2687753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E00E89B6-E216-751C-9CCB-D23146034A2E}"/>
              </a:ext>
            </a:extLst>
          </p:cNvPr>
          <p:cNvSpPr/>
          <p:nvPr/>
        </p:nvSpPr>
        <p:spPr>
          <a:xfrm>
            <a:off x="3371795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4F08B63A-A910-5EC4-DED6-857539B9AB03}"/>
              </a:ext>
            </a:extLst>
          </p:cNvPr>
          <p:cNvSpPr/>
          <p:nvPr/>
        </p:nvSpPr>
        <p:spPr>
          <a:xfrm>
            <a:off x="4055837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EA20A017-A0FD-DAAB-091D-E788EE2064B1}"/>
              </a:ext>
            </a:extLst>
          </p:cNvPr>
          <p:cNvSpPr/>
          <p:nvPr/>
        </p:nvSpPr>
        <p:spPr>
          <a:xfrm>
            <a:off x="4739879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F54A95B0-093C-2556-D4E8-BD048D6D05D1}"/>
              </a:ext>
            </a:extLst>
          </p:cNvPr>
          <p:cNvSpPr/>
          <p:nvPr/>
        </p:nvSpPr>
        <p:spPr>
          <a:xfrm>
            <a:off x="5423921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E8F9DB15-3845-6335-4DB6-E2F7DD87D261}"/>
              </a:ext>
            </a:extLst>
          </p:cNvPr>
          <p:cNvSpPr/>
          <p:nvPr/>
        </p:nvSpPr>
        <p:spPr>
          <a:xfrm>
            <a:off x="6107963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B146ADD8-73BF-7869-EF7B-7427A9DB479A}"/>
              </a:ext>
            </a:extLst>
          </p:cNvPr>
          <p:cNvSpPr/>
          <p:nvPr/>
        </p:nvSpPr>
        <p:spPr>
          <a:xfrm>
            <a:off x="6792005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9" name="사각형: 둥근 모서리 78">
            <a:extLst>
              <a:ext uri="{FF2B5EF4-FFF2-40B4-BE49-F238E27FC236}">
                <a16:creationId xmlns:a16="http://schemas.microsoft.com/office/drawing/2014/main" id="{16C7E285-8FAC-01A9-AE39-260BFB272C88}"/>
              </a:ext>
            </a:extLst>
          </p:cNvPr>
          <p:cNvSpPr/>
          <p:nvPr/>
        </p:nvSpPr>
        <p:spPr>
          <a:xfrm>
            <a:off x="7476047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DF4E2B48-3EB3-65F8-6D96-451B826DC6AA}"/>
              </a:ext>
            </a:extLst>
          </p:cNvPr>
          <p:cNvSpPr/>
          <p:nvPr/>
        </p:nvSpPr>
        <p:spPr>
          <a:xfrm>
            <a:off x="8160089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4894C08A-B1E0-D07B-FC4F-F293E6F3B67B}"/>
              </a:ext>
            </a:extLst>
          </p:cNvPr>
          <p:cNvSpPr/>
          <p:nvPr/>
        </p:nvSpPr>
        <p:spPr>
          <a:xfrm>
            <a:off x="8844131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E6D4A310-C132-FF67-F8A8-CA2EF3971184}"/>
              </a:ext>
            </a:extLst>
          </p:cNvPr>
          <p:cNvSpPr/>
          <p:nvPr/>
        </p:nvSpPr>
        <p:spPr>
          <a:xfrm>
            <a:off x="2687753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5" name="사각형: 둥근 모서리 84">
            <a:extLst>
              <a:ext uri="{FF2B5EF4-FFF2-40B4-BE49-F238E27FC236}">
                <a16:creationId xmlns:a16="http://schemas.microsoft.com/office/drawing/2014/main" id="{B47DEE06-9037-F57E-721B-053BD8C9144E}"/>
              </a:ext>
            </a:extLst>
          </p:cNvPr>
          <p:cNvSpPr/>
          <p:nvPr/>
        </p:nvSpPr>
        <p:spPr>
          <a:xfrm>
            <a:off x="3371795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6117BB6-18BC-6950-6D1F-AE1F9BB9C123}"/>
              </a:ext>
            </a:extLst>
          </p:cNvPr>
          <p:cNvSpPr/>
          <p:nvPr/>
        </p:nvSpPr>
        <p:spPr>
          <a:xfrm>
            <a:off x="4055837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49935185-23FA-BF7E-A11F-B19E525F8944}"/>
              </a:ext>
            </a:extLst>
          </p:cNvPr>
          <p:cNvSpPr/>
          <p:nvPr/>
        </p:nvSpPr>
        <p:spPr>
          <a:xfrm>
            <a:off x="4739879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041885B7-1BCD-8066-3DD8-8C9541A1A645}"/>
              </a:ext>
            </a:extLst>
          </p:cNvPr>
          <p:cNvSpPr/>
          <p:nvPr/>
        </p:nvSpPr>
        <p:spPr>
          <a:xfrm>
            <a:off x="5423921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0F06B21E-CD41-0338-18F1-F91D54E15526}"/>
              </a:ext>
            </a:extLst>
          </p:cNvPr>
          <p:cNvSpPr/>
          <p:nvPr/>
        </p:nvSpPr>
        <p:spPr>
          <a:xfrm>
            <a:off x="6107963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CD21D355-C3AA-CFEF-B70A-D35FA7DF74B7}"/>
              </a:ext>
            </a:extLst>
          </p:cNvPr>
          <p:cNvSpPr/>
          <p:nvPr/>
        </p:nvSpPr>
        <p:spPr>
          <a:xfrm>
            <a:off x="6792005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AD2A296A-F25A-1E22-E85C-539AF0BC83A7}"/>
              </a:ext>
            </a:extLst>
          </p:cNvPr>
          <p:cNvSpPr/>
          <p:nvPr/>
        </p:nvSpPr>
        <p:spPr>
          <a:xfrm>
            <a:off x="7476047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A71696A0-0741-3546-DF69-254B4C2E1609}"/>
              </a:ext>
            </a:extLst>
          </p:cNvPr>
          <p:cNvSpPr/>
          <p:nvPr/>
        </p:nvSpPr>
        <p:spPr>
          <a:xfrm>
            <a:off x="8160089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1EBC63C3-373F-ADC8-B98E-AB451A1A5022}"/>
              </a:ext>
            </a:extLst>
          </p:cNvPr>
          <p:cNvSpPr/>
          <p:nvPr/>
        </p:nvSpPr>
        <p:spPr>
          <a:xfrm>
            <a:off x="8844131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AF0213A9-19E0-611F-9103-64A9962A0B01}"/>
              </a:ext>
            </a:extLst>
          </p:cNvPr>
          <p:cNvSpPr/>
          <p:nvPr/>
        </p:nvSpPr>
        <p:spPr>
          <a:xfrm>
            <a:off x="2687753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7" name="사각형: 둥근 모서리 96">
            <a:extLst>
              <a:ext uri="{FF2B5EF4-FFF2-40B4-BE49-F238E27FC236}">
                <a16:creationId xmlns:a16="http://schemas.microsoft.com/office/drawing/2014/main" id="{BAC508DB-2576-2BBC-690D-7821214E62DA}"/>
              </a:ext>
            </a:extLst>
          </p:cNvPr>
          <p:cNvSpPr/>
          <p:nvPr/>
        </p:nvSpPr>
        <p:spPr>
          <a:xfrm>
            <a:off x="3371795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52015590-499D-5004-FB45-DE2802701EFD}"/>
              </a:ext>
            </a:extLst>
          </p:cNvPr>
          <p:cNvSpPr/>
          <p:nvPr/>
        </p:nvSpPr>
        <p:spPr>
          <a:xfrm>
            <a:off x="4055837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06293FA7-138B-B8C4-3647-835277F2B92A}"/>
              </a:ext>
            </a:extLst>
          </p:cNvPr>
          <p:cNvSpPr/>
          <p:nvPr/>
        </p:nvSpPr>
        <p:spPr>
          <a:xfrm>
            <a:off x="4739879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9132E485-523C-27CB-033D-4F40CC4E5D89}"/>
              </a:ext>
            </a:extLst>
          </p:cNvPr>
          <p:cNvSpPr/>
          <p:nvPr/>
        </p:nvSpPr>
        <p:spPr>
          <a:xfrm>
            <a:off x="5423921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1" name="사각형: 둥근 모서리 100">
            <a:extLst>
              <a:ext uri="{FF2B5EF4-FFF2-40B4-BE49-F238E27FC236}">
                <a16:creationId xmlns:a16="http://schemas.microsoft.com/office/drawing/2014/main" id="{E1A4FB39-7564-60B4-811A-DB71B86A2A1F}"/>
              </a:ext>
            </a:extLst>
          </p:cNvPr>
          <p:cNvSpPr/>
          <p:nvPr/>
        </p:nvSpPr>
        <p:spPr>
          <a:xfrm>
            <a:off x="6107963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2" name="사각형: 둥근 모서리 101">
            <a:extLst>
              <a:ext uri="{FF2B5EF4-FFF2-40B4-BE49-F238E27FC236}">
                <a16:creationId xmlns:a16="http://schemas.microsoft.com/office/drawing/2014/main" id="{D53F51B4-788E-EDC9-1CC6-EBDC7E2F7341}"/>
              </a:ext>
            </a:extLst>
          </p:cNvPr>
          <p:cNvSpPr/>
          <p:nvPr/>
        </p:nvSpPr>
        <p:spPr>
          <a:xfrm>
            <a:off x="6792005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3" name="사각형: 둥근 모서리 102">
            <a:extLst>
              <a:ext uri="{FF2B5EF4-FFF2-40B4-BE49-F238E27FC236}">
                <a16:creationId xmlns:a16="http://schemas.microsoft.com/office/drawing/2014/main" id="{C4D69C9F-C7F8-3C5F-9B48-A3B8283D8DF1}"/>
              </a:ext>
            </a:extLst>
          </p:cNvPr>
          <p:cNvSpPr/>
          <p:nvPr/>
        </p:nvSpPr>
        <p:spPr>
          <a:xfrm>
            <a:off x="7476047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9678594A-D1D5-1037-59CF-E63F8FCBC396}"/>
              </a:ext>
            </a:extLst>
          </p:cNvPr>
          <p:cNvSpPr/>
          <p:nvPr/>
        </p:nvSpPr>
        <p:spPr>
          <a:xfrm>
            <a:off x="8160089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5" name="사각형: 둥근 모서리 104">
            <a:extLst>
              <a:ext uri="{FF2B5EF4-FFF2-40B4-BE49-F238E27FC236}">
                <a16:creationId xmlns:a16="http://schemas.microsoft.com/office/drawing/2014/main" id="{E00B0A77-F2DF-EEE9-FC75-8002E75C2818}"/>
              </a:ext>
            </a:extLst>
          </p:cNvPr>
          <p:cNvSpPr/>
          <p:nvPr/>
        </p:nvSpPr>
        <p:spPr>
          <a:xfrm>
            <a:off x="8844131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21" name="그림 120">
            <a:extLst>
              <a:ext uri="{FF2B5EF4-FFF2-40B4-BE49-F238E27FC236}">
                <a16:creationId xmlns:a16="http://schemas.microsoft.com/office/drawing/2014/main" id="{2900C09C-078E-85D3-16F5-7096C7C7D96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6923" b="23599"/>
          <a:stretch>
            <a:fillRect/>
          </a:stretch>
        </p:blipFill>
        <p:spPr>
          <a:xfrm>
            <a:off x="2668218" y="5749693"/>
            <a:ext cx="6715913" cy="428516"/>
          </a:xfrm>
          <a:prstGeom prst="rect">
            <a:avLst/>
          </a:prstGeom>
        </p:spPr>
      </p:pic>
      <p:cxnSp>
        <p:nvCxnSpPr>
          <p:cNvPr id="123" name="직선 연결선 122">
            <a:extLst>
              <a:ext uri="{FF2B5EF4-FFF2-40B4-BE49-F238E27FC236}">
                <a16:creationId xmlns:a16="http://schemas.microsoft.com/office/drawing/2014/main" id="{D89C5AE5-A26D-E16B-86B9-8D2828922DAF}"/>
              </a:ext>
            </a:extLst>
          </p:cNvPr>
          <p:cNvCxnSpPr/>
          <p:nvPr/>
        </p:nvCxnSpPr>
        <p:spPr>
          <a:xfrm>
            <a:off x="2273711" y="6178208"/>
            <a:ext cx="881269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B1840C47-84DA-DB50-53DF-29AEE5400605}"/>
              </a:ext>
            </a:extLst>
          </p:cNvPr>
          <p:cNvSpPr/>
          <p:nvPr/>
        </p:nvSpPr>
        <p:spPr>
          <a:xfrm>
            <a:off x="10994695" y="1369148"/>
            <a:ext cx="91712" cy="478400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직사각형 126">
            <a:extLst>
              <a:ext uri="{FF2B5EF4-FFF2-40B4-BE49-F238E27FC236}">
                <a16:creationId xmlns:a16="http://schemas.microsoft.com/office/drawing/2014/main" id="{FFF4F09C-FD74-573D-0D27-D4E5F354BB3F}"/>
              </a:ext>
            </a:extLst>
          </p:cNvPr>
          <p:cNvSpPr/>
          <p:nvPr/>
        </p:nvSpPr>
        <p:spPr>
          <a:xfrm>
            <a:off x="10994695" y="1373852"/>
            <a:ext cx="91712" cy="58380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21EC87C1-FE4D-68F3-9BF6-A474E2F94F35}"/>
              </a:ext>
            </a:extLst>
          </p:cNvPr>
          <p:cNvSpPr txBox="1"/>
          <p:nvPr/>
        </p:nvSpPr>
        <p:spPr>
          <a:xfrm>
            <a:off x="962147" y="560081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 dirty="0"/>
              <a:t>도감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1A57EFB-38BE-2AA6-A2FA-92D6E1484BBA}"/>
              </a:ext>
            </a:extLst>
          </p:cNvPr>
          <p:cNvSpPr txBox="1"/>
          <p:nvPr/>
        </p:nvSpPr>
        <p:spPr>
          <a:xfrm>
            <a:off x="912000" y="67859"/>
            <a:ext cx="2629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/>
              <a:t>게임 외부 </a:t>
            </a:r>
            <a:r>
              <a:rPr lang="en-US" altLang="ko-KR" dirty="0"/>
              <a:t>- </a:t>
            </a:r>
            <a:r>
              <a:rPr lang="ko-KR" altLang="en-US" dirty="0"/>
              <a:t>도감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60970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C15ED3-9BA9-82A7-992E-2C1292C87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DE173339-2DEC-19E4-7A0A-863B5FDA5B75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8724044-ED7E-647B-36CB-0EED505604F0}"/>
              </a:ext>
            </a:extLst>
          </p:cNvPr>
          <p:cNvSpPr/>
          <p:nvPr/>
        </p:nvSpPr>
        <p:spPr>
          <a:xfrm>
            <a:off x="1219200" y="236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C26F2D4-4BE7-599C-3B36-7A02494EAB20}"/>
              </a:ext>
            </a:extLst>
          </p:cNvPr>
          <p:cNvSpPr/>
          <p:nvPr/>
        </p:nvSpPr>
        <p:spPr>
          <a:xfrm>
            <a:off x="1219200" y="290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6680C0F-20A1-87C0-0957-04823546E9C6}"/>
              </a:ext>
            </a:extLst>
          </p:cNvPr>
          <p:cNvSpPr/>
          <p:nvPr/>
        </p:nvSpPr>
        <p:spPr>
          <a:xfrm>
            <a:off x="1219200" y="344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B7C7FEF-4BFE-ADD8-1F70-C9D4F4A3C53F}"/>
              </a:ext>
            </a:extLst>
          </p:cNvPr>
          <p:cNvSpPr/>
          <p:nvPr/>
        </p:nvSpPr>
        <p:spPr>
          <a:xfrm>
            <a:off x="1219200" y="398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916F103-23B1-524F-3B62-E0D9F2362BDD}"/>
              </a:ext>
            </a:extLst>
          </p:cNvPr>
          <p:cNvSpPr/>
          <p:nvPr/>
        </p:nvSpPr>
        <p:spPr>
          <a:xfrm>
            <a:off x="1219200" y="452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2EDF015-2C68-EBB1-8AC1-DA6BEE86E6BE}"/>
              </a:ext>
            </a:extLst>
          </p:cNvPr>
          <p:cNvSpPr/>
          <p:nvPr/>
        </p:nvSpPr>
        <p:spPr>
          <a:xfrm>
            <a:off x="1219200" y="506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81235A78-ECC9-51F7-A341-8CB6B14DF173}"/>
              </a:ext>
            </a:extLst>
          </p:cNvPr>
          <p:cNvGrpSpPr/>
          <p:nvPr/>
        </p:nvGrpSpPr>
        <p:grpSpPr>
          <a:xfrm>
            <a:off x="1034472" y="1626646"/>
            <a:ext cx="1239239" cy="507339"/>
            <a:chOff x="1219199" y="1838036"/>
            <a:chExt cx="1057421" cy="31403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3EE352FF-82D3-88D3-66E4-187B4C97F56D}"/>
                </a:ext>
              </a:extLst>
            </p:cNvPr>
            <p:cNvSpPr/>
            <p:nvPr/>
          </p:nvSpPr>
          <p:spPr>
            <a:xfrm>
              <a:off x="1219199" y="1838036"/>
              <a:ext cx="1057421" cy="314037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B74A98C-B8DE-FCC2-F91B-62C3B5AF7B86}"/>
                </a:ext>
              </a:extLst>
            </p:cNvPr>
            <p:cNvSpPr txBox="1"/>
            <p:nvPr/>
          </p:nvSpPr>
          <p:spPr>
            <a:xfrm>
              <a:off x="1315791" y="1881297"/>
              <a:ext cx="933124" cy="1905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/>
                <a:t>스킬 </a:t>
              </a:r>
              <a:r>
                <a:rPr lang="en-US" altLang="ko-KR" sz="1400" b="1" dirty="0"/>
                <a:t>(</a:t>
              </a:r>
              <a:r>
                <a:rPr lang="ko-KR" altLang="en-US" sz="1400" b="1" dirty="0"/>
                <a:t>일반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81F3F759-368D-F592-E2EC-F6DAE879F942}"/>
              </a:ext>
            </a:extLst>
          </p:cNvPr>
          <p:cNvSpPr txBox="1"/>
          <p:nvPr/>
        </p:nvSpPr>
        <p:spPr>
          <a:xfrm>
            <a:off x="1219199" y="2376579"/>
            <a:ext cx="11288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스킬 </a:t>
            </a:r>
            <a:r>
              <a:rPr lang="en-US" altLang="ko-KR" sz="1100" b="1" dirty="0"/>
              <a:t>(</a:t>
            </a:r>
            <a:r>
              <a:rPr lang="ko-KR" altLang="en-US" sz="1100" b="1" dirty="0"/>
              <a:t>캐스트</a:t>
            </a:r>
            <a:r>
              <a:rPr lang="en-US" altLang="ko-KR" sz="1100" b="1" dirty="0"/>
              <a:t>)</a:t>
            </a:r>
            <a:endParaRPr lang="ko-KR" altLang="en-US" sz="12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FF13947-3464-93B8-81BC-35CD337D61FD}"/>
              </a:ext>
            </a:extLst>
          </p:cNvPr>
          <p:cNvSpPr txBox="1"/>
          <p:nvPr/>
        </p:nvSpPr>
        <p:spPr>
          <a:xfrm>
            <a:off x="1219199" y="2899688"/>
            <a:ext cx="10935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스킬 </a:t>
            </a:r>
            <a:r>
              <a:rPr lang="en-US" altLang="ko-KR" sz="1400" b="1" dirty="0"/>
              <a:t>(</a:t>
            </a:r>
            <a:r>
              <a:rPr lang="ko-KR" altLang="en-US" sz="1400" b="1" dirty="0"/>
              <a:t>보조</a:t>
            </a:r>
            <a:r>
              <a:rPr lang="en-US" altLang="ko-KR" sz="1400" b="1" dirty="0"/>
              <a:t>)</a:t>
            </a:r>
            <a:endParaRPr lang="ko-KR" altLang="en-US" sz="1400" b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E44EC7E-2A90-147A-E2C6-CAA29B4B77FD}"/>
              </a:ext>
            </a:extLst>
          </p:cNvPr>
          <p:cNvSpPr txBox="1"/>
          <p:nvPr/>
        </p:nvSpPr>
        <p:spPr>
          <a:xfrm>
            <a:off x="1431247" y="3433428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유물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96F312E-351B-DEE7-A945-A3E7D2995E5B}"/>
              </a:ext>
            </a:extLst>
          </p:cNvPr>
          <p:cNvSpPr txBox="1"/>
          <p:nvPr/>
        </p:nvSpPr>
        <p:spPr>
          <a:xfrm>
            <a:off x="1431247" y="3980912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증강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16D51AD-9285-CD2C-D8D7-A94501E36891}"/>
              </a:ext>
            </a:extLst>
          </p:cNvPr>
          <p:cNvSpPr txBox="1"/>
          <p:nvPr/>
        </p:nvSpPr>
        <p:spPr>
          <a:xfrm>
            <a:off x="1463965" y="4524887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/>
              <a:t>퓨전</a:t>
            </a:r>
            <a:endParaRPr lang="ko-KR" altLang="en-US" sz="14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B1BDF5F-2E37-04D8-2E9D-2D2F6CBAE8BE}"/>
              </a:ext>
            </a:extLst>
          </p:cNvPr>
          <p:cNvSpPr txBox="1"/>
          <p:nvPr/>
        </p:nvSpPr>
        <p:spPr>
          <a:xfrm>
            <a:off x="1332819" y="5068862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/>
              <a:t>몬스터</a:t>
            </a:r>
            <a:endParaRPr lang="ko-KR" altLang="en-US" sz="1400" b="1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2198FC1-DCE3-C441-CD44-F75237F13D8F}"/>
              </a:ext>
            </a:extLst>
          </p:cNvPr>
          <p:cNvSpPr/>
          <p:nvPr/>
        </p:nvSpPr>
        <p:spPr>
          <a:xfrm>
            <a:off x="2273711" y="1347589"/>
            <a:ext cx="8812696" cy="4830619"/>
          </a:xfrm>
          <a:prstGeom prst="rect">
            <a:avLst/>
          </a:prstGeom>
          <a:solidFill>
            <a:srgbClr val="F8E8C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E4B0E248-831C-F9EF-2D7A-9B251AB836A6}"/>
              </a:ext>
            </a:extLst>
          </p:cNvPr>
          <p:cNvSpPr/>
          <p:nvPr/>
        </p:nvSpPr>
        <p:spPr>
          <a:xfrm>
            <a:off x="1219200" y="560260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2DF9EA2-0DEC-0C37-AA6C-97C5004EA841}"/>
              </a:ext>
            </a:extLst>
          </p:cNvPr>
          <p:cNvSpPr txBox="1"/>
          <p:nvPr/>
        </p:nvSpPr>
        <p:spPr>
          <a:xfrm>
            <a:off x="1463964" y="5602602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보스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FD109E15-F72B-95C1-653F-17C61E669137}"/>
              </a:ext>
            </a:extLst>
          </p:cNvPr>
          <p:cNvSpPr/>
          <p:nvPr/>
        </p:nvSpPr>
        <p:spPr>
          <a:xfrm>
            <a:off x="2502606" y="1687323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ED29E80C-5780-F253-04F0-D5D0F846684B}"/>
              </a:ext>
            </a:extLst>
          </p:cNvPr>
          <p:cNvSpPr/>
          <p:nvPr/>
        </p:nvSpPr>
        <p:spPr>
          <a:xfrm>
            <a:off x="4231750" y="1687323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63C5D952-9F9B-ACCC-3C8B-E2D8ECF19425}"/>
              </a:ext>
            </a:extLst>
          </p:cNvPr>
          <p:cNvSpPr/>
          <p:nvPr/>
        </p:nvSpPr>
        <p:spPr>
          <a:xfrm>
            <a:off x="5960894" y="1687323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B030DF3-381E-E581-16C9-7BAB71291736}"/>
              </a:ext>
            </a:extLst>
          </p:cNvPr>
          <p:cNvSpPr/>
          <p:nvPr/>
        </p:nvSpPr>
        <p:spPr>
          <a:xfrm>
            <a:off x="7690038" y="1687323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6AD3ECFF-3616-AC82-8DBE-243C83A06F9B}"/>
              </a:ext>
            </a:extLst>
          </p:cNvPr>
          <p:cNvSpPr/>
          <p:nvPr/>
        </p:nvSpPr>
        <p:spPr>
          <a:xfrm>
            <a:off x="9419181" y="1687323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7C806DEF-2F63-55EA-71A6-78C11CC05C32}"/>
              </a:ext>
            </a:extLst>
          </p:cNvPr>
          <p:cNvSpPr/>
          <p:nvPr/>
        </p:nvSpPr>
        <p:spPr>
          <a:xfrm>
            <a:off x="2502606" y="3423490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02EDDD02-EB32-5487-F581-97A8489AA5E2}"/>
              </a:ext>
            </a:extLst>
          </p:cNvPr>
          <p:cNvSpPr/>
          <p:nvPr/>
        </p:nvSpPr>
        <p:spPr>
          <a:xfrm>
            <a:off x="4231750" y="3423490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D96D714A-6B1C-42B5-4C29-AF38DCC0D048}"/>
              </a:ext>
            </a:extLst>
          </p:cNvPr>
          <p:cNvSpPr/>
          <p:nvPr/>
        </p:nvSpPr>
        <p:spPr>
          <a:xfrm>
            <a:off x="5960894" y="3423490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9A4FBF8A-566A-FA64-67ED-9AE87CF3B673}"/>
              </a:ext>
            </a:extLst>
          </p:cNvPr>
          <p:cNvSpPr/>
          <p:nvPr/>
        </p:nvSpPr>
        <p:spPr>
          <a:xfrm>
            <a:off x="7690038" y="3423490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BC174B66-55DE-DE11-8579-3E8067763750}"/>
              </a:ext>
            </a:extLst>
          </p:cNvPr>
          <p:cNvSpPr/>
          <p:nvPr/>
        </p:nvSpPr>
        <p:spPr>
          <a:xfrm>
            <a:off x="9419181" y="3423490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23" name="직선 연결선 122">
            <a:extLst>
              <a:ext uri="{FF2B5EF4-FFF2-40B4-BE49-F238E27FC236}">
                <a16:creationId xmlns:a16="http://schemas.microsoft.com/office/drawing/2014/main" id="{AE915CAF-E706-3A4B-2472-69862AE22BB8}"/>
              </a:ext>
            </a:extLst>
          </p:cNvPr>
          <p:cNvCxnSpPr/>
          <p:nvPr/>
        </p:nvCxnSpPr>
        <p:spPr>
          <a:xfrm>
            <a:off x="2273711" y="6178208"/>
            <a:ext cx="881269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123CB66D-26C5-B719-5247-2463DC0C3273}"/>
              </a:ext>
            </a:extLst>
          </p:cNvPr>
          <p:cNvSpPr/>
          <p:nvPr/>
        </p:nvSpPr>
        <p:spPr>
          <a:xfrm>
            <a:off x="10994695" y="1369148"/>
            <a:ext cx="91712" cy="478400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직사각형 126">
            <a:extLst>
              <a:ext uri="{FF2B5EF4-FFF2-40B4-BE49-F238E27FC236}">
                <a16:creationId xmlns:a16="http://schemas.microsoft.com/office/drawing/2014/main" id="{4A7A9199-8E26-BB42-E961-93B47B4FA17D}"/>
              </a:ext>
            </a:extLst>
          </p:cNvPr>
          <p:cNvSpPr/>
          <p:nvPr/>
        </p:nvSpPr>
        <p:spPr>
          <a:xfrm>
            <a:off x="10994695" y="1420505"/>
            <a:ext cx="91712" cy="58380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3936FEBB-7718-CAF9-8FF8-BAA92FCEF7A3}"/>
              </a:ext>
            </a:extLst>
          </p:cNvPr>
          <p:cNvSpPr txBox="1"/>
          <p:nvPr/>
        </p:nvSpPr>
        <p:spPr>
          <a:xfrm>
            <a:off x="912000" y="67859"/>
            <a:ext cx="2629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/>
              <a:t>게임 외부 </a:t>
            </a:r>
            <a:r>
              <a:rPr lang="en-US" altLang="ko-KR" dirty="0"/>
              <a:t>- </a:t>
            </a:r>
            <a:r>
              <a:rPr lang="ko-KR" altLang="en-US" dirty="0"/>
              <a:t>도감</a:t>
            </a:r>
            <a:endParaRPr lang="en-US" altLang="ko-KR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E8B3675-3866-E6A8-080B-36D165C100B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6483"/>
          <a:stretch>
            <a:fillRect/>
          </a:stretch>
        </p:blipFill>
        <p:spPr>
          <a:xfrm>
            <a:off x="2525071" y="5242903"/>
            <a:ext cx="8370533" cy="92548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65634E2-119A-BCBD-10AC-DD61329AB416}"/>
              </a:ext>
            </a:extLst>
          </p:cNvPr>
          <p:cNvSpPr txBox="1"/>
          <p:nvPr/>
        </p:nvSpPr>
        <p:spPr>
          <a:xfrm>
            <a:off x="2739941" y="2754973"/>
            <a:ext cx="9653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/>
              <a:t>스킬 이름</a:t>
            </a:r>
          </a:p>
        </p:txBody>
      </p: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214C4C6C-FA1B-B96A-8CDE-922AD0A948F3}"/>
              </a:ext>
            </a:extLst>
          </p:cNvPr>
          <p:cNvGrpSpPr/>
          <p:nvPr/>
        </p:nvGrpSpPr>
        <p:grpSpPr>
          <a:xfrm>
            <a:off x="7297506" y="796311"/>
            <a:ext cx="2841675" cy="376147"/>
            <a:chOff x="8198876" y="796311"/>
            <a:chExt cx="2841675" cy="376147"/>
          </a:xfrm>
        </p:grpSpPr>
        <p:sp>
          <p:nvSpPr>
            <p:cNvPr id="112" name="직사각형 111">
              <a:extLst>
                <a:ext uri="{FF2B5EF4-FFF2-40B4-BE49-F238E27FC236}">
                  <a16:creationId xmlns:a16="http://schemas.microsoft.com/office/drawing/2014/main" id="{6454C6CC-B859-3969-2AEC-32AA4EA96A90}"/>
                </a:ext>
              </a:extLst>
            </p:cNvPr>
            <p:cNvSpPr/>
            <p:nvPr/>
          </p:nvSpPr>
          <p:spPr>
            <a:xfrm>
              <a:off x="8982470" y="815975"/>
              <a:ext cx="2058081" cy="3288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B6CBD819-4D5D-C67B-E9FB-36DA96187E56}"/>
                </a:ext>
              </a:extLst>
            </p:cNvPr>
            <p:cNvSpPr txBox="1"/>
            <p:nvPr/>
          </p:nvSpPr>
          <p:spPr>
            <a:xfrm>
              <a:off x="8325534" y="803126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/>
                <a:t>검색</a:t>
              </a:r>
            </a:p>
          </p:txBody>
        </p:sp>
        <p:grpSp>
          <p:nvGrpSpPr>
            <p:cNvPr id="119" name="그룹 118">
              <a:extLst>
                <a:ext uri="{FF2B5EF4-FFF2-40B4-BE49-F238E27FC236}">
                  <a16:creationId xmlns:a16="http://schemas.microsoft.com/office/drawing/2014/main" id="{EE725924-24C6-694D-FEAA-9B7DBFD9E3AD}"/>
                </a:ext>
              </a:extLst>
            </p:cNvPr>
            <p:cNvGrpSpPr/>
            <p:nvPr/>
          </p:nvGrpSpPr>
          <p:grpSpPr>
            <a:xfrm>
              <a:off x="8198876" y="796311"/>
              <a:ext cx="211169" cy="370516"/>
              <a:chOff x="12386700" y="180525"/>
              <a:chExt cx="432000" cy="582813"/>
            </a:xfrm>
          </p:grpSpPr>
          <p:sp>
            <p:nvSpPr>
              <p:cNvPr id="118" name="직사각형 117">
                <a:extLst>
                  <a:ext uri="{FF2B5EF4-FFF2-40B4-BE49-F238E27FC236}">
                    <a16:creationId xmlns:a16="http://schemas.microsoft.com/office/drawing/2014/main" id="{4FF87285-5881-837B-3693-71DEADFA6BF9}"/>
                  </a:ext>
                </a:extLst>
              </p:cNvPr>
              <p:cNvSpPr/>
              <p:nvPr/>
            </p:nvSpPr>
            <p:spPr>
              <a:xfrm rot="1617598">
                <a:off x="12436213" y="428508"/>
                <a:ext cx="105800" cy="334830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117" name="그룹 116">
                <a:extLst>
                  <a:ext uri="{FF2B5EF4-FFF2-40B4-BE49-F238E27FC236}">
                    <a16:creationId xmlns:a16="http://schemas.microsoft.com/office/drawing/2014/main" id="{FDC1F097-2BAD-7C34-0062-A810BC96BFDC}"/>
                  </a:ext>
                </a:extLst>
              </p:cNvPr>
              <p:cNvGrpSpPr/>
              <p:nvPr/>
            </p:nvGrpSpPr>
            <p:grpSpPr>
              <a:xfrm>
                <a:off x="12386700" y="180525"/>
                <a:ext cx="432000" cy="432000"/>
                <a:chOff x="12386700" y="180525"/>
                <a:chExt cx="432000" cy="432000"/>
              </a:xfrm>
            </p:grpSpPr>
            <p:sp>
              <p:nvSpPr>
                <p:cNvPr id="116" name="타원 115">
                  <a:extLst>
                    <a:ext uri="{FF2B5EF4-FFF2-40B4-BE49-F238E27FC236}">
                      <a16:creationId xmlns:a16="http://schemas.microsoft.com/office/drawing/2014/main" id="{1B31972B-3063-9734-84C2-F72B36443467}"/>
                    </a:ext>
                  </a:extLst>
                </p:cNvPr>
                <p:cNvSpPr/>
                <p:nvPr/>
              </p:nvSpPr>
              <p:spPr>
                <a:xfrm>
                  <a:off x="12386700" y="180525"/>
                  <a:ext cx="432000" cy="432000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4" name="타원 113">
                  <a:extLst>
                    <a:ext uri="{FF2B5EF4-FFF2-40B4-BE49-F238E27FC236}">
                      <a16:creationId xmlns:a16="http://schemas.microsoft.com/office/drawing/2014/main" id="{BDE6741D-4B71-7DDB-C28F-7E48B764E85C}"/>
                    </a:ext>
                  </a:extLst>
                </p:cNvPr>
                <p:cNvSpPr/>
                <p:nvPr/>
              </p:nvSpPr>
              <p:spPr>
                <a:xfrm>
                  <a:off x="12458700" y="252525"/>
                  <a:ext cx="288000" cy="288000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</p:grpSp>
      </p:grpSp>
      <p:sp>
        <p:nvSpPr>
          <p:cNvPr id="122" name="타원 121">
            <a:extLst>
              <a:ext uri="{FF2B5EF4-FFF2-40B4-BE49-F238E27FC236}">
                <a16:creationId xmlns:a16="http://schemas.microsoft.com/office/drawing/2014/main" id="{FB3281CB-4DEF-F913-B847-310C32D974C7}"/>
              </a:ext>
            </a:extLst>
          </p:cNvPr>
          <p:cNvSpPr/>
          <p:nvPr/>
        </p:nvSpPr>
        <p:spPr>
          <a:xfrm>
            <a:off x="12458700" y="252525"/>
            <a:ext cx="288000" cy="288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0D321A2D-40BE-7C61-BB35-EFC201EBD905}"/>
              </a:ext>
            </a:extLst>
          </p:cNvPr>
          <p:cNvSpPr txBox="1"/>
          <p:nvPr/>
        </p:nvSpPr>
        <p:spPr>
          <a:xfrm rot="10800000">
            <a:off x="10734945" y="611663"/>
            <a:ext cx="469089" cy="40862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63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ln w="6350">
                  <a:solidFill>
                    <a:schemeClr val="tx1"/>
                  </a:solidFill>
                </a:ln>
                <a:sym typeface="Wingdings" panose="05000000000000000000" pitchFamily="2" charset="2"/>
              </a:rPr>
              <a:t></a:t>
            </a:r>
            <a:endParaRPr lang="ko-KR" altLang="en-US" dirty="0">
              <a:ln w="6350">
                <a:solidFill>
                  <a:schemeClr val="tx1"/>
                </a:solidFill>
              </a:ln>
            </a:endParaRP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E85B9A29-4C12-6BBF-AFBF-3FA7D62BD6F0}"/>
              </a:ext>
            </a:extLst>
          </p:cNvPr>
          <p:cNvSpPr txBox="1"/>
          <p:nvPr/>
        </p:nvSpPr>
        <p:spPr>
          <a:xfrm>
            <a:off x="962147" y="560081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 dirty="0"/>
              <a:t>도감</a:t>
            </a:r>
          </a:p>
        </p:txBody>
      </p:sp>
    </p:spTree>
    <p:extLst>
      <p:ext uri="{BB962C8B-B14F-4D97-AF65-F5344CB8AC3E}">
        <p14:creationId xmlns:p14="http://schemas.microsoft.com/office/powerpoint/2010/main" val="37170708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55514-1431-9ADA-55CA-72C9F9194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A9904F4A-0212-8F55-9CCD-756F81476547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5287F6F-0876-56C0-8287-54167821C45D}"/>
              </a:ext>
            </a:extLst>
          </p:cNvPr>
          <p:cNvSpPr/>
          <p:nvPr/>
        </p:nvSpPr>
        <p:spPr>
          <a:xfrm>
            <a:off x="1219200" y="236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04B9215-67FF-38AA-38BC-3BD682BC7C37}"/>
              </a:ext>
            </a:extLst>
          </p:cNvPr>
          <p:cNvSpPr/>
          <p:nvPr/>
        </p:nvSpPr>
        <p:spPr>
          <a:xfrm>
            <a:off x="1219200" y="290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5AB7910-C74C-0D38-68E8-4841DE40BE3D}"/>
              </a:ext>
            </a:extLst>
          </p:cNvPr>
          <p:cNvSpPr/>
          <p:nvPr/>
        </p:nvSpPr>
        <p:spPr>
          <a:xfrm>
            <a:off x="1219200" y="344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592E387-A0BD-FD06-035D-104CCB7EB251}"/>
              </a:ext>
            </a:extLst>
          </p:cNvPr>
          <p:cNvSpPr/>
          <p:nvPr/>
        </p:nvSpPr>
        <p:spPr>
          <a:xfrm>
            <a:off x="1219200" y="398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A894D2B5-D741-AC27-CFD2-E32482A34738}"/>
              </a:ext>
            </a:extLst>
          </p:cNvPr>
          <p:cNvSpPr/>
          <p:nvPr/>
        </p:nvSpPr>
        <p:spPr>
          <a:xfrm>
            <a:off x="1219200" y="452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34FBFBC-97D7-E2FD-1E66-418BCDDAF941}"/>
              </a:ext>
            </a:extLst>
          </p:cNvPr>
          <p:cNvSpPr/>
          <p:nvPr/>
        </p:nvSpPr>
        <p:spPr>
          <a:xfrm>
            <a:off x="1219200" y="506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2DA92C81-28D3-3AD6-29F9-1A7F0861D77A}"/>
              </a:ext>
            </a:extLst>
          </p:cNvPr>
          <p:cNvGrpSpPr/>
          <p:nvPr/>
        </p:nvGrpSpPr>
        <p:grpSpPr>
          <a:xfrm>
            <a:off x="1034472" y="1626646"/>
            <a:ext cx="1239239" cy="507339"/>
            <a:chOff x="1219199" y="1838036"/>
            <a:chExt cx="1057421" cy="31403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358D9D9D-44F5-61B6-2221-BD5B5BAA5376}"/>
                </a:ext>
              </a:extLst>
            </p:cNvPr>
            <p:cNvSpPr/>
            <p:nvPr/>
          </p:nvSpPr>
          <p:spPr>
            <a:xfrm>
              <a:off x="1219199" y="1838036"/>
              <a:ext cx="1057421" cy="314037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3DFDEDF-31AF-5B84-B680-5EBCFDBDC7DB}"/>
                </a:ext>
              </a:extLst>
            </p:cNvPr>
            <p:cNvSpPr txBox="1"/>
            <p:nvPr/>
          </p:nvSpPr>
          <p:spPr>
            <a:xfrm>
              <a:off x="1315791" y="1881297"/>
              <a:ext cx="933124" cy="1905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/>
                <a:t>스킬 </a:t>
              </a:r>
              <a:r>
                <a:rPr lang="en-US" altLang="ko-KR" sz="1400" b="1" dirty="0"/>
                <a:t>(</a:t>
              </a:r>
              <a:r>
                <a:rPr lang="ko-KR" altLang="en-US" sz="1400" b="1" dirty="0"/>
                <a:t>일반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5EE3DA34-F40E-DE80-F8DE-65D6CCE478C2}"/>
              </a:ext>
            </a:extLst>
          </p:cNvPr>
          <p:cNvSpPr txBox="1"/>
          <p:nvPr/>
        </p:nvSpPr>
        <p:spPr>
          <a:xfrm>
            <a:off x="1219199" y="2376579"/>
            <a:ext cx="11288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스킬 </a:t>
            </a:r>
            <a:r>
              <a:rPr lang="en-US" altLang="ko-KR" sz="1100" b="1" dirty="0"/>
              <a:t>(</a:t>
            </a:r>
            <a:r>
              <a:rPr lang="ko-KR" altLang="en-US" sz="1100" b="1" dirty="0"/>
              <a:t>캐스트</a:t>
            </a:r>
            <a:r>
              <a:rPr lang="en-US" altLang="ko-KR" sz="1100" b="1" dirty="0"/>
              <a:t>)</a:t>
            </a:r>
            <a:endParaRPr lang="ko-KR" altLang="en-US" sz="12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FEA0C50-83C2-E66D-2173-55FB208F8FE2}"/>
              </a:ext>
            </a:extLst>
          </p:cNvPr>
          <p:cNvSpPr txBox="1"/>
          <p:nvPr/>
        </p:nvSpPr>
        <p:spPr>
          <a:xfrm>
            <a:off x="1219199" y="2899688"/>
            <a:ext cx="10935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스킬 </a:t>
            </a:r>
            <a:r>
              <a:rPr lang="en-US" altLang="ko-KR" sz="1400" b="1" dirty="0"/>
              <a:t>(</a:t>
            </a:r>
            <a:r>
              <a:rPr lang="ko-KR" altLang="en-US" sz="1400" b="1" dirty="0"/>
              <a:t>보조</a:t>
            </a:r>
            <a:r>
              <a:rPr lang="en-US" altLang="ko-KR" sz="1400" b="1" dirty="0"/>
              <a:t>)</a:t>
            </a:r>
            <a:endParaRPr lang="ko-KR" altLang="en-US" sz="1400" b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4C697BE-BE1F-BD42-E6E1-5D10A38518F6}"/>
              </a:ext>
            </a:extLst>
          </p:cNvPr>
          <p:cNvSpPr txBox="1"/>
          <p:nvPr/>
        </p:nvSpPr>
        <p:spPr>
          <a:xfrm>
            <a:off x="1431247" y="3433428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유물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B24CAF2-75E1-4794-7FCE-AA57013C13F0}"/>
              </a:ext>
            </a:extLst>
          </p:cNvPr>
          <p:cNvSpPr txBox="1"/>
          <p:nvPr/>
        </p:nvSpPr>
        <p:spPr>
          <a:xfrm>
            <a:off x="1431247" y="3980912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증강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AEDFAEE-B10A-DB4F-3DC2-DBE8B09A1304}"/>
              </a:ext>
            </a:extLst>
          </p:cNvPr>
          <p:cNvSpPr txBox="1"/>
          <p:nvPr/>
        </p:nvSpPr>
        <p:spPr>
          <a:xfrm>
            <a:off x="1463965" y="4524887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/>
              <a:t>퓨전</a:t>
            </a:r>
            <a:endParaRPr lang="ko-KR" altLang="en-US" sz="14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9B06D7-0A08-30B1-EB52-CF54081397E5}"/>
              </a:ext>
            </a:extLst>
          </p:cNvPr>
          <p:cNvSpPr txBox="1"/>
          <p:nvPr/>
        </p:nvSpPr>
        <p:spPr>
          <a:xfrm>
            <a:off x="1332819" y="5068862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/>
              <a:t>몬스터</a:t>
            </a:r>
            <a:endParaRPr lang="ko-KR" altLang="en-US" sz="1400" b="1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8C72E6C-3F73-92F8-5899-AFE5650719F5}"/>
              </a:ext>
            </a:extLst>
          </p:cNvPr>
          <p:cNvSpPr/>
          <p:nvPr/>
        </p:nvSpPr>
        <p:spPr>
          <a:xfrm>
            <a:off x="2273711" y="1347589"/>
            <a:ext cx="8812696" cy="4830619"/>
          </a:xfrm>
          <a:prstGeom prst="rect">
            <a:avLst/>
          </a:prstGeom>
          <a:solidFill>
            <a:srgbClr val="F8E8C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AD503E48-27A0-21FB-F6E1-9F6C42FDCD62}"/>
              </a:ext>
            </a:extLst>
          </p:cNvPr>
          <p:cNvSpPr/>
          <p:nvPr/>
        </p:nvSpPr>
        <p:spPr>
          <a:xfrm>
            <a:off x="1219200" y="560260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FACEDAE-5201-11A9-F702-049157C28C8E}"/>
              </a:ext>
            </a:extLst>
          </p:cNvPr>
          <p:cNvSpPr txBox="1"/>
          <p:nvPr/>
        </p:nvSpPr>
        <p:spPr>
          <a:xfrm>
            <a:off x="1463964" y="5602602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보스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80B59A67-E2A9-2C5C-68BE-B6E1AC719786}"/>
              </a:ext>
            </a:extLst>
          </p:cNvPr>
          <p:cNvSpPr/>
          <p:nvPr/>
        </p:nvSpPr>
        <p:spPr>
          <a:xfrm>
            <a:off x="2502606" y="1687323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004847EF-C004-D7E2-7D24-A6D42190D0F3}"/>
              </a:ext>
            </a:extLst>
          </p:cNvPr>
          <p:cNvSpPr/>
          <p:nvPr/>
        </p:nvSpPr>
        <p:spPr>
          <a:xfrm>
            <a:off x="4231750" y="1687323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0F80B1F6-FE95-EAC0-23E8-6385CBF001E3}"/>
              </a:ext>
            </a:extLst>
          </p:cNvPr>
          <p:cNvSpPr/>
          <p:nvPr/>
        </p:nvSpPr>
        <p:spPr>
          <a:xfrm>
            <a:off x="5960894" y="1687323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B04CE2CC-E5D7-FDAE-49EE-E1277760EEC1}"/>
              </a:ext>
            </a:extLst>
          </p:cNvPr>
          <p:cNvSpPr/>
          <p:nvPr/>
        </p:nvSpPr>
        <p:spPr>
          <a:xfrm>
            <a:off x="7690038" y="1687323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8CD11E1E-CCDB-E4AC-144D-7E086465EC5D}"/>
              </a:ext>
            </a:extLst>
          </p:cNvPr>
          <p:cNvSpPr/>
          <p:nvPr/>
        </p:nvSpPr>
        <p:spPr>
          <a:xfrm>
            <a:off x="9419181" y="1687323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71AF3ADC-DC68-F1CE-CF44-A7DE36287087}"/>
              </a:ext>
            </a:extLst>
          </p:cNvPr>
          <p:cNvSpPr/>
          <p:nvPr/>
        </p:nvSpPr>
        <p:spPr>
          <a:xfrm>
            <a:off x="2502606" y="3423490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46B90376-1244-5282-21BD-5064C988426F}"/>
              </a:ext>
            </a:extLst>
          </p:cNvPr>
          <p:cNvSpPr/>
          <p:nvPr/>
        </p:nvSpPr>
        <p:spPr>
          <a:xfrm>
            <a:off x="4231750" y="3423490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3C29C4A8-BB88-FD91-0B26-9515490030D2}"/>
              </a:ext>
            </a:extLst>
          </p:cNvPr>
          <p:cNvSpPr/>
          <p:nvPr/>
        </p:nvSpPr>
        <p:spPr>
          <a:xfrm>
            <a:off x="5960894" y="3423490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3C02DE19-DEF1-E6D4-8D1F-E04BACE5C2B8}"/>
              </a:ext>
            </a:extLst>
          </p:cNvPr>
          <p:cNvSpPr/>
          <p:nvPr/>
        </p:nvSpPr>
        <p:spPr>
          <a:xfrm>
            <a:off x="7690038" y="3423490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A5FEC2BC-286B-022F-E969-7413FA53CD88}"/>
              </a:ext>
            </a:extLst>
          </p:cNvPr>
          <p:cNvSpPr/>
          <p:nvPr/>
        </p:nvSpPr>
        <p:spPr>
          <a:xfrm>
            <a:off x="9419181" y="3423490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23" name="직선 연결선 122">
            <a:extLst>
              <a:ext uri="{FF2B5EF4-FFF2-40B4-BE49-F238E27FC236}">
                <a16:creationId xmlns:a16="http://schemas.microsoft.com/office/drawing/2014/main" id="{0C112E50-FE04-E75B-8F2C-51CE1F4BF14C}"/>
              </a:ext>
            </a:extLst>
          </p:cNvPr>
          <p:cNvCxnSpPr/>
          <p:nvPr/>
        </p:nvCxnSpPr>
        <p:spPr>
          <a:xfrm>
            <a:off x="2273711" y="6178208"/>
            <a:ext cx="881269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CAB4007A-D4AA-78D1-69C7-83D617ED6888}"/>
              </a:ext>
            </a:extLst>
          </p:cNvPr>
          <p:cNvSpPr/>
          <p:nvPr/>
        </p:nvSpPr>
        <p:spPr>
          <a:xfrm>
            <a:off x="10994695" y="1369148"/>
            <a:ext cx="91712" cy="478400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직사각형 126">
            <a:extLst>
              <a:ext uri="{FF2B5EF4-FFF2-40B4-BE49-F238E27FC236}">
                <a16:creationId xmlns:a16="http://schemas.microsoft.com/office/drawing/2014/main" id="{3C7D2808-925A-7A62-0812-671AC6A5D7E3}"/>
              </a:ext>
            </a:extLst>
          </p:cNvPr>
          <p:cNvSpPr/>
          <p:nvPr/>
        </p:nvSpPr>
        <p:spPr>
          <a:xfrm>
            <a:off x="10994695" y="1420505"/>
            <a:ext cx="91712" cy="58380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940B88A-59D3-24BC-A779-BC816DB72A6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6483"/>
          <a:stretch>
            <a:fillRect/>
          </a:stretch>
        </p:blipFill>
        <p:spPr>
          <a:xfrm>
            <a:off x="2525071" y="5242903"/>
            <a:ext cx="8370533" cy="92548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A06E9DBB-145D-E8CC-1FF1-FEDBAFE321A5}"/>
              </a:ext>
            </a:extLst>
          </p:cNvPr>
          <p:cNvSpPr txBox="1"/>
          <p:nvPr/>
        </p:nvSpPr>
        <p:spPr>
          <a:xfrm>
            <a:off x="2739941" y="2754973"/>
            <a:ext cx="9653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/>
              <a:t>스킬 이름</a:t>
            </a:r>
          </a:p>
        </p:txBody>
      </p: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47A47C84-7F69-F271-6AEF-B6267BF1F237}"/>
              </a:ext>
            </a:extLst>
          </p:cNvPr>
          <p:cNvGrpSpPr/>
          <p:nvPr/>
        </p:nvGrpSpPr>
        <p:grpSpPr>
          <a:xfrm>
            <a:off x="7297506" y="796311"/>
            <a:ext cx="2841675" cy="376147"/>
            <a:chOff x="8198876" y="796311"/>
            <a:chExt cx="2841675" cy="376147"/>
          </a:xfrm>
        </p:grpSpPr>
        <p:sp>
          <p:nvSpPr>
            <p:cNvPr id="112" name="직사각형 111">
              <a:extLst>
                <a:ext uri="{FF2B5EF4-FFF2-40B4-BE49-F238E27FC236}">
                  <a16:creationId xmlns:a16="http://schemas.microsoft.com/office/drawing/2014/main" id="{A0D92B01-BC39-1055-6944-B5D32A6F5D46}"/>
                </a:ext>
              </a:extLst>
            </p:cNvPr>
            <p:cNvSpPr/>
            <p:nvPr/>
          </p:nvSpPr>
          <p:spPr>
            <a:xfrm>
              <a:off x="8982470" y="815975"/>
              <a:ext cx="2058081" cy="3288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3C49548-D930-E523-1319-92118B5D2D65}"/>
                </a:ext>
              </a:extLst>
            </p:cNvPr>
            <p:cNvSpPr txBox="1"/>
            <p:nvPr/>
          </p:nvSpPr>
          <p:spPr>
            <a:xfrm>
              <a:off x="8325534" y="803126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/>
                <a:t>검색</a:t>
              </a:r>
            </a:p>
          </p:txBody>
        </p:sp>
        <p:grpSp>
          <p:nvGrpSpPr>
            <p:cNvPr id="119" name="그룹 118">
              <a:extLst>
                <a:ext uri="{FF2B5EF4-FFF2-40B4-BE49-F238E27FC236}">
                  <a16:creationId xmlns:a16="http://schemas.microsoft.com/office/drawing/2014/main" id="{3CB6988C-223A-7CB5-014D-CB3FBAF519BF}"/>
                </a:ext>
              </a:extLst>
            </p:cNvPr>
            <p:cNvGrpSpPr/>
            <p:nvPr/>
          </p:nvGrpSpPr>
          <p:grpSpPr>
            <a:xfrm>
              <a:off x="8198876" y="796311"/>
              <a:ext cx="211169" cy="370516"/>
              <a:chOff x="12386700" y="180525"/>
              <a:chExt cx="432000" cy="582813"/>
            </a:xfrm>
          </p:grpSpPr>
          <p:sp>
            <p:nvSpPr>
              <p:cNvPr id="118" name="직사각형 117">
                <a:extLst>
                  <a:ext uri="{FF2B5EF4-FFF2-40B4-BE49-F238E27FC236}">
                    <a16:creationId xmlns:a16="http://schemas.microsoft.com/office/drawing/2014/main" id="{25847210-D530-0AE1-A263-C70B00339FA6}"/>
                  </a:ext>
                </a:extLst>
              </p:cNvPr>
              <p:cNvSpPr/>
              <p:nvPr/>
            </p:nvSpPr>
            <p:spPr>
              <a:xfrm rot="1617598">
                <a:off x="12436213" y="428508"/>
                <a:ext cx="105800" cy="334830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117" name="그룹 116">
                <a:extLst>
                  <a:ext uri="{FF2B5EF4-FFF2-40B4-BE49-F238E27FC236}">
                    <a16:creationId xmlns:a16="http://schemas.microsoft.com/office/drawing/2014/main" id="{B765B615-BF4A-AA03-62E9-772087DF337C}"/>
                  </a:ext>
                </a:extLst>
              </p:cNvPr>
              <p:cNvGrpSpPr/>
              <p:nvPr/>
            </p:nvGrpSpPr>
            <p:grpSpPr>
              <a:xfrm>
                <a:off x="12386700" y="180525"/>
                <a:ext cx="432000" cy="432000"/>
                <a:chOff x="12386700" y="180525"/>
                <a:chExt cx="432000" cy="432000"/>
              </a:xfrm>
            </p:grpSpPr>
            <p:sp>
              <p:nvSpPr>
                <p:cNvPr id="116" name="타원 115">
                  <a:extLst>
                    <a:ext uri="{FF2B5EF4-FFF2-40B4-BE49-F238E27FC236}">
                      <a16:creationId xmlns:a16="http://schemas.microsoft.com/office/drawing/2014/main" id="{811EB4B8-ABB1-046F-C7C5-FA4FC81B592F}"/>
                    </a:ext>
                  </a:extLst>
                </p:cNvPr>
                <p:cNvSpPr/>
                <p:nvPr/>
              </p:nvSpPr>
              <p:spPr>
                <a:xfrm>
                  <a:off x="12386700" y="180525"/>
                  <a:ext cx="432000" cy="432000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4" name="타원 113">
                  <a:extLst>
                    <a:ext uri="{FF2B5EF4-FFF2-40B4-BE49-F238E27FC236}">
                      <a16:creationId xmlns:a16="http://schemas.microsoft.com/office/drawing/2014/main" id="{3B245802-59DC-A086-3AE7-871B00A85D73}"/>
                    </a:ext>
                  </a:extLst>
                </p:cNvPr>
                <p:cNvSpPr/>
                <p:nvPr/>
              </p:nvSpPr>
              <p:spPr>
                <a:xfrm>
                  <a:off x="12458700" y="252525"/>
                  <a:ext cx="288000" cy="288000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</p:grpSp>
      </p:grpSp>
      <p:sp>
        <p:nvSpPr>
          <p:cNvPr id="122" name="타원 121">
            <a:extLst>
              <a:ext uri="{FF2B5EF4-FFF2-40B4-BE49-F238E27FC236}">
                <a16:creationId xmlns:a16="http://schemas.microsoft.com/office/drawing/2014/main" id="{A32AB3EA-CD37-0C14-ACAD-91F6BB4D42D4}"/>
              </a:ext>
            </a:extLst>
          </p:cNvPr>
          <p:cNvSpPr/>
          <p:nvPr/>
        </p:nvSpPr>
        <p:spPr>
          <a:xfrm>
            <a:off x="12458700" y="252525"/>
            <a:ext cx="288000" cy="288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B8B5743A-4533-A028-E626-3A1317C7CBBF}"/>
              </a:ext>
            </a:extLst>
          </p:cNvPr>
          <p:cNvSpPr txBox="1"/>
          <p:nvPr/>
        </p:nvSpPr>
        <p:spPr>
          <a:xfrm rot="10800000">
            <a:off x="10734945" y="611663"/>
            <a:ext cx="469089" cy="40862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63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ln w="6350">
                  <a:solidFill>
                    <a:schemeClr val="tx1"/>
                  </a:solidFill>
                </a:ln>
                <a:sym typeface="Wingdings" panose="05000000000000000000" pitchFamily="2" charset="2"/>
              </a:rPr>
              <a:t></a:t>
            </a:r>
            <a:endParaRPr lang="ko-KR" altLang="en-US" dirty="0">
              <a:ln w="6350">
                <a:solidFill>
                  <a:schemeClr val="tx1"/>
                </a:solidFill>
              </a:ln>
            </a:endParaRP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289844C-3000-7B2E-2ADD-DC985613A60A}"/>
              </a:ext>
            </a:extLst>
          </p:cNvPr>
          <p:cNvSpPr txBox="1"/>
          <p:nvPr/>
        </p:nvSpPr>
        <p:spPr>
          <a:xfrm>
            <a:off x="962147" y="560081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 dirty="0"/>
              <a:t>도감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533326-8D41-7903-9BF9-32BE37FE38AA}"/>
              </a:ext>
            </a:extLst>
          </p:cNvPr>
          <p:cNvSpPr txBox="1"/>
          <p:nvPr/>
        </p:nvSpPr>
        <p:spPr>
          <a:xfrm>
            <a:off x="912000" y="67859"/>
            <a:ext cx="50642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/>
              <a:t>게임 외부 </a:t>
            </a:r>
            <a:r>
              <a:rPr lang="en-US" altLang="ko-KR" dirty="0"/>
              <a:t>– </a:t>
            </a:r>
            <a:r>
              <a:rPr lang="ko-KR" altLang="en-US" dirty="0"/>
              <a:t>도감 </a:t>
            </a:r>
            <a:r>
              <a:rPr lang="en-US" altLang="ko-KR" dirty="0"/>
              <a:t>– </a:t>
            </a:r>
            <a:r>
              <a:rPr lang="ko-KR" altLang="en-US" dirty="0"/>
              <a:t>아이콘 터치 팝업 </a:t>
            </a:r>
            <a:r>
              <a:rPr lang="en-US" altLang="ko-KR" dirty="0"/>
              <a:t>(1)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699B8248-C0A0-8114-BBE5-5A8543733F1E}"/>
              </a:ext>
            </a:extLst>
          </p:cNvPr>
          <p:cNvGrpSpPr/>
          <p:nvPr/>
        </p:nvGrpSpPr>
        <p:grpSpPr>
          <a:xfrm>
            <a:off x="911192" y="507490"/>
            <a:ext cx="10368000" cy="5831999"/>
            <a:chOff x="911192" y="507490"/>
            <a:chExt cx="10368000" cy="5831999"/>
          </a:xfrm>
        </p:grpSpPr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2199BBFF-521E-89A6-F891-8364A3E80DAF}"/>
                </a:ext>
              </a:extLst>
            </p:cNvPr>
            <p:cNvGrpSpPr/>
            <p:nvPr/>
          </p:nvGrpSpPr>
          <p:grpSpPr>
            <a:xfrm>
              <a:off x="911192" y="507490"/>
              <a:ext cx="10368000" cy="5831999"/>
              <a:chOff x="911192" y="507490"/>
              <a:chExt cx="10368000" cy="5831999"/>
            </a:xfrm>
          </p:grpSpPr>
          <p:sp>
            <p:nvSpPr>
              <p:cNvPr id="26" name="직사각형 25">
                <a:extLst>
                  <a:ext uri="{FF2B5EF4-FFF2-40B4-BE49-F238E27FC236}">
                    <a16:creationId xmlns:a16="http://schemas.microsoft.com/office/drawing/2014/main" id="{7D959E68-4C7E-7A76-895A-615440137C06}"/>
                  </a:ext>
                </a:extLst>
              </p:cNvPr>
              <p:cNvSpPr/>
              <p:nvPr/>
            </p:nvSpPr>
            <p:spPr>
              <a:xfrm>
                <a:off x="911192" y="507490"/>
                <a:ext cx="10368000" cy="5831999"/>
              </a:xfrm>
              <a:prstGeom prst="rect">
                <a:avLst/>
              </a:prstGeom>
              <a:solidFill>
                <a:schemeClr val="bg2">
                  <a:alpha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7" name="그룹 26">
                <a:extLst>
                  <a:ext uri="{FF2B5EF4-FFF2-40B4-BE49-F238E27FC236}">
                    <a16:creationId xmlns:a16="http://schemas.microsoft.com/office/drawing/2014/main" id="{26807764-DC75-21BB-DB87-A47C7AD4063E}"/>
                  </a:ext>
                </a:extLst>
              </p:cNvPr>
              <p:cNvGrpSpPr/>
              <p:nvPr/>
            </p:nvGrpSpPr>
            <p:grpSpPr>
              <a:xfrm>
                <a:off x="4683392" y="2031158"/>
                <a:ext cx="2825216" cy="3964082"/>
                <a:chOff x="1560000" y="1160999"/>
                <a:chExt cx="2825216" cy="3964082"/>
              </a:xfrm>
            </p:grpSpPr>
            <p:grpSp>
              <p:nvGrpSpPr>
                <p:cNvPr id="29" name="그룹 28">
                  <a:extLst>
                    <a:ext uri="{FF2B5EF4-FFF2-40B4-BE49-F238E27FC236}">
                      <a16:creationId xmlns:a16="http://schemas.microsoft.com/office/drawing/2014/main" id="{ABFCC0AE-7156-C032-7EE4-10CEECB5BD08}"/>
                    </a:ext>
                  </a:extLst>
                </p:cNvPr>
                <p:cNvGrpSpPr/>
                <p:nvPr/>
              </p:nvGrpSpPr>
              <p:grpSpPr>
                <a:xfrm>
                  <a:off x="1560000" y="1160999"/>
                  <a:ext cx="2825216" cy="3964082"/>
                  <a:chOff x="1560000" y="1160999"/>
                  <a:chExt cx="2825216" cy="3964082"/>
                </a:xfrm>
              </p:grpSpPr>
              <p:sp>
                <p:nvSpPr>
                  <p:cNvPr id="54" name="직사각형 53">
                    <a:extLst>
                      <a:ext uri="{FF2B5EF4-FFF2-40B4-BE49-F238E27FC236}">
                        <a16:creationId xmlns:a16="http://schemas.microsoft.com/office/drawing/2014/main" id="{76CA5613-9AB2-E332-9F86-1825C501B222}"/>
                      </a:ext>
                    </a:extLst>
                  </p:cNvPr>
                  <p:cNvSpPr/>
                  <p:nvPr/>
                </p:nvSpPr>
                <p:spPr>
                  <a:xfrm>
                    <a:off x="1560000" y="1160999"/>
                    <a:ext cx="2825216" cy="3964082"/>
                  </a:xfrm>
                  <a:prstGeom prst="rect">
                    <a:avLst/>
                  </a:prstGeom>
                  <a:solidFill>
                    <a:srgbClr val="F8E8C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dirty="0"/>
                  </a:p>
                </p:txBody>
              </p:sp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5B957837-8780-CBA2-0AD5-BFDA853995D5}"/>
                      </a:ext>
                    </a:extLst>
                  </p:cNvPr>
                  <p:cNvSpPr txBox="1"/>
                  <p:nvPr/>
                </p:nvSpPr>
                <p:spPr>
                  <a:xfrm>
                    <a:off x="2210220" y="1833128"/>
                    <a:ext cx="1524776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ko-KR" altLang="en-US" sz="2400" dirty="0"/>
                      <a:t>불꽃 탄환</a:t>
                    </a:r>
                  </a:p>
                </p:txBody>
              </p:sp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B9F7EBAA-6A94-82CA-123F-A0816B29A8A5}"/>
                      </a:ext>
                    </a:extLst>
                  </p:cNvPr>
                  <p:cNvSpPr txBox="1"/>
                  <p:nvPr/>
                </p:nvSpPr>
                <p:spPr>
                  <a:xfrm>
                    <a:off x="2584520" y="2299051"/>
                    <a:ext cx="776175" cy="2616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altLang="ko-KR" sz="1100" b="1" dirty="0">
                        <a:solidFill>
                          <a:schemeClr val="bg2">
                            <a:lumMod val="50000"/>
                          </a:schemeClr>
                        </a:solidFill>
                      </a:rPr>
                      <a:t>common</a:t>
                    </a:r>
                  </a:p>
                </p:txBody>
              </p:sp>
            </p:grpSp>
            <p:sp>
              <p:nvSpPr>
                <p:cNvPr id="32" name="직사각형 31">
                  <a:extLst>
                    <a:ext uri="{FF2B5EF4-FFF2-40B4-BE49-F238E27FC236}">
                      <a16:creationId xmlns:a16="http://schemas.microsoft.com/office/drawing/2014/main" id="{A457BE5B-634E-07A6-ECB8-6DB1AB3B3FB2}"/>
                    </a:ext>
                  </a:extLst>
                </p:cNvPr>
                <p:cNvSpPr/>
                <p:nvPr/>
              </p:nvSpPr>
              <p:spPr>
                <a:xfrm>
                  <a:off x="1560000" y="1160999"/>
                  <a:ext cx="2825216" cy="3960000"/>
                </a:xfrm>
                <a:prstGeom prst="rect">
                  <a:avLst/>
                </a:prstGeom>
                <a:noFill/>
                <a:ln w="38100"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33" name="사각형: 둥근 모서리 32">
                  <a:extLst>
                    <a:ext uri="{FF2B5EF4-FFF2-40B4-BE49-F238E27FC236}">
                      <a16:creationId xmlns:a16="http://schemas.microsoft.com/office/drawing/2014/main" id="{4E9A1CAB-1D6B-3832-1671-BF4377879E85}"/>
                    </a:ext>
                  </a:extLst>
                </p:cNvPr>
                <p:cNvSpPr/>
                <p:nvPr/>
              </p:nvSpPr>
              <p:spPr>
                <a:xfrm>
                  <a:off x="4149306" y="1199471"/>
                  <a:ext cx="196120" cy="215261"/>
                </a:xfrm>
                <a:prstGeom prst="round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400" dirty="0">
                      <a:solidFill>
                        <a:srgbClr val="FF0000"/>
                      </a:solidFill>
                    </a:rPr>
                    <a:t>i</a:t>
                  </a:r>
                  <a:endParaRPr lang="ko-KR" altLang="en-US" sz="1400" dirty="0">
                    <a:solidFill>
                      <a:srgbClr val="FF0000"/>
                    </a:solidFill>
                  </a:endParaRPr>
                </a:p>
              </p:txBody>
            </p:sp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4EDB0BCD-9297-95A1-8F71-151D1EF48337}"/>
                    </a:ext>
                  </a:extLst>
                </p:cNvPr>
                <p:cNvSpPr txBox="1"/>
                <p:nvPr/>
              </p:nvSpPr>
              <p:spPr>
                <a:xfrm>
                  <a:off x="1560000" y="4882177"/>
                  <a:ext cx="2825216" cy="2000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r"/>
                  <a:r>
                    <a:rPr lang="ko-KR" altLang="en-US" sz="700" dirty="0">
                      <a:solidFill>
                        <a:schemeClr val="bg1">
                          <a:lumMod val="75000"/>
                        </a:schemeClr>
                      </a:solidFill>
                    </a:rPr>
                    <a:t>사원의 열정은 불꽃과 같아서 금새 </a:t>
                  </a:r>
                  <a:r>
                    <a:rPr lang="ko-KR" altLang="en-US" sz="700" dirty="0" err="1">
                      <a:solidFill>
                        <a:schemeClr val="bg1">
                          <a:lumMod val="75000"/>
                        </a:schemeClr>
                      </a:solidFill>
                    </a:rPr>
                    <a:t>사그라든다</a:t>
                  </a:r>
                  <a:r>
                    <a:rPr lang="en-US" altLang="ko-KR" sz="700" dirty="0">
                      <a:solidFill>
                        <a:schemeClr val="bg1">
                          <a:lumMod val="75000"/>
                        </a:schemeClr>
                      </a:solidFill>
                    </a:rPr>
                    <a:t>.</a:t>
                  </a:r>
                  <a:r>
                    <a:rPr lang="ko-KR" altLang="en-US" sz="700" dirty="0">
                      <a:solidFill>
                        <a:schemeClr val="bg1">
                          <a:lumMod val="75000"/>
                        </a:schemeClr>
                      </a:solidFill>
                    </a:rPr>
                    <a:t> </a:t>
                  </a:r>
                </a:p>
              </p:txBody>
            </p:sp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57AE2B61-2410-0BAD-EAF0-BF9A2D715AE8}"/>
                    </a:ext>
                  </a:extLst>
                </p:cNvPr>
                <p:cNvSpPr txBox="1"/>
                <p:nvPr/>
              </p:nvSpPr>
              <p:spPr>
                <a:xfrm>
                  <a:off x="1690777" y="2993042"/>
                  <a:ext cx="2562046" cy="5674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ko-KR" altLang="en-US" sz="1100" b="1" dirty="0"/>
                    <a:t>불꽃 탄환</a:t>
                  </a:r>
                  <a:r>
                    <a:rPr lang="en-US" altLang="ko-KR" sz="1100" b="1" dirty="0"/>
                    <a:t>(1*</a:t>
                  </a:r>
                  <a:r>
                    <a:rPr lang="ko-KR" altLang="en-US" sz="1100" b="1" dirty="0"/>
                    <a:t>피해량</a:t>
                  </a:r>
                  <a:r>
                    <a:rPr lang="en-US" altLang="ko-KR" sz="1100" b="1" dirty="0"/>
                    <a:t> 0.8)</a:t>
                  </a:r>
                  <a:r>
                    <a:rPr lang="ko-KR" altLang="en-US" sz="1100" b="1" dirty="0"/>
                    <a:t>으로 이루어진 탄환 </a:t>
                  </a:r>
                  <a:r>
                    <a:rPr lang="en-US" altLang="ko-KR" sz="1100" b="1" dirty="0"/>
                    <a:t>1</a:t>
                  </a:r>
                  <a:r>
                    <a:rPr lang="ko-KR" altLang="en-US" sz="1100" b="1" dirty="0"/>
                    <a:t>발을 적에게 쏜다</a:t>
                  </a:r>
                  <a:r>
                    <a:rPr lang="en-US" altLang="ko-KR" sz="1100" b="1" dirty="0"/>
                    <a:t>.</a:t>
                  </a:r>
                  <a:endParaRPr lang="ko-KR" altLang="en-US" sz="1100" b="1" dirty="0"/>
                </a:p>
              </p:txBody>
            </p:sp>
            <p:grpSp>
              <p:nvGrpSpPr>
                <p:cNvPr id="40" name="그룹 39">
                  <a:extLst>
                    <a:ext uri="{FF2B5EF4-FFF2-40B4-BE49-F238E27FC236}">
                      <a16:creationId xmlns:a16="http://schemas.microsoft.com/office/drawing/2014/main" id="{0C37041A-38B8-375D-5BB7-998B573402C3}"/>
                    </a:ext>
                  </a:extLst>
                </p:cNvPr>
                <p:cNvGrpSpPr/>
                <p:nvPr/>
              </p:nvGrpSpPr>
              <p:grpSpPr>
                <a:xfrm>
                  <a:off x="1638555" y="2662227"/>
                  <a:ext cx="881189" cy="287632"/>
                  <a:chOff x="1625586" y="2309542"/>
                  <a:chExt cx="881189" cy="287632"/>
                </a:xfrm>
              </p:grpSpPr>
              <p:sp>
                <p:nvSpPr>
                  <p:cNvPr id="46" name="사각형: 둥근 모서리 45">
                    <a:extLst>
                      <a:ext uri="{FF2B5EF4-FFF2-40B4-BE49-F238E27FC236}">
                        <a16:creationId xmlns:a16="http://schemas.microsoft.com/office/drawing/2014/main" id="{6257B21A-D396-5DC5-ABD8-BC5AE4FF4778}"/>
                      </a:ext>
                    </a:extLst>
                  </p:cNvPr>
                  <p:cNvSpPr/>
                  <p:nvPr/>
                </p:nvSpPr>
                <p:spPr>
                  <a:xfrm>
                    <a:off x="1648306" y="2309542"/>
                    <a:ext cx="858469" cy="287632"/>
                  </a:xfrm>
                  <a:prstGeom prst="roundRect">
                    <a:avLst/>
                  </a:prstGeom>
                  <a:solidFill>
                    <a:srgbClr val="FFFFCC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1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7" name="사각형: 둥근 모서리 46">
                    <a:extLst>
                      <a:ext uri="{FF2B5EF4-FFF2-40B4-BE49-F238E27FC236}">
                        <a16:creationId xmlns:a16="http://schemas.microsoft.com/office/drawing/2014/main" id="{C0AF4DC9-2C2D-9B49-50FE-90DE00AA774E}"/>
                      </a:ext>
                    </a:extLst>
                  </p:cNvPr>
                  <p:cNvSpPr/>
                  <p:nvPr/>
                </p:nvSpPr>
                <p:spPr>
                  <a:xfrm>
                    <a:off x="2233565" y="2363358"/>
                    <a:ext cx="180000" cy="180000"/>
                  </a:xfrm>
                  <a:prstGeom prst="roundRect">
                    <a:avLst/>
                  </a:prstGeom>
                  <a:solidFill>
                    <a:schemeClr val="bg1">
                      <a:lumMod val="9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ko-KR" sz="1100" dirty="0">
                        <a:solidFill>
                          <a:schemeClr val="tx1"/>
                        </a:solidFill>
                      </a:rPr>
                      <a:t>N</a:t>
                    </a:r>
                    <a:endParaRPr lang="ko-KR" altLang="en-US" sz="11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3" name="TextBox 52">
                    <a:extLst>
                      <a:ext uri="{FF2B5EF4-FFF2-40B4-BE49-F238E27FC236}">
                        <a16:creationId xmlns:a16="http://schemas.microsoft.com/office/drawing/2014/main" id="{62FA33D2-01A4-EFA4-167B-FDF26D8FEA0B}"/>
                      </a:ext>
                    </a:extLst>
                  </p:cNvPr>
                  <p:cNvSpPr txBox="1"/>
                  <p:nvPr/>
                </p:nvSpPr>
                <p:spPr>
                  <a:xfrm>
                    <a:off x="1625586" y="2315142"/>
                    <a:ext cx="689353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ko-KR" altLang="en-US" sz="1200" b="1" dirty="0"/>
                      <a:t>액티브</a:t>
                    </a:r>
                  </a:p>
                </p:txBody>
              </p:sp>
            </p:grpSp>
            <p:grpSp>
              <p:nvGrpSpPr>
                <p:cNvPr id="41" name="그룹 40">
                  <a:extLst>
                    <a:ext uri="{FF2B5EF4-FFF2-40B4-BE49-F238E27FC236}">
                      <a16:creationId xmlns:a16="http://schemas.microsoft.com/office/drawing/2014/main" id="{3CF874FC-4F14-816A-5BFD-0863A4141B33}"/>
                    </a:ext>
                  </a:extLst>
                </p:cNvPr>
                <p:cNvGrpSpPr/>
                <p:nvPr/>
              </p:nvGrpSpPr>
              <p:grpSpPr>
                <a:xfrm>
                  <a:off x="1643317" y="3757402"/>
                  <a:ext cx="689353" cy="287632"/>
                  <a:chOff x="1630348" y="2309542"/>
                  <a:chExt cx="689353" cy="287632"/>
                </a:xfrm>
              </p:grpSpPr>
              <p:sp>
                <p:nvSpPr>
                  <p:cNvPr id="44" name="사각형: 둥근 모서리 43">
                    <a:extLst>
                      <a:ext uri="{FF2B5EF4-FFF2-40B4-BE49-F238E27FC236}">
                        <a16:creationId xmlns:a16="http://schemas.microsoft.com/office/drawing/2014/main" id="{6C7163BE-E050-0248-5ED0-68C00B0847B0}"/>
                      </a:ext>
                    </a:extLst>
                  </p:cNvPr>
                  <p:cNvSpPr/>
                  <p:nvPr/>
                </p:nvSpPr>
                <p:spPr>
                  <a:xfrm>
                    <a:off x="1648306" y="2309542"/>
                    <a:ext cx="666633" cy="287632"/>
                  </a:xfrm>
                  <a:prstGeom prst="roundRect">
                    <a:avLst/>
                  </a:prstGeom>
                  <a:solidFill>
                    <a:srgbClr val="FFFFCC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1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263D4515-036D-F5F8-AF7B-F3123F6F172B}"/>
                      </a:ext>
                    </a:extLst>
                  </p:cNvPr>
                  <p:cNvSpPr txBox="1"/>
                  <p:nvPr/>
                </p:nvSpPr>
                <p:spPr>
                  <a:xfrm>
                    <a:off x="1630348" y="2315142"/>
                    <a:ext cx="689353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ko-KR" altLang="en-US" sz="1200" b="1" dirty="0"/>
                      <a:t>패시브</a:t>
                    </a:r>
                  </a:p>
                </p:txBody>
              </p:sp>
            </p:grp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772A64A9-EE71-1C72-ACE7-F9B6E1358EFA}"/>
                    </a:ext>
                  </a:extLst>
                </p:cNvPr>
                <p:cNvSpPr txBox="1"/>
                <p:nvPr/>
              </p:nvSpPr>
              <p:spPr>
                <a:xfrm>
                  <a:off x="1690777" y="4093706"/>
                  <a:ext cx="2562046" cy="82137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ko-KR" altLang="en-US" sz="1100" b="1" dirty="0"/>
                    <a:t>불꽃 탄환</a:t>
                  </a:r>
                  <a:r>
                    <a:rPr lang="en-US" altLang="ko-KR" sz="1100" b="1" dirty="0"/>
                    <a:t>(1*</a:t>
                  </a:r>
                  <a:r>
                    <a:rPr lang="ko-KR" altLang="en-US" sz="1100" b="1" dirty="0"/>
                    <a:t>피해량</a:t>
                  </a:r>
                  <a:r>
                    <a:rPr lang="en-US" altLang="ko-KR" sz="1100" b="1" dirty="0"/>
                    <a:t> 0.2)</a:t>
                  </a:r>
                  <a:r>
                    <a:rPr lang="ko-KR" altLang="en-US" sz="1100" b="1" dirty="0"/>
                    <a:t>으로 이루어진 탄환 </a:t>
                  </a:r>
                  <a:r>
                    <a:rPr lang="en-US" altLang="ko-KR" sz="1100" b="1" dirty="0"/>
                    <a:t>1</a:t>
                  </a:r>
                  <a:r>
                    <a:rPr lang="ko-KR" altLang="en-US" sz="1100" b="1" dirty="0"/>
                    <a:t>발을 적에게 </a:t>
                  </a:r>
                  <a:r>
                    <a:rPr lang="en-US" altLang="ko-KR" sz="1100" b="1" dirty="0"/>
                    <a:t>4</a:t>
                  </a:r>
                  <a:r>
                    <a:rPr lang="ko-KR" altLang="en-US" sz="1100" b="1" dirty="0"/>
                    <a:t>초에 한 번 쏜다</a:t>
                  </a:r>
                  <a:r>
                    <a:rPr lang="en-US" altLang="ko-KR" sz="1100" b="1" dirty="0"/>
                    <a:t>.</a:t>
                  </a:r>
                  <a:endParaRPr lang="ko-KR" altLang="en-US" sz="1100" b="1" dirty="0"/>
                </a:p>
              </p:txBody>
            </p:sp>
            <p:sp>
              <p:nvSpPr>
                <p:cNvPr id="43" name="사각형: 둥근 모서리 42">
                  <a:extLst>
                    <a:ext uri="{FF2B5EF4-FFF2-40B4-BE49-F238E27FC236}">
                      <a16:creationId xmlns:a16="http://schemas.microsoft.com/office/drawing/2014/main" id="{77B1F30A-FDE6-00F9-A255-3E16635A9C63}"/>
                    </a:ext>
                  </a:extLst>
                </p:cNvPr>
                <p:cNvSpPr/>
                <p:nvPr/>
              </p:nvSpPr>
              <p:spPr>
                <a:xfrm>
                  <a:off x="2701800" y="1230991"/>
                  <a:ext cx="540000" cy="540000"/>
                </a:xfrm>
                <a:prstGeom prst="roundRect">
                  <a:avLst/>
                </a:prstGeom>
                <a:solidFill>
                  <a:schemeClr val="bg2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</p:grpSp>
          <p:sp>
            <p:nvSpPr>
              <p:cNvPr id="28" name="직사각형 27">
                <a:extLst>
                  <a:ext uri="{FF2B5EF4-FFF2-40B4-BE49-F238E27FC236}">
                    <a16:creationId xmlns:a16="http://schemas.microsoft.com/office/drawing/2014/main" id="{87457713-C913-F455-496B-AD35479665A9}"/>
                  </a:ext>
                </a:extLst>
              </p:cNvPr>
              <p:cNvSpPr/>
              <p:nvPr/>
            </p:nvSpPr>
            <p:spPr>
              <a:xfrm>
                <a:off x="3513536" y="1117600"/>
                <a:ext cx="5163312" cy="457200"/>
              </a:xfrm>
              <a:prstGeom prst="rect">
                <a:avLst/>
              </a:prstGeom>
              <a:solidFill>
                <a:srgbClr val="F1FAC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F0E6006-A61F-0D18-F268-B7D9C9C6382D}"/>
                </a:ext>
              </a:extLst>
            </p:cNvPr>
            <p:cNvSpPr txBox="1"/>
            <p:nvPr/>
          </p:nvSpPr>
          <p:spPr>
            <a:xfrm>
              <a:off x="4997776" y="1161534"/>
              <a:ext cx="21948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b="1" dirty="0">
                  <a:solidFill>
                    <a:srgbClr val="FF0000"/>
                  </a:solidFill>
                </a:rPr>
                <a:t>상점에서 해금 가능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563778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0E12C-914D-1C71-0887-6111AA4A4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6D52FEF9-44BA-B579-6C67-AE21AC69ACCE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F22098D-4122-53E5-4340-13CE4CF39FE0}"/>
              </a:ext>
            </a:extLst>
          </p:cNvPr>
          <p:cNvSpPr/>
          <p:nvPr/>
        </p:nvSpPr>
        <p:spPr>
          <a:xfrm>
            <a:off x="1219200" y="236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2E4DD0A-30C3-4B98-5956-6DD870C0DBED}"/>
              </a:ext>
            </a:extLst>
          </p:cNvPr>
          <p:cNvSpPr/>
          <p:nvPr/>
        </p:nvSpPr>
        <p:spPr>
          <a:xfrm>
            <a:off x="1219200" y="290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E0927A0-BDAA-0DB9-E37F-34716CF32FAF}"/>
              </a:ext>
            </a:extLst>
          </p:cNvPr>
          <p:cNvSpPr/>
          <p:nvPr/>
        </p:nvSpPr>
        <p:spPr>
          <a:xfrm>
            <a:off x="1219200" y="344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08CD83C-53DC-D7DA-4438-4DB672293500}"/>
              </a:ext>
            </a:extLst>
          </p:cNvPr>
          <p:cNvSpPr/>
          <p:nvPr/>
        </p:nvSpPr>
        <p:spPr>
          <a:xfrm>
            <a:off x="1219200" y="398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5427686-2B22-F33D-C960-469151117109}"/>
              </a:ext>
            </a:extLst>
          </p:cNvPr>
          <p:cNvSpPr/>
          <p:nvPr/>
        </p:nvSpPr>
        <p:spPr>
          <a:xfrm>
            <a:off x="1219200" y="452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64A96F2-44CE-1B92-EB1C-A2CDBDA2AF48}"/>
              </a:ext>
            </a:extLst>
          </p:cNvPr>
          <p:cNvSpPr/>
          <p:nvPr/>
        </p:nvSpPr>
        <p:spPr>
          <a:xfrm>
            <a:off x="1219200" y="506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815BC4C8-B209-059C-55B8-8A3D2522C898}"/>
              </a:ext>
            </a:extLst>
          </p:cNvPr>
          <p:cNvGrpSpPr/>
          <p:nvPr/>
        </p:nvGrpSpPr>
        <p:grpSpPr>
          <a:xfrm>
            <a:off x="1034472" y="1626646"/>
            <a:ext cx="1239239" cy="507339"/>
            <a:chOff x="1219199" y="1838036"/>
            <a:chExt cx="1057421" cy="31403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AA84CD43-0B1C-D821-53E7-F2F92165A280}"/>
                </a:ext>
              </a:extLst>
            </p:cNvPr>
            <p:cNvSpPr/>
            <p:nvPr/>
          </p:nvSpPr>
          <p:spPr>
            <a:xfrm>
              <a:off x="1219199" y="1838036"/>
              <a:ext cx="1057421" cy="314037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92F5406-CBC3-7AA2-23DF-3F2EE673C052}"/>
                </a:ext>
              </a:extLst>
            </p:cNvPr>
            <p:cNvSpPr txBox="1"/>
            <p:nvPr/>
          </p:nvSpPr>
          <p:spPr>
            <a:xfrm>
              <a:off x="1315791" y="1881297"/>
              <a:ext cx="933124" cy="1905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/>
                <a:t>스킬 </a:t>
              </a:r>
              <a:r>
                <a:rPr lang="en-US" altLang="ko-KR" sz="1400" b="1" dirty="0"/>
                <a:t>(</a:t>
              </a:r>
              <a:r>
                <a:rPr lang="ko-KR" altLang="en-US" sz="1400" b="1" dirty="0"/>
                <a:t>일반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CCF0B67F-CC7A-C4B9-2147-DF63C066F699}"/>
              </a:ext>
            </a:extLst>
          </p:cNvPr>
          <p:cNvSpPr txBox="1"/>
          <p:nvPr/>
        </p:nvSpPr>
        <p:spPr>
          <a:xfrm>
            <a:off x="1219199" y="2376579"/>
            <a:ext cx="11288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스킬 </a:t>
            </a:r>
            <a:r>
              <a:rPr lang="en-US" altLang="ko-KR" sz="1100" b="1" dirty="0"/>
              <a:t>(</a:t>
            </a:r>
            <a:r>
              <a:rPr lang="ko-KR" altLang="en-US" sz="1100" b="1" dirty="0"/>
              <a:t>캐스트</a:t>
            </a:r>
            <a:r>
              <a:rPr lang="en-US" altLang="ko-KR" sz="1100" b="1" dirty="0"/>
              <a:t>)</a:t>
            </a:r>
            <a:endParaRPr lang="ko-KR" altLang="en-US" sz="12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6B274C8-FCFD-EC3D-71A7-B36BC428F99D}"/>
              </a:ext>
            </a:extLst>
          </p:cNvPr>
          <p:cNvSpPr txBox="1"/>
          <p:nvPr/>
        </p:nvSpPr>
        <p:spPr>
          <a:xfrm>
            <a:off x="1219199" y="2899688"/>
            <a:ext cx="10935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스킬 </a:t>
            </a:r>
            <a:r>
              <a:rPr lang="en-US" altLang="ko-KR" sz="1400" b="1" dirty="0"/>
              <a:t>(</a:t>
            </a:r>
            <a:r>
              <a:rPr lang="ko-KR" altLang="en-US" sz="1400" b="1" dirty="0"/>
              <a:t>보조</a:t>
            </a:r>
            <a:r>
              <a:rPr lang="en-US" altLang="ko-KR" sz="1400" b="1" dirty="0"/>
              <a:t>)</a:t>
            </a:r>
            <a:endParaRPr lang="ko-KR" altLang="en-US" sz="1400" b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D303F75-F6A5-B7DC-5E84-DEB1BB9B08D3}"/>
              </a:ext>
            </a:extLst>
          </p:cNvPr>
          <p:cNvSpPr txBox="1"/>
          <p:nvPr/>
        </p:nvSpPr>
        <p:spPr>
          <a:xfrm>
            <a:off x="1431247" y="3433428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유물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1EB31CF-885B-338E-C941-C47DE1AA2E79}"/>
              </a:ext>
            </a:extLst>
          </p:cNvPr>
          <p:cNvSpPr txBox="1"/>
          <p:nvPr/>
        </p:nvSpPr>
        <p:spPr>
          <a:xfrm>
            <a:off x="1431247" y="3980912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증강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6E6E230-5861-41B0-518F-A1963C2488DD}"/>
              </a:ext>
            </a:extLst>
          </p:cNvPr>
          <p:cNvSpPr txBox="1"/>
          <p:nvPr/>
        </p:nvSpPr>
        <p:spPr>
          <a:xfrm>
            <a:off x="1463965" y="4524887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/>
              <a:t>퓨전</a:t>
            </a:r>
            <a:endParaRPr lang="ko-KR" altLang="en-US" sz="14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0C2530-8097-6119-E3CE-C18AD30EC96F}"/>
              </a:ext>
            </a:extLst>
          </p:cNvPr>
          <p:cNvSpPr txBox="1"/>
          <p:nvPr/>
        </p:nvSpPr>
        <p:spPr>
          <a:xfrm>
            <a:off x="1332819" y="5068862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/>
              <a:t>몬스터</a:t>
            </a:r>
            <a:endParaRPr lang="ko-KR" altLang="en-US" sz="1400" b="1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59EFEE8-76DC-7782-1056-9C89F22C31C4}"/>
              </a:ext>
            </a:extLst>
          </p:cNvPr>
          <p:cNvSpPr/>
          <p:nvPr/>
        </p:nvSpPr>
        <p:spPr>
          <a:xfrm>
            <a:off x="2273711" y="1347589"/>
            <a:ext cx="8812696" cy="4830619"/>
          </a:xfrm>
          <a:prstGeom prst="rect">
            <a:avLst/>
          </a:prstGeom>
          <a:solidFill>
            <a:srgbClr val="F8E8C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AF7C8DFF-6AF7-101B-DE9A-70E0A45497AD}"/>
              </a:ext>
            </a:extLst>
          </p:cNvPr>
          <p:cNvSpPr/>
          <p:nvPr/>
        </p:nvSpPr>
        <p:spPr>
          <a:xfrm>
            <a:off x="1219200" y="560260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3AEE1DD-F351-793F-AE0D-BDDAE482AC75}"/>
              </a:ext>
            </a:extLst>
          </p:cNvPr>
          <p:cNvSpPr txBox="1"/>
          <p:nvPr/>
        </p:nvSpPr>
        <p:spPr>
          <a:xfrm>
            <a:off x="1463964" y="5602602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보스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058C90B6-D673-587C-8CAA-27E25AF0F918}"/>
              </a:ext>
            </a:extLst>
          </p:cNvPr>
          <p:cNvSpPr/>
          <p:nvPr/>
        </p:nvSpPr>
        <p:spPr>
          <a:xfrm>
            <a:off x="2502606" y="1687323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41028D5B-C1E3-7CCD-E1D6-D07EFE601D52}"/>
              </a:ext>
            </a:extLst>
          </p:cNvPr>
          <p:cNvSpPr/>
          <p:nvPr/>
        </p:nvSpPr>
        <p:spPr>
          <a:xfrm>
            <a:off x="4231750" y="1687323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EEB42008-9AD2-A812-6C68-05C290A8DD55}"/>
              </a:ext>
            </a:extLst>
          </p:cNvPr>
          <p:cNvSpPr/>
          <p:nvPr/>
        </p:nvSpPr>
        <p:spPr>
          <a:xfrm>
            <a:off x="5960894" y="1687323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2EE6A48A-D9D5-F617-57A7-E53619B9AFEC}"/>
              </a:ext>
            </a:extLst>
          </p:cNvPr>
          <p:cNvSpPr/>
          <p:nvPr/>
        </p:nvSpPr>
        <p:spPr>
          <a:xfrm>
            <a:off x="7690038" y="1687323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BAA022C-D690-DB08-F664-8C6B1E89102B}"/>
              </a:ext>
            </a:extLst>
          </p:cNvPr>
          <p:cNvSpPr/>
          <p:nvPr/>
        </p:nvSpPr>
        <p:spPr>
          <a:xfrm>
            <a:off x="9419181" y="1687323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67545CC9-24D8-31D8-C863-3B08585CA97D}"/>
              </a:ext>
            </a:extLst>
          </p:cNvPr>
          <p:cNvSpPr/>
          <p:nvPr/>
        </p:nvSpPr>
        <p:spPr>
          <a:xfrm>
            <a:off x="2502606" y="3423490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B28414DE-1447-BA0F-B09C-B28EA82B74DE}"/>
              </a:ext>
            </a:extLst>
          </p:cNvPr>
          <p:cNvSpPr/>
          <p:nvPr/>
        </p:nvSpPr>
        <p:spPr>
          <a:xfrm>
            <a:off x="4231750" y="3423490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C399A704-A0B1-0F9D-3533-89C7EC3B1738}"/>
              </a:ext>
            </a:extLst>
          </p:cNvPr>
          <p:cNvSpPr/>
          <p:nvPr/>
        </p:nvSpPr>
        <p:spPr>
          <a:xfrm>
            <a:off x="5960894" y="3423490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5AA20641-AFDE-E3D0-2754-244BB6653DCA}"/>
              </a:ext>
            </a:extLst>
          </p:cNvPr>
          <p:cNvSpPr/>
          <p:nvPr/>
        </p:nvSpPr>
        <p:spPr>
          <a:xfrm>
            <a:off x="7690038" y="3423490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B0703A2C-CAEB-3049-C7B3-BD2A17716570}"/>
              </a:ext>
            </a:extLst>
          </p:cNvPr>
          <p:cNvSpPr/>
          <p:nvPr/>
        </p:nvSpPr>
        <p:spPr>
          <a:xfrm>
            <a:off x="9419181" y="3423490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23" name="직선 연결선 122">
            <a:extLst>
              <a:ext uri="{FF2B5EF4-FFF2-40B4-BE49-F238E27FC236}">
                <a16:creationId xmlns:a16="http://schemas.microsoft.com/office/drawing/2014/main" id="{BB56FA79-5C4B-529D-265E-6AE173173E48}"/>
              </a:ext>
            </a:extLst>
          </p:cNvPr>
          <p:cNvCxnSpPr/>
          <p:nvPr/>
        </p:nvCxnSpPr>
        <p:spPr>
          <a:xfrm>
            <a:off x="2273711" y="6178208"/>
            <a:ext cx="881269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FC227E95-8F02-509B-721D-5C6DB2214272}"/>
              </a:ext>
            </a:extLst>
          </p:cNvPr>
          <p:cNvSpPr/>
          <p:nvPr/>
        </p:nvSpPr>
        <p:spPr>
          <a:xfrm>
            <a:off x="10994695" y="1369148"/>
            <a:ext cx="91712" cy="478400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직사각형 126">
            <a:extLst>
              <a:ext uri="{FF2B5EF4-FFF2-40B4-BE49-F238E27FC236}">
                <a16:creationId xmlns:a16="http://schemas.microsoft.com/office/drawing/2014/main" id="{AD355731-416C-EE6B-BB3A-71F23CE9DE25}"/>
              </a:ext>
            </a:extLst>
          </p:cNvPr>
          <p:cNvSpPr/>
          <p:nvPr/>
        </p:nvSpPr>
        <p:spPr>
          <a:xfrm>
            <a:off x="10994695" y="1420505"/>
            <a:ext cx="91712" cy="58380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98EC08C-0D8E-0E16-10B5-29F51CDB402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6483"/>
          <a:stretch>
            <a:fillRect/>
          </a:stretch>
        </p:blipFill>
        <p:spPr>
          <a:xfrm>
            <a:off x="2525071" y="5242903"/>
            <a:ext cx="8370533" cy="92548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498006F0-B124-8B48-F40B-0BD1F729F83F}"/>
              </a:ext>
            </a:extLst>
          </p:cNvPr>
          <p:cNvSpPr txBox="1"/>
          <p:nvPr/>
        </p:nvSpPr>
        <p:spPr>
          <a:xfrm>
            <a:off x="2739941" y="2754973"/>
            <a:ext cx="9653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/>
              <a:t>스킬 이름</a:t>
            </a:r>
          </a:p>
        </p:txBody>
      </p: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9AF05B2F-0515-2A04-5E0C-F20D9AE03E6A}"/>
              </a:ext>
            </a:extLst>
          </p:cNvPr>
          <p:cNvGrpSpPr/>
          <p:nvPr/>
        </p:nvGrpSpPr>
        <p:grpSpPr>
          <a:xfrm>
            <a:off x="7297506" y="796311"/>
            <a:ext cx="2841675" cy="376147"/>
            <a:chOff x="8198876" y="796311"/>
            <a:chExt cx="2841675" cy="376147"/>
          </a:xfrm>
        </p:grpSpPr>
        <p:sp>
          <p:nvSpPr>
            <p:cNvPr id="112" name="직사각형 111">
              <a:extLst>
                <a:ext uri="{FF2B5EF4-FFF2-40B4-BE49-F238E27FC236}">
                  <a16:creationId xmlns:a16="http://schemas.microsoft.com/office/drawing/2014/main" id="{26CC15E8-C37D-18E9-060D-13EA4B979CFA}"/>
                </a:ext>
              </a:extLst>
            </p:cNvPr>
            <p:cNvSpPr/>
            <p:nvPr/>
          </p:nvSpPr>
          <p:spPr>
            <a:xfrm>
              <a:off x="8982470" y="815975"/>
              <a:ext cx="2058081" cy="3288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85F2D5C0-7226-2148-E8F6-08877767296B}"/>
                </a:ext>
              </a:extLst>
            </p:cNvPr>
            <p:cNvSpPr txBox="1"/>
            <p:nvPr/>
          </p:nvSpPr>
          <p:spPr>
            <a:xfrm>
              <a:off x="8325534" y="803126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/>
                <a:t>검색</a:t>
              </a:r>
            </a:p>
          </p:txBody>
        </p:sp>
        <p:grpSp>
          <p:nvGrpSpPr>
            <p:cNvPr id="119" name="그룹 118">
              <a:extLst>
                <a:ext uri="{FF2B5EF4-FFF2-40B4-BE49-F238E27FC236}">
                  <a16:creationId xmlns:a16="http://schemas.microsoft.com/office/drawing/2014/main" id="{B73B6E30-BF8D-BB16-8C7E-D40AFB6F9A89}"/>
                </a:ext>
              </a:extLst>
            </p:cNvPr>
            <p:cNvGrpSpPr/>
            <p:nvPr/>
          </p:nvGrpSpPr>
          <p:grpSpPr>
            <a:xfrm>
              <a:off x="8198876" y="796311"/>
              <a:ext cx="211169" cy="370516"/>
              <a:chOff x="12386700" y="180525"/>
              <a:chExt cx="432000" cy="582813"/>
            </a:xfrm>
          </p:grpSpPr>
          <p:sp>
            <p:nvSpPr>
              <p:cNvPr id="118" name="직사각형 117">
                <a:extLst>
                  <a:ext uri="{FF2B5EF4-FFF2-40B4-BE49-F238E27FC236}">
                    <a16:creationId xmlns:a16="http://schemas.microsoft.com/office/drawing/2014/main" id="{473A0998-7121-7D58-7C68-DC863A49FB24}"/>
                  </a:ext>
                </a:extLst>
              </p:cNvPr>
              <p:cNvSpPr/>
              <p:nvPr/>
            </p:nvSpPr>
            <p:spPr>
              <a:xfrm rot="1617598">
                <a:off x="12436213" y="428508"/>
                <a:ext cx="105800" cy="334830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117" name="그룹 116">
                <a:extLst>
                  <a:ext uri="{FF2B5EF4-FFF2-40B4-BE49-F238E27FC236}">
                    <a16:creationId xmlns:a16="http://schemas.microsoft.com/office/drawing/2014/main" id="{643CE496-4DE6-7900-9555-553653C9E3F3}"/>
                  </a:ext>
                </a:extLst>
              </p:cNvPr>
              <p:cNvGrpSpPr/>
              <p:nvPr/>
            </p:nvGrpSpPr>
            <p:grpSpPr>
              <a:xfrm>
                <a:off x="12386700" y="180525"/>
                <a:ext cx="432000" cy="432000"/>
                <a:chOff x="12386700" y="180525"/>
                <a:chExt cx="432000" cy="432000"/>
              </a:xfrm>
            </p:grpSpPr>
            <p:sp>
              <p:nvSpPr>
                <p:cNvPr id="116" name="타원 115">
                  <a:extLst>
                    <a:ext uri="{FF2B5EF4-FFF2-40B4-BE49-F238E27FC236}">
                      <a16:creationId xmlns:a16="http://schemas.microsoft.com/office/drawing/2014/main" id="{1F1EF9DC-0943-34B2-F747-8054AA93C0B6}"/>
                    </a:ext>
                  </a:extLst>
                </p:cNvPr>
                <p:cNvSpPr/>
                <p:nvPr/>
              </p:nvSpPr>
              <p:spPr>
                <a:xfrm>
                  <a:off x="12386700" y="180525"/>
                  <a:ext cx="432000" cy="432000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4" name="타원 113">
                  <a:extLst>
                    <a:ext uri="{FF2B5EF4-FFF2-40B4-BE49-F238E27FC236}">
                      <a16:creationId xmlns:a16="http://schemas.microsoft.com/office/drawing/2014/main" id="{172C87B4-3B4C-490B-A200-34F42A800077}"/>
                    </a:ext>
                  </a:extLst>
                </p:cNvPr>
                <p:cNvSpPr/>
                <p:nvPr/>
              </p:nvSpPr>
              <p:spPr>
                <a:xfrm>
                  <a:off x="12458700" y="252525"/>
                  <a:ext cx="288000" cy="288000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</p:grpSp>
      </p:grpSp>
      <p:sp>
        <p:nvSpPr>
          <p:cNvPr id="122" name="타원 121">
            <a:extLst>
              <a:ext uri="{FF2B5EF4-FFF2-40B4-BE49-F238E27FC236}">
                <a16:creationId xmlns:a16="http://schemas.microsoft.com/office/drawing/2014/main" id="{D7B4BAA8-C994-0C9A-92A8-175C6533CAE3}"/>
              </a:ext>
            </a:extLst>
          </p:cNvPr>
          <p:cNvSpPr/>
          <p:nvPr/>
        </p:nvSpPr>
        <p:spPr>
          <a:xfrm>
            <a:off x="12458700" y="252525"/>
            <a:ext cx="288000" cy="288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40CFB764-1797-5B9A-DF1A-5C7B2D463578}"/>
              </a:ext>
            </a:extLst>
          </p:cNvPr>
          <p:cNvSpPr txBox="1"/>
          <p:nvPr/>
        </p:nvSpPr>
        <p:spPr>
          <a:xfrm rot="10800000">
            <a:off x="10734945" y="611663"/>
            <a:ext cx="469089" cy="40862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63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ln w="6350">
                  <a:solidFill>
                    <a:schemeClr val="tx1"/>
                  </a:solidFill>
                </a:ln>
                <a:sym typeface="Wingdings" panose="05000000000000000000" pitchFamily="2" charset="2"/>
              </a:rPr>
              <a:t></a:t>
            </a:r>
            <a:endParaRPr lang="ko-KR" altLang="en-US" dirty="0">
              <a:ln w="6350">
                <a:solidFill>
                  <a:schemeClr val="tx1"/>
                </a:solidFill>
              </a:ln>
            </a:endParaRP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3511E7B2-0F3B-7A08-5AD0-9E1548061DC6}"/>
              </a:ext>
            </a:extLst>
          </p:cNvPr>
          <p:cNvSpPr txBox="1"/>
          <p:nvPr/>
        </p:nvSpPr>
        <p:spPr>
          <a:xfrm>
            <a:off x="962147" y="560081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 dirty="0"/>
              <a:t>도감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B9E49165-3560-8587-87DE-1028F878A990}"/>
              </a:ext>
            </a:extLst>
          </p:cNvPr>
          <p:cNvGrpSpPr/>
          <p:nvPr/>
        </p:nvGrpSpPr>
        <p:grpSpPr>
          <a:xfrm>
            <a:off x="912000" y="67859"/>
            <a:ext cx="10368000" cy="6271630"/>
            <a:chOff x="912000" y="67859"/>
            <a:chExt cx="10368000" cy="6271630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C3F33642-EDA5-264E-5D11-4D2BB7B1766B}"/>
                </a:ext>
              </a:extLst>
            </p:cNvPr>
            <p:cNvSpPr/>
            <p:nvPr/>
          </p:nvSpPr>
          <p:spPr>
            <a:xfrm>
              <a:off x="912000" y="507490"/>
              <a:ext cx="10368000" cy="5831999"/>
            </a:xfrm>
            <a:prstGeom prst="rect">
              <a:avLst/>
            </a:prstGeom>
            <a:solidFill>
              <a:schemeClr val="bg2">
                <a:alpha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FDE7271E-1703-B6B8-C148-78B392D134A8}"/>
                </a:ext>
              </a:extLst>
            </p:cNvPr>
            <p:cNvGrpSpPr/>
            <p:nvPr/>
          </p:nvGrpSpPr>
          <p:grpSpPr>
            <a:xfrm>
              <a:off x="4683392" y="2031158"/>
              <a:ext cx="2825216" cy="3964082"/>
              <a:chOff x="1560000" y="1160999"/>
              <a:chExt cx="2825216" cy="3964082"/>
            </a:xfrm>
          </p:grpSpPr>
          <p:grpSp>
            <p:nvGrpSpPr>
              <p:cNvPr id="28" name="그룹 27">
                <a:extLst>
                  <a:ext uri="{FF2B5EF4-FFF2-40B4-BE49-F238E27FC236}">
                    <a16:creationId xmlns:a16="http://schemas.microsoft.com/office/drawing/2014/main" id="{F19D7D3A-BDD8-7837-205D-F41E5BC64954}"/>
                  </a:ext>
                </a:extLst>
              </p:cNvPr>
              <p:cNvGrpSpPr/>
              <p:nvPr/>
            </p:nvGrpSpPr>
            <p:grpSpPr>
              <a:xfrm>
                <a:off x="1560000" y="1160999"/>
                <a:ext cx="2825216" cy="3964082"/>
                <a:chOff x="1560000" y="1160999"/>
                <a:chExt cx="2825216" cy="3964082"/>
              </a:xfrm>
            </p:grpSpPr>
            <p:sp>
              <p:nvSpPr>
                <p:cNvPr id="53" name="직사각형 52">
                  <a:extLst>
                    <a:ext uri="{FF2B5EF4-FFF2-40B4-BE49-F238E27FC236}">
                      <a16:creationId xmlns:a16="http://schemas.microsoft.com/office/drawing/2014/main" id="{3819F187-A23D-CCFF-F169-BA5376D115E7}"/>
                    </a:ext>
                  </a:extLst>
                </p:cNvPr>
                <p:cNvSpPr/>
                <p:nvPr/>
              </p:nvSpPr>
              <p:spPr>
                <a:xfrm>
                  <a:off x="1560000" y="1160999"/>
                  <a:ext cx="2825216" cy="3964082"/>
                </a:xfrm>
                <a:prstGeom prst="rect">
                  <a:avLst/>
                </a:prstGeom>
                <a:solidFill>
                  <a:srgbClr val="F8E8C8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E92760A9-CBC6-D8C8-23E5-47B3B1950AC7}"/>
                    </a:ext>
                  </a:extLst>
                </p:cNvPr>
                <p:cNvSpPr txBox="1"/>
                <p:nvPr/>
              </p:nvSpPr>
              <p:spPr>
                <a:xfrm>
                  <a:off x="2210220" y="1833128"/>
                  <a:ext cx="1524776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2400" dirty="0"/>
                    <a:t>얼음 탄환</a:t>
                  </a:r>
                </a:p>
              </p:txBody>
            </p:sp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ADB82C7-B5E1-DE67-D5B9-4F209E022639}"/>
                    </a:ext>
                  </a:extLst>
                </p:cNvPr>
                <p:cNvSpPr txBox="1"/>
                <p:nvPr/>
              </p:nvSpPr>
              <p:spPr>
                <a:xfrm>
                  <a:off x="2584520" y="2299051"/>
                  <a:ext cx="776175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altLang="ko-KR" sz="1100" b="1" dirty="0">
                      <a:solidFill>
                        <a:schemeClr val="bg2">
                          <a:lumMod val="50000"/>
                        </a:schemeClr>
                      </a:solidFill>
                    </a:rPr>
                    <a:t>common</a:t>
                  </a:r>
                </a:p>
              </p:txBody>
            </p:sp>
          </p:grpSp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F1CC1ECD-B6A9-566A-6688-98BD43F34012}"/>
                  </a:ext>
                </a:extLst>
              </p:cNvPr>
              <p:cNvSpPr/>
              <p:nvPr/>
            </p:nvSpPr>
            <p:spPr>
              <a:xfrm>
                <a:off x="1560000" y="1160999"/>
                <a:ext cx="2825216" cy="3960000"/>
              </a:xfrm>
              <a:prstGeom prst="rect">
                <a:avLst/>
              </a:prstGeom>
              <a:noFill/>
              <a:ln w="3810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2" name="사각형: 둥근 모서리 31">
                <a:extLst>
                  <a:ext uri="{FF2B5EF4-FFF2-40B4-BE49-F238E27FC236}">
                    <a16:creationId xmlns:a16="http://schemas.microsoft.com/office/drawing/2014/main" id="{50BDEDAA-F55C-5BB3-6039-5B1D5A5F9146}"/>
                  </a:ext>
                </a:extLst>
              </p:cNvPr>
              <p:cNvSpPr/>
              <p:nvPr/>
            </p:nvSpPr>
            <p:spPr>
              <a:xfrm>
                <a:off x="4149306" y="1199471"/>
                <a:ext cx="196120" cy="215261"/>
              </a:xfrm>
              <a:prstGeom prst="round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 dirty="0">
                    <a:solidFill>
                      <a:srgbClr val="FF0000"/>
                    </a:solidFill>
                  </a:rPr>
                  <a:t>i</a:t>
                </a:r>
                <a:endParaRPr lang="ko-KR" altLang="en-US" sz="1400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E6D9925-B8A2-B48E-3EB6-5C7CFD2F29CA}"/>
                  </a:ext>
                </a:extLst>
              </p:cNvPr>
              <p:cNvSpPr txBox="1"/>
              <p:nvPr/>
            </p:nvSpPr>
            <p:spPr>
              <a:xfrm>
                <a:off x="1560000" y="4882177"/>
                <a:ext cx="2825216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ko-KR" altLang="en-US" sz="700" dirty="0">
                    <a:solidFill>
                      <a:schemeClr val="bg1">
                        <a:lumMod val="75000"/>
                      </a:schemeClr>
                    </a:solidFill>
                  </a:rPr>
                  <a:t>사원의 열정은 불꽃과 같아서 금새 </a:t>
                </a:r>
                <a:r>
                  <a:rPr lang="ko-KR" altLang="en-US" sz="700" dirty="0" err="1">
                    <a:solidFill>
                      <a:schemeClr val="bg1">
                        <a:lumMod val="75000"/>
                      </a:schemeClr>
                    </a:solidFill>
                  </a:rPr>
                  <a:t>사그라든다</a:t>
                </a:r>
                <a:r>
                  <a:rPr lang="en-US" altLang="ko-KR" sz="700" dirty="0">
                    <a:solidFill>
                      <a:schemeClr val="bg1">
                        <a:lumMod val="75000"/>
                      </a:schemeClr>
                    </a:solidFill>
                  </a:rPr>
                  <a:t>.</a:t>
                </a:r>
                <a:r>
                  <a:rPr lang="ko-KR" altLang="en-US" sz="700" dirty="0">
                    <a:solidFill>
                      <a:schemeClr val="bg1">
                        <a:lumMod val="75000"/>
                      </a:schemeClr>
                    </a:solidFill>
                  </a:rPr>
                  <a:t> 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D4E01667-DB06-0972-779D-1F3F10DCB6EC}"/>
                  </a:ext>
                </a:extLst>
              </p:cNvPr>
              <p:cNvSpPr txBox="1"/>
              <p:nvPr/>
            </p:nvSpPr>
            <p:spPr>
              <a:xfrm>
                <a:off x="1690777" y="2993042"/>
                <a:ext cx="2562046" cy="5674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100" b="1" dirty="0"/>
                  <a:t>얼음 탄환</a:t>
                </a:r>
                <a:r>
                  <a:rPr lang="en-US" altLang="ko-KR" sz="1100" b="1" dirty="0"/>
                  <a:t>(1*</a:t>
                </a:r>
                <a:r>
                  <a:rPr lang="ko-KR" altLang="en-US" sz="1100" b="1" dirty="0"/>
                  <a:t>피해량</a:t>
                </a:r>
                <a:r>
                  <a:rPr lang="en-US" altLang="ko-KR" sz="1100" b="1" dirty="0"/>
                  <a:t> 0.8)</a:t>
                </a:r>
                <a:r>
                  <a:rPr lang="ko-KR" altLang="en-US" sz="1100" b="1" dirty="0"/>
                  <a:t>으로 이루어진 탄환 </a:t>
                </a:r>
                <a:r>
                  <a:rPr lang="en-US" altLang="ko-KR" sz="1100" b="1" dirty="0"/>
                  <a:t>1</a:t>
                </a:r>
                <a:r>
                  <a:rPr lang="ko-KR" altLang="en-US" sz="1100" b="1" dirty="0"/>
                  <a:t>발을 적에게 쏜다</a:t>
                </a:r>
                <a:r>
                  <a:rPr lang="en-US" altLang="ko-KR" sz="1100" b="1" dirty="0"/>
                  <a:t>.</a:t>
                </a:r>
                <a:endParaRPr lang="ko-KR" altLang="en-US" sz="1100" b="1" dirty="0"/>
              </a:p>
            </p:txBody>
          </p:sp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3D05A07F-6402-B672-7F72-8166EEF4E41A}"/>
                  </a:ext>
                </a:extLst>
              </p:cNvPr>
              <p:cNvGrpSpPr/>
              <p:nvPr/>
            </p:nvGrpSpPr>
            <p:grpSpPr>
              <a:xfrm>
                <a:off x="1638555" y="2662227"/>
                <a:ext cx="881189" cy="287632"/>
                <a:chOff x="1625586" y="2309542"/>
                <a:chExt cx="881189" cy="287632"/>
              </a:xfrm>
            </p:grpSpPr>
            <p:sp>
              <p:nvSpPr>
                <p:cNvPr id="45" name="사각형: 둥근 모서리 44">
                  <a:extLst>
                    <a:ext uri="{FF2B5EF4-FFF2-40B4-BE49-F238E27FC236}">
                      <a16:creationId xmlns:a16="http://schemas.microsoft.com/office/drawing/2014/main" id="{80DAF914-EEA3-3194-2FC7-091E86B99DDD}"/>
                    </a:ext>
                  </a:extLst>
                </p:cNvPr>
                <p:cNvSpPr/>
                <p:nvPr/>
              </p:nvSpPr>
              <p:spPr>
                <a:xfrm>
                  <a:off x="1648306" y="2309542"/>
                  <a:ext cx="858469" cy="287632"/>
                </a:xfrm>
                <a:prstGeom prst="roundRect">
                  <a:avLst/>
                </a:prstGeom>
                <a:solidFill>
                  <a:srgbClr val="FFFFCC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1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6" name="사각형: 둥근 모서리 45">
                  <a:extLst>
                    <a:ext uri="{FF2B5EF4-FFF2-40B4-BE49-F238E27FC236}">
                      <a16:creationId xmlns:a16="http://schemas.microsoft.com/office/drawing/2014/main" id="{93E5DF7A-66C8-F63D-878C-44CB1C8278C5}"/>
                    </a:ext>
                  </a:extLst>
                </p:cNvPr>
                <p:cNvSpPr/>
                <p:nvPr/>
              </p:nvSpPr>
              <p:spPr>
                <a:xfrm>
                  <a:off x="2233565" y="2363358"/>
                  <a:ext cx="180000" cy="180000"/>
                </a:xfrm>
                <a:prstGeom prst="round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100" dirty="0">
                      <a:solidFill>
                        <a:schemeClr val="tx1"/>
                      </a:solidFill>
                    </a:rPr>
                    <a:t>N</a:t>
                  </a:r>
                  <a:endParaRPr lang="ko-KR" altLang="en-US" sz="11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5845AF49-22AC-108F-4E98-4A66155C8E54}"/>
                    </a:ext>
                  </a:extLst>
                </p:cNvPr>
                <p:cNvSpPr txBox="1"/>
                <p:nvPr/>
              </p:nvSpPr>
              <p:spPr>
                <a:xfrm>
                  <a:off x="1625586" y="2315142"/>
                  <a:ext cx="689353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ko-KR" altLang="en-US" sz="1200" b="1" dirty="0"/>
                    <a:t>액티브</a:t>
                  </a:r>
                </a:p>
              </p:txBody>
            </p:sp>
          </p:grpSp>
          <p:grpSp>
            <p:nvGrpSpPr>
              <p:cNvPr id="40" name="그룹 39">
                <a:extLst>
                  <a:ext uri="{FF2B5EF4-FFF2-40B4-BE49-F238E27FC236}">
                    <a16:creationId xmlns:a16="http://schemas.microsoft.com/office/drawing/2014/main" id="{3B8D6EC5-2CB4-F1AC-7344-5031D2D558FF}"/>
                  </a:ext>
                </a:extLst>
              </p:cNvPr>
              <p:cNvGrpSpPr/>
              <p:nvPr/>
            </p:nvGrpSpPr>
            <p:grpSpPr>
              <a:xfrm>
                <a:off x="1643317" y="3757402"/>
                <a:ext cx="689353" cy="287632"/>
                <a:chOff x="1630348" y="2309542"/>
                <a:chExt cx="689353" cy="287632"/>
              </a:xfrm>
            </p:grpSpPr>
            <p:sp>
              <p:nvSpPr>
                <p:cNvPr id="43" name="사각형: 둥근 모서리 42">
                  <a:extLst>
                    <a:ext uri="{FF2B5EF4-FFF2-40B4-BE49-F238E27FC236}">
                      <a16:creationId xmlns:a16="http://schemas.microsoft.com/office/drawing/2014/main" id="{46C33EB3-B2AD-A83F-7D91-D1C390849F66}"/>
                    </a:ext>
                  </a:extLst>
                </p:cNvPr>
                <p:cNvSpPr/>
                <p:nvPr/>
              </p:nvSpPr>
              <p:spPr>
                <a:xfrm>
                  <a:off x="1648306" y="2309542"/>
                  <a:ext cx="666633" cy="287632"/>
                </a:xfrm>
                <a:prstGeom prst="roundRect">
                  <a:avLst/>
                </a:prstGeom>
                <a:solidFill>
                  <a:srgbClr val="FFFFCC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1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7E1EEDFB-6490-DB24-CB20-7F2265C30B78}"/>
                    </a:ext>
                  </a:extLst>
                </p:cNvPr>
                <p:cNvSpPr txBox="1"/>
                <p:nvPr/>
              </p:nvSpPr>
              <p:spPr>
                <a:xfrm>
                  <a:off x="1630348" y="2315142"/>
                  <a:ext cx="689353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ko-KR" altLang="en-US" sz="1200" b="1" dirty="0"/>
                    <a:t>패시브</a:t>
                  </a:r>
                </a:p>
              </p:txBody>
            </p:sp>
          </p:grp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419E817-F650-79AE-44F3-05EDB2790DE6}"/>
                  </a:ext>
                </a:extLst>
              </p:cNvPr>
              <p:cNvSpPr txBox="1"/>
              <p:nvPr/>
            </p:nvSpPr>
            <p:spPr>
              <a:xfrm>
                <a:off x="1690777" y="4093706"/>
                <a:ext cx="2562046" cy="821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100" b="1" dirty="0"/>
                  <a:t>얼음 탄환</a:t>
                </a:r>
                <a:r>
                  <a:rPr lang="en-US" altLang="ko-KR" sz="1100" b="1" dirty="0"/>
                  <a:t>(1*</a:t>
                </a:r>
                <a:r>
                  <a:rPr lang="ko-KR" altLang="en-US" sz="1100" b="1" dirty="0"/>
                  <a:t>피해량</a:t>
                </a:r>
                <a:r>
                  <a:rPr lang="en-US" altLang="ko-KR" sz="1100" b="1" dirty="0"/>
                  <a:t> 0.2)</a:t>
                </a:r>
                <a:r>
                  <a:rPr lang="ko-KR" altLang="en-US" sz="1100" b="1" dirty="0"/>
                  <a:t>으로 이루어진 탄환 </a:t>
                </a:r>
                <a:r>
                  <a:rPr lang="en-US" altLang="ko-KR" sz="1100" b="1" dirty="0"/>
                  <a:t>1</a:t>
                </a:r>
                <a:r>
                  <a:rPr lang="ko-KR" altLang="en-US" sz="1100" b="1" dirty="0"/>
                  <a:t>발을 적에게 </a:t>
                </a:r>
                <a:r>
                  <a:rPr lang="en-US" altLang="ko-KR" sz="1100" b="1" dirty="0"/>
                  <a:t>4</a:t>
                </a:r>
                <a:r>
                  <a:rPr lang="ko-KR" altLang="en-US" sz="1100" b="1" dirty="0"/>
                  <a:t>초에 한 번 쏜다</a:t>
                </a:r>
                <a:r>
                  <a:rPr lang="en-US" altLang="ko-KR" sz="1100" b="1" dirty="0"/>
                  <a:t>.</a:t>
                </a:r>
                <a:endParaRPr lang="ko-KR" altLang="en-US" sz="1100" b="1" dirty="0"/>
              </a:p>
            </p:txBody>
          </p:sp>
          <p:sp>
            <p:nvSpPr>
              <p:cNvPr id="42" name="사각형: 둥근 모서리 41">
                <a:extLst>
                  <a:ext uri="{FF2B5EF4-FFF2-40B4-BE49-F238E27FC236}">
                    <a16:creationId xmlns:a16="http://schemas.microsoft.com/office/drawing/2014/main" id="{D2EBA6D7-DCB8-6EB7-28B4-8E4DE968E64C}"/>
                  </a:ext>
                </a:extLst>
              </p:cNvPr>
              <p:cNvSpPr/>
              <p:nvPr/>
            </p:nvSpPr>
            <p:spPr>
              <a:xfrm>
                <a:off x="2701800" y="1230991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54D96B62-316F-C28A-5427-D451B9935EF5}"/>
                </a:ext>
              </a:extLst>
            </p:cNvPr>
            <p:cNvSpPr/>
            <p:nvPr/>
          </p:nvSpPr>
          <p:spPr>
            <a:xfrm>
              <a:off x="3513536" y="1117600"/>
              <a:ext cx="5163312" cy="457200"/>
            </a:xfrm>
            <a:prstGeom prst="rect">
              <a:avLst/>
            </a:prstGeom>
            <a:solidFill>
              <a:srgbClr val="F1FAC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030FD9C-9EB0-B0FA-FF77-56749D5AC123}"/>
                </a:ext>
              </a:extLst>
            </p:cNvPr>
            <p:cNvSpPr txBox="1"/>
            <p:nvPr/>
          </p:nvSpPr>
          <p:spPr>
            <a:xfrm>
              <a:off x="4213914" y="1161534"/>
              <a:ext cx="37625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b="1" u="sng" dirty="0">
                  <a:solidFill>
                    <a:srgbClr val="FF0000"/>
                  </a:solidFill>
                </a:rPr>
                <a:t>공사장 좀비</a:t>
              </a:r>
              <a:r>
                <a:rPr lang="ko-KR" altLang="en-US" b="1" dirty="0">
                  <a:solidFill>
                    <a:srgbClr val="FF0000"/>
                  </a:solidFill>
                </a:rPr>
                <a:t> </a:t>
              </a:r>
              <a:r>
                <a:rPr lang="en-US" altLang="ko-KR" b="1" dirty="0">
                  <a:solidFill>
                    <a:srgbClr val="FF0000"/>
                  </a:solidFill>
                </a:rPr>
                <a:t>100</a:t>
              </a:r>
              <a:r>
                <a:rPr lang="ko-KR" altLang="en-US" b="1" dirty="0">
                  <a:solidFill>
                    <a:srgbClr val="FF0000"/>
                  </a:solidFill>
                </a:rPr>
                <a:t>마리 처치 시 해금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7349F7D-264E-C2BC-49FF-902206E5AB95}"/>
                </a:ext>
              </a:extLst>
            </p:cNvPr>
            <p:cNvSpPr txBox="1"/>
            <p:nvPr/>
          </p:nvSpPr>
          <p:spPr>
            <a:xfrm>
              <a:off x="912000" y="67859"/>
              <a:ext cx="50642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팝업 </a:t>
              </a:r>
              <a:r>
                <a:rPr lang="en-US" altLang="ko-KR" dirty="0"/>
                <a:t>- </a:t>
              </a:r>
              <a:r>
                <a:rPr lang="ko-KR" altLang="en-US" dirty="0"/>
                <a:t>게임 외부 </a:t>
              </a:r>
              <a:r>
                <a:rPr lang="en-US" altLang="ko-KR" dirty="0"/>
                <a:t>– </a:t>
              </a:r>
              <a:r>
                <a:rPr lang="ko-KR" altLang="en-US" dirty="0"/>
                <a:t>도감 </a:t>
              </a:r>
              <a:r>
                <a:rPr lang="en-US" altLang="ko-KR" dirty="0"/>
                <a:t>– </a:t>
              </a:r>
              <a:r>
                <a:rPr lang="ko-KR" altLang="en-US" dirty="0"/>
                <a:t>아이콘 터치 팝업 </a:t>
              </a:r>
              <a:r>
                <a:rPr lang="en-US" altLang="ko-KR" dirty="0"/>
                <a:t>(1)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33551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18FAB-AE19-2FED-3C55-89B8389CE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95E4A2ED-55BD-3547-EBFA-BE1552910FD5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24C969E-C5DC-EA32-578E-488F8519EA1C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DEA50A2-0776-5DBB-7F36-0AA206C1CE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BF4FD76-349E-D72D-54E1-3F873927AD6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8F0D9A1-DDB6-4A52-7412-ACB6BDC5B56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ACF14EF-0348-AB6F-26BB-08C6ADC518F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F52A1900-8E32-9254-66A0-8D1C89079188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47BE01A-4B20-3391-F39E-0D6BE6107692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060B4A66-E5BD-BD33-095D-F1D9384203A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399194CE-70DF-2C62-5F35-5588C15C1952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DAA794EF-B3E9-C478-AFCA-70F109457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7CEE6B3D-6A4B-39B8-7177-4623A93782E0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523741B9-458D-8456-F060-AA638BDADE03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A7203F2A-C74F-262C-A99A-D169F09904A1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A208DBC4-83D5-AE0D-D29F-F147223A55C1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3" name="그림 22">
            <a:extLst>
              <a:ext uri="{FF2B5EF4-FFF2-40B4-BE49-F238E27FC236}">
                <a16:creationId xmlns:a16="http://schemas.microsoft.com/office/drawing/2014/main" id="{F430C5F7-BEF2-891A-27F3-D5FEE3BBCD1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7A3451A2-3F2C-1D88-E673-C099DE1417A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6B11F0E9-A19B-FA32-B416-D506E2BC1BBB}"/>
              </a:ext>
            </a:extLst>
          </p:cNvPr>
          <p:cNvGrpSpPr/>
          <p:nvPr/>
        </p:nvGrpSpPr>
        <p:grpSpPr>
          <a:xfrm>
            <a:off x="1552576" y="1228725"/>
            <a:ext cx="9394462" cy="4191000"/>
            <a:chOff x="1552576" y="1228725"/>
            <a:chExt cx="9394462" cy="4191000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8E8BA871-4BC5-F98D-095D-6D2C5BF174C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52576" y="1228725"/>
              <a:ext cx="9101802" cy="4191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CF27E5EB-165A-EBA3-DBA4-599BDD6025E9}"/>
                </a:ext>
              </a:extLst>
            </p:cNvPr>
            <p:cNvSpPr/>
            <p:nvPr/>
          </p:nvSpPr>
          <p:spPr>
            <a:xfrm>
              <a:off x="2349713" y="2040056"/>
              <a:ext cx="2162175" cy="2162175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AA70BFC9-0971-EDF4-AEC3-E414720B219E}"/>
                </a:ext>
              </a:extLst>
            </p:cNvPr>
            <p:cNvSpPr/>
            <p:nvPr/>
          </p:nvSpPr>
          <p:spPr>
            <a:xfrm>
              <a:off x="7708685" y="2040056"/>
              <a:ext cx="2162175" cy="2162175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ED16CE96-EE6A-F58C-06BA-EBD9C8B0DEF3}"/>
                </a:ext>
              </a:extLst>
            </p:cNvPr>
            <p:cNvSpPr/>
            <p:nvPr/>
          </p:nvSpPr>
          <p:spPr>
            <a:xfrm>
              <a:off x="5029200" y="2040056"/>
              <a:ext cx="2162175" cy="2162175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D05267A-C9E5-14BC-FC27-81767B052938}"/>
                </a:ext>
              </a:extLst>
            </p:cNvPr>
            <p:cNvSpPr txBox="1"/>
            <p:nvPr/>
          </p:nvSpPr>
          <p:spPr>
            <a:xfrm>
              <a:off x="2686049" y="1729554"/>
              <a:ext cx="1489502" cy="2754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7300" dirty="0"/>
                <a:t>7</a:t>
              </a:r>
              <a:endParaRPr lang="ko-KR" altLang="en-US" sz="17300" dirty="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3BAC57E-FF44-EC57-3252-F2B99994A3AC}"/>
                </a:ext>
              </a:extLst>
            </p:cNvPr>
            <p:cNvSpPr txBox="1"/>
            <p:nvPr/>
          </p:nvSpPr>
          <p:spPr>
            <a:xfrm>
              <a:off x="5383945" y="1729554"/>
              <a:ext cx="1489502" cy="2754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7300" dirty="0"/>
                <a:t>7</a:t>
              </a:r>
              <a:endParaRPr lang="ko-KR" altLang="en-US" sz="17300" dirty="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06D23EA-69DD-2288-7094-815DF3853778}"/>
                </a:ext>
              </a:extLst>
            </p:cNvPr>
            <p:cNvSpPr txBox="1"/>
            <p:nvPr/>
          </p:nvSpPr>
          <p:spPr>
            <a:xfrm>
              <a:off x="8045021" y="1729554"/>
              <a:ext cx="1489502" cy="2754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7300" dirty="0"/>
                <a:t>7</a:t>
              </a:r>
              <a:endParaRPr lang="ko-KR" altLang="en-US" sz="17300" dirty="0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BA954DAD-B4BC-361B-E4B9-C40662BBEE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62592" y="1910267"/>
              <a:ext cx="484446" cy="2754601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슬롯머신</a:t>
              </a:r>
              <a:endParaRPr lang="en-US" altLang="ko-KR" dirty="0"/>
            </a:p>
            <a:p>
              <a:pPr algn="ctr"/>
              <a:r>
                <a:rPr lang="ko-KR" altLang="en-US" dirty="0"/>
                <a:t> </a:t>
              </a:r>
              <a:endParaRPr lang="en-US" altLang="ko-KR" dirty="0"/>
            </a:p>
            <a:p>
              <a:pPr algn="ctr"/>
              <a:r>
                <a:rPr lang="ko-KR" altLang="en-US" dirty="0"/>
                <a:t>손잡이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80CB7B2-EA0E-F5BD-F4E2-27543949FF7C}"/>
                </a:ext>
              </a:extLst>
            </p:cNvPr>
            <p:cNvSpPr txBox="1"/>
            <p:nvPr/>
          </p:nvSpPr>
          <p:spPr>
            <a:xfrm>
              <a:off x="2720509" y="4280574"/>
              <a:ext cx="14205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불사조 깃털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AC4248B-A38D-2B92-AAD3-452868A3CA90}"/>
                </a:ext>
              </a:extLst>
            </p:cNvPr>
            <p:cNvSpPr txBox="1"/>
            <p:nvPr/>
          </p:nvSpPr>
          <p:spPr>
            <a:xfrm>
              <a:off x="5533821" y="4295536"/>
              <a:ext cx="11897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저주 엔진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500129A-534F-B946-5C28-BE866F2B9454}"/>
                </a:ext>
              </a:extLst>
            </p:cNvPr>
            <p:cNvSpPr txBox="1"/>
            <p:nvPr/>
          </p:nvSpPr>
          <p:spPr>
            <a:xfrm>
              <a:off x="8079481" y="4295536"/>
              <a:ext cx="14205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토끼 머리띠</a:t>
              </a:r>
            </a:p>
          </p:txBody>
        </p: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7816971F-0392-A343-3C9B-2F7DA76D58A3}"/>
              </a:ext>
            </a:extLst>
          </p:cNvPr>
          <p:cNvSpPr txBox="1"/>
          <p:nvPr/>
        </p:nvSpPr>
        <p:spPr>
          <a:xfrm>
            <a:off x="912000" y="67859"/>
            <a:ext cx="2476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– </a:t>
            </a:r>
            <a:r>
              <a:rPr lang="ko-KR" altLang="en-US" dirty="0"/>
              <a:t>유물 슬롯 머신</a:t>
            </a:r>
            <a:endParaRPr lang="en-US" altLang="ko-KR" dirty="0"/>
          </a:p>
        </p:txBody>
      </p: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AF356E9D-86C9-37DC-FC82-37E973697909}"/>
              </a:ext>
            </a:extLst>
          </p:cNvPr>
          <p:cNvGrpSpPr/>
          <p:nvPr/>
        </p:nvGrpSpPr>
        <p:grpSpPr>
          <a:xfrm>
            <a:off x="9955400" y="1285207"/>
            <a:ext cx="698978" cy="391437"/>
            <a:chOff x="11833854" y="1206620"/>
            <a:chExt cx="698978" cy="391437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74F01F3-042D-C09D-7522-67C65AADB9B9}"/>
                </a:ext>
              </a:extLst>
            </p:cNvPr>
            <p:cNvSpPr txBox="1"/>
            <p:nvPr/>
          </p:nvSpPr>
          <p:spPr>
            <a:xfrm>
              <a:off x="11833854" y="1215246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ⓒ</a:t>
              </a:r>
            </a:p>
          </p:txBody>
        </p:sp>
        <p:grpSp>
          <p:nvGrpSpPr>
            <p:cNvPr id="33" name="그룹 32">
              <a:extLst>
                <a:ext uri="{FF2B5EF4-FFF2-40B4-BE49-F238E27FC236}">
                  <a16:creationId xmlns:a16="http://schemas.microsoft.com/office/drawing/2014/main" id="{48AF72DA-16DB-FD66-5EF7-AF497F9BF35D}"/>
                </a:ext>
              </a:extLst>
            </p:cNvPr>
            <p:cNvGrpSpPr/>
            <p:nvPr/>
          </p:nvGrpSpPr>
          <p:grpSpPr>
            <a:xfrm>
              <a:off x="12085112" y="1206620"/>
              <a:ext cx="447720" cy="391437"/>
              <a:chOff x="12085112" y="1206620"/>
              <a:chExt cx="447720" cy="391437"/>
            </a:xfrm>
          </p:grpSpPr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CE137CF-65EE-73EA-AF7E-006440BF7348}"/>
                  </a:ext>
                </a:extLst>
              </p:cNvPr>
              <p:cNvSpPr txBox="1"/>
              <p:nvPr/>
            </p:nvSpPr>
            <p:spPr>
              <a:xfrm>
                <a:off x="12085112" y="1206620"/>
                <a:ext cx="2920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x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95DE4DE-B9E6-1941-613B-05F86C923C82}"/>
                  </a:ext>
                </a:extLst>
              </p:cNvPr>
              <p:cNvSpPr txBox="1"/>
              <p:nvPr/>
            </p:nvSpPr>
            <p:spPr>
              <a:xfrm>
                <a:off x="12221528" y="1228725"/>
                <a:ext cx="3113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3</a:t>
                </a:r>
                <a:endParaRPr lang="ko-KR" altLang="en-US" dirty="0"/>
              </a:p>
            </p:txBody>
          </p:sp>
        </p:grpSp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6A02630D-8DEB-5047-CF88-D18046D252C8}"/>
              </a:ext>
            </a:extLst>
          </p:cNvPr>
          <p:cNvGrpSpPr/>
          <p:nvPr/>
        </p:nvGrpSpPr>
        <p:grpSpPr>
          <a:xfrm>
            <a:off x="9196916" y="1285207"/>
            <a:ext cx="698978" cy="391437"/>
            <a:chOff x="11833854" y="1206620"/>
            <a:chExt cx="698978" cy="391437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6ABD196-2307-4A4B-C766-290511720E9E}"/>
                </a:ext>
              </a:extLst>
            </p:cNvPr>
            <p:cNvSpPr txBox="1"/>
            <p:nvPr/>
          </p:nvSpPr>
          <p:spPr>
            <a:xfrm>
              <a:off x="11833854" y="1215246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ⓒ</a:t>
              </a:r>
            </a:p>
          </p:txBody>
        </p: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600BB354-E953-C217-C32D-C4A3DEF039D8}"/>
                </a:ext>
              </a:extLst>
            </p:cNvPr>
            <p:cNvGrpSpPr/>
            <p:nvPr/>
          </p:nvGrpSpPr>
          <p:grpSpPr>
            <a:xfrm>
              <a:off x="12085112" y="1206620"/>
              <a:ext cx="447720" cy="391437"/>
              <a:chOff x="12085112" y="1206620"/>
              <a:chExt cx="447720" cy="391437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256F8429-B588-3B66-6421-120FEC8FE869}"/>
                  </a:ext>
                </a:extLst>
              </p:cNvPr>
              <p:cNvSpPr txBox="1"/>
              <p:nvPr/>
            </p:nvSpPr>
            <p:spPr>
              <a:xfrm>
                <a:off x="12085112" y="1206620"/>
                <a:ext cx="2920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x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E8B49359-D591-B62E-737B-15FA7F55E07E}"/>
                  </a:ext>
                </a:extLst>
              </p:cNvPr>
              <p:cNvSpPr txBox="1"/>
              <p:nvPr/>
            </p:nvSpPr>
            <p:spPr>
              <a:xfrm>
                <a:off x="12221528" y="1228725"/>
                <a:ext cx="3113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3</a:t>
                </a:r>
                <a:endParaRPr lang="ko-KR" altLang="en-US" dirty="0"/>
              </a:p>
            </p:txBody>
          </p:sp>
        </p:grpSp>
      </p:grp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CD5A39FB-BFFD-076C-8A87-628378E71926}"/>
              </a:ext>
            </a:extLst>
          </p:cNvPr>
          <p:cNvGrpSpPr/>
          <p:nvPr/>
        </p:nvGrpSpPr>
        <p:grpSpPr>
          <a:xfrm>
            <a:off x="8438432" y="1285207"/>
            <a:ext cx="698978" cy="391437"/>
            <a:chOff x="11833854" y="1206620"/>
            <a:chExt cx="698978" cy="391437"/>
          </a:xfrm>
        </p:grpSpPr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D53D15E5-6B64-6F9A-735B-2A3C899E9161}"/>
                </a:ext>
              </a:extLst>
            </p:cNvPr>
            <p:cNvSpPr txBox="1"/>
            <p:nvPr/>
          </p:nvSpPr>
          <p:spPr>
            <a:xfrm>
              <a:off x="11833854" y="1215246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ⓒ</a:t>
              </a:r>
            </a:p>
          </p:txBody>
        </p:sp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E86FA1CC-D98A-840B-6EB1-614EC5892C00}"/>
                </a:ext>
              </a:extLst>
            </p:cNvPr>
            <p:cNvGrpSpPr/>
            <p:nvPr/>
          </p:nvGrpSpPr>
          <p:grpSpPr>
            <a:xfrm>
              <a:off x="12085112" y="1206620"/>
              <a:ext cx="447720" cy="391437"/>
              <a:chOff x="12085112" y="1206620"/>
              <a:chExt cx="447720" cy="391437"/>
            </a:xfrm>
          </p:grpSpPr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F33EA002-C3F9-2E57-1F29-10EFE75AF8B4}"/>
                  </a:ext>
                </a:extLst>
              </p:cNvPr>
              <p:cNvSpPr txBox="1"/>
              <p:nvPr/>
            </p:nvSpPr>
            <p:spPr>
              <a:xfrm>
                <a:off x="12085112" y="1206620"/>
                <a:ext cx="2920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x</a:t>
                </a:r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39B716A4-1C33-F481-E7A0-80AD74FEF0EF}"/>
                  </a:ext>
                </a:extLst>
              </p:cNvPr>
              <p:cNvSpPr txBox="1"/>
              <p:nvPr/>
            </p:nvSpPr>
            <p:spPr>
              <a:xfrm>
                <a:off x="12221528" y="1228725"/>
                <a:ext cx="3113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3</a:t>
                </a:r>
                <a:endParaRPr lang="ko-KR" altLang="en-US" dirty="0"/>
              </a:p>
            </p:txBody>
          </p:sp>
        </p:grpSp>
      </p:grp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21D3AD62-8FA3-B37B-35EB-9871B5C67CB3}"/>
              </a:ext>
            </a:extLst>
          </p:cNvPr>
          <p:cNvGrpSpPr/>
          <p:nvPr/>
        </p:nvGrpSpPr>
        <p:grpSpPr>
          <a:xfrm>
            <a:off x="7679949" y="1285207"/>
            <a:ext cx="698978" cy="391437"/>
            <a:chOff x="11833854" y="1206620"/>
            <a:chExt cx="698978" cy="391437"/>
          </a:xfrm>
        </p:grpSpPr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8E35A1B7-FA9F-CB30-1472-03D2114BF08F}"/>
                </a:ext>
              </a:extLst>
            </p:cNvPr>
            <p:cNvSpPr txBox="1"/>
            <p:nvPr/>
          </p:nvSpPr>
          <p:spPr>
            <a:xfrm>
              <a:off x="11833854" y="1215246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ⓒ</a:t>
              </a:r>
            </a:p>
          </p:txBody>
        </p: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3CF1B2F5-FC42-DB3B-5C93-6C69B1E33794}"/>
                </a:ext>
              </a:extLst>
            </p:cNvPr>
            <p:cNvGrpSpPr/>
            <p:nvPr/>
          </p:nvGrpSpPr>
          <p:grpSpPr>
            <a:xfrm>
              <a:off x="12085112" y="1206620"/>
              <a:ext cx="447720" cy="391437"/>
              <a:chOff x="12085112" y="1206620"/>
              <a:chExt cx="447720" cy="391437"/>
            </a:xfrm>
          </p:grpSpPr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A93DE544-82A2-776D-C7C2-AFF3D6FC681B}"/>
                  </a:ext>
                </a:extLst>
              </p:cNvPr>
              <p:cNvSpPr txBox="1"/>
              <p:nvPr/>
            </p:nvSpPr>
            <p:spPr>
              <a:xfrm>
                <a:off x="12085112" y="1206620"/>
                <a:ext cx="2920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x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21DDE7AF-8B88-EEEB-2F4E-18F40601532C}"/>
                  </a:ext>
                </a:extLst>
              </p:cNvPr>
              <p:cNvSpPr txBox="1"/>
              <p:nvPr/>
            </p:nvSpPr>
            <p:spPr>
              <a:xfrm>
                <a:off x="12221528" y="1228725"/>
                <a:ext cx="3113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3</a:t>
                </a:r>
                <a:endParaRPr lang="ko-KR" altLang="en-US" dirty="0"/>
              </a:p>
            </p:txBody>
          </p:sp>
        </p:grpSp>
      </p:grp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F240453C-B9B8-F7ED-0652-9CAA60C1DA7D}"/>
              </a:ext>
            </a:extLst>
          </p:cNvPr>
          <p:cNvGrpSpPr/>
          <p:nvPr/>
        </p:nvGrpSpPr>
        <p:grpSpPr>
          <a:xfrm>
            <a:off x="6921466" y="1285207"/>
            <a:ext cx="698978" cy="391437"/>
            <a:chOff x="11833854" y="1206620"/>
            <a:chExt cx="698978" cy="391437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81ECE1C6-52A8-B81D-31DC-EFEEF5AF9051}"/>
                </a:ext>
              </a:extLst>
            </p:cNvPr>
            <p:cNvSpPr txBox="1"/>
            <p:nvPr/>
          </p:nvSpPr>
          <p:spPr>
            <a:xfrm>
              <a:off x="11833854" y="1215246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ⓒ</a:t>
              </a:r>
            </a:p>
          </p:txBody>
        </p: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4BE0F26C-2254-3623-DE13-71993CCEA16B}"/>
                </a:ext>
              </a:extLst>
            </p:cNvPr>
            <p:cNvGrpSpPr/>
            <p:nvPr/>
          </p:nvGrpSpPr>
          <p:grpSpPr>
            <a:xfrm>
              <a:off x="12085112" y="1206620"/>
              <a:ext cx="447720" cy="391437"/>
              <a:chOff x="12085112" y="1206620"/>
              <a:chExt cx="447720" cy="391437"/>
            </a:xfrm>
          </p:grpSpPr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4EFF875B-BD2E-22EB-FC5B-8CB6A5515D2C}"/>
                  </a:ext>
                </a:extLst>
              </p:cNvPr>
              <p:cNvSpPr txBox="1"/>
              <p:nvPr/>
            </p:nvSpPr>
            <p:spPr>
              <a:xfrm>
                <a:off x="12085112" y="1206620"/>
                <a:ext cx="2920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x</a:t>
                </a:r>
              </a:p>
            </p:txBody>
          </p: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841464E7-6521-FC4F-FBE3-4DF0766E617A}"/>
                  </a:ext>
                </a:extLst>
              </p:cNvPr>
              <p:cNvSpPr txBox="1"/>
              <p:nvPr/>
            </p:nvSpPr>
            <p:spPr>
              <a:xfrm>
                <a:off x="12221528" y="1228725"/>
                <a:ext cx="3113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3</a:t>
                </a:r>
                <a:endParaRPr lang="ko-KR" altLang="en-US" dirty="0"/>
              </a:p>
            </p:txBody>
          </p:sp>
        </p:grpSp>
      </p:grp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B9CC9639-F6E4-4060-CB02-B2E68772A0DC}"/>
              </a:ext>
            </a:extLst>
          </p:cNvPr>
          <p:cNvGrpSpPr/>
          <p:nvPr/>
        </p:nvGrpSpPr>
        <p:grpSpPr>
          <a:xfrm>
            <a:off x="6162982" y="1285207"/>
            <a:ext cx="698978" cy="391437"/>
            <a:chOff x="11833854" y="1206620"/>
            <a:chExt cx="698978" cy="391437"/>
          </a:xfrm>
        </p:grpSpPr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277B756C-A71F-2356-CE44-DF43D18C372B}"/>
                </a:ext>
              </a:extLst>
            </p:cNvPr>
            <p:cNvSpPr txBox="1"/>
            <p:nvPr/>
          </p:nvSpPr>
          <p:spPr>
            <a:xfrm>
              <a:off x="11833854" y="1215246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ⓒ</a:t>
              </a:r>
            </a:p>
          </p:txBody>
        </p:sp>
        <p:grpSp>
          <p:nvGrpSpPr>
            <p:cNvPr id="76" name="그룹 75">
              <a:extLst>
                <a:ext uri="{FF2B5EF4-FFF2-40B4-BE49-F238E27FC236}">
                  <a16:creationId xmlns:a16="http://schemas.microsoft.com/office/drawing/2014/main" id="{5FDECA19-45C1-F6E4-A584-C69571C71C3B}"/>
                </a:ext>
              </a:extLst>
            </p:cNvPr>
            <p:cNvGrpSpPr/>
            <p:nvPr/>
          </p:nvGrpSpPr>
          <p:grpSpPr>
            <a:xfrm>
              <a:off x="12085112" y="1206620"/>
              <a:ext cx="447720" cy="391437"/>
              <a:chOff x="12085112" y="1206620"/>
              <a:chExt cx="447720" cy="391437"/>
            </a:xfrm>
          </p:grpSpPr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436DAC32-7A23-4B75-D2F6-4C00FBA0B698}"/>
                  </a:ext>
                </a:extLst>
              </p:cNvPr>
              <p:cNvSpPr txBox="1"/>
              <p:nvPr/>
            </p:nvSpPr>
            <p:spPr>
              <a:xfrm>
                <a:off x="12085112" y="1206620"/>
                <a:ext cx="2920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x</a:t>
                </a:r>
              </a:p>
            </p:txBody>
          </p: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75911617-000F-FD1E-727F-BD1B7F43F108}"/>
                  </a:ext>
                </a:extLst>
              </p:cNvPr>
              <p:cNvSpPr txBox="1"/>
              <p:nvPr/>
            </p:nvSpPr>
            <p:spPr>
              <a:xfrm>
                <a:off x="12221528" y="1228725"/>
                <a:ext cx="3113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3</a:t>
                </a:r>
                <a:endParaRPr lang="ko-KR" altLang="en-US" dirty="0"/>
              </a:p>
            </p:txBody>
          </p:sp>
        </p:grp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422F7391-3C66-487A-8FDF-D1CB785277FC}"/>
              </a:ext>
            </a:extLst>
          </p:cNvPr>
          <p:cNvGrpSpPr/>
          <p:nvPr/>
        </p:nvGrpSpPr>
        <p:grpSpPr>
          <a:xfrm>
            <a:off x="5404499" y="1285207"/>
            <a:ext cx="698978" cy="391437"/>
            <a:chOff x="11833854" y="1206620"/>
            <a:chExt cx="698978" cy="391437"/>
          </a:xfrm>
        </p:grpSpPr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93E9FADC-2D2F-EFDB-EDE8-61C2E4ADDDD7}"/>
                </a:ext>
              </a:extLst>
            </p:cNvPr>
            <p:cNvSpPr txBox="1"/>
            <p:nvPr/>
          </p:nvSpPr>
          <p:spPr>
            <a:xfrm>
              <a:off x="11833854" y="1215246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ⓒ</a:t>
              </a:r>
            </a:p>
          </p:txBody>
        </p:sp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A8D37499-034A-9E5A-E781-6C9EAB0A1F95}"/>
                </a:ext>
              </a:extLst>
            </p:cNvPr>
            <p:cNvGrpSpPr/>
            <p:nvPr/>
          </p:nvGrpSpPr>
          <p:grpSpPr>
            <a:xfrm>
              <a:off x="12085112" y="1206620"/>
              <a:ext cx="447720" cy="391437"/>
              <a:chOff x="12085112" y="1206620"/>
              <a:chExt cx="447720" cy="391437"/>
            </a:xfrm>
          </p:grpSpPr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B5C4C8F8-267E-32B3-2259-B416BD858690}"/>
                  </a:ext>
                </a:extLst>
              </p:cNvPr>
              <p:cNvSpPr txBox="1"/>
              <p:nvPr/>
            </p:nvSpPr>
            <p:spPr>
              <a:xfrm>
                <a:off x="12085112" y="1206620"/>
                <a:ext cx="2920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x</a:t>
                </a:r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D9C8063B-35F5-B2F3-C03F-6F3C810321EE}"/>
                  </a:ext>
                </a:extLst>
              </p:cNvPr>
              <p:cNvSpPr txBox="1"/>
              <p:nvPr/>
            </p:nvSpPr>
            <p:spPr>
              <a:xfrm>
                <a:off x="12221528" y="1228725"/>
                <a:ext cx="3113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3</a:t>
                </a:r>
                <a:endParaRPr lang="ko-KR" altLang="en-US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94997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0B01CB-7A3F-5974-A410-DC3CC8DC5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80BF70DB-8A06-58B2-635C-6433357C7BE3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7921E6-8635-6146-37AA-85CF4D13A414}"/>
              </a:ext>
            </a:extLst>
          </p:cNvPr>
          <p:cNvSpPr txBox="1"/>
          <p:nvPr/>
        </p:nvSpPr>
        <p:spPr>
          <a:xfrm>
            <a:off x="912000" y="0"/>
            <a:ext cx="2276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유물 슬롯 머신 팝업</a:t>
            </a:r>
            <a:endParaRPr lang="en-US" altLang="ko-KR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A70BB68-E296-6BE8-D89D-E0DDDDFBB264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73A5060-34AB-D156-8182-9D9BDB883D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D8F3DC27-07CA-90EE-0E37-3423CB05AED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3A2FBC54-6AA9-B1E3-EE69-C42632FD5DD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3D5A3D0-F105-293D-C20D-3A579346FE7C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AF9D14D-19EF-9E76-F309-FB9638B514F1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A2AAA9EB-49CD-292C-7B69-D06352C8B182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69EBFB08-FF59-2AA4-601A-4AC4DB43632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386441B1-A03D-B868-588A-8953E0F20487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35633460-EF00-708A-0241-3ED3EE70FA2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D578E0E9-FD95-4132-62D2-3807392DDB6E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088B426F-55F7-2E42-338E-AE787D0CC1AA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6F3D4FC0-E53A-E22F-5C39-A88AB03AB3E7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C12DF0CB-E25B-A9D2-2F77-50BB22E7F6AA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3" name="그림 22">
            <a:extLst>
              <a:ext uri="{FF2B5EF4-FFF2-40B4-BE49-F238E27FC236}">
                <a16:creationId xmlns:a16="http://schemas.microsoft.com/office/drawing/2014/main" id="{613ED04B-A5F5-DAC4-5894-4AFCEBBB5C7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4E1E4B09-6404-E1E5-47BE-70DFE42B84C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pic>
        <p:nvPicPr>
          <p:cNvPr id="72" name="그림 71">
            <a:extLst>
              <a:ext uri="{FF2B5EF4-FFF2-40B4-BE49-F238E27FC236}">
                <a16:creationId xmlns:a16="http://schemas.microsoft.com/office/drawing/2014/main" id="{3BFCA37F-731A-312B-875C-B1C8595ADD4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9990" y="1642945"/>
            <a:ext cx="7844304" cy="3690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89616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3632</TotalTime>
  <Words>1326</Words>
  <Application>Microsoft Office PowerPoint</Application>
  <PresentationFormat>와이드스크린</PresentationFormat>
  <Paragraphs>599</Paragraphs>
  <Slides>29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33" baseType="lpstr"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53</cp:revision>
  <dcterms:created xsi:type="dcterms:W3CDTF">2026-09-29T02:26:20Z</dcterms:created>
  <dcterms:modified xsi:type="dcterms:W3CDTF">2026-10-30T06:40:23Z</dcterms:modified>
</cp:coreProperties>
</file>