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15" r:id="rId2"/>
    <p:sldId id="303" r:id="rId3"/>
    <p:sldId id="292" r:id="rId4"/>
    <p:sldId id="311" r:id="rId5"/>
    <p:sldId id="312" r:id="rId6"/>
    <p:sldId id="366" r:id="rId7"/>
    <p:sldId id="367" r:id="rId8"/>
    <p:sldId id="384" r:id="rId9"/>
    <p:sldId id="371" r:id="rId10"/>
    <p:sldId id="368" r:id="rId11"/>
    <p:sldId id="379" r:id="rId12"/>
    <p:sldId id="365" r:id="rId13"/>
    <p:sldId id="380" r:id="rId14"/>
    <p:sldId id="381" r:id="rId15"/>
    <p:sldId id="382" r:id="rId16"/>
    <p:sldId id="383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1FAC2"/>
    <a:srgbClr val="FEEDDA"/>
    <a:srgbClr val="D5D000"/>
    <a:srgbClr val="FFFFCC"/>
    <a:srgbClr val="FF7C80"/>
    <a:srgbClr val="F2D498"/>
    <a:srgbClr val="FFCC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>
        <p:scale>
          <a:sx n="100" d="100"/>
          <a:sy n="100" d="100"/>
        </p:scale>
        <p:origin x="26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1935D62-30B4-2767-6409-65B87C79457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62319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60052-1CFC-D96A-DBF5-F3C45D0DBCA3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타이틀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3E0CDCF-5F11-7C0E-7EAD-59470D9F2415}"/>
              </a:ext>
            </a:extLst>
          </p:cNvPr>
          <p:cNvSpPr txBox="1"/>
          <p:nvPr/>
        </p:nvSpPr>
        <p:spPr>
          <a:xfrm>
            <a:off x="912000" y="67859"/>
            <a:ext cx="1053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</a:t>
            </a:r>
            <a:r>
              <a:rPr lang="en-US" altLang="ko-KR" dirty="0"/>
              <a:t>- </a:t>
            </a:r>
            <a:r>
              <a:rPr lang="ko-KR" altLang="en-US" dirty="0"/>
              <a:t>로딩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72833" y="586988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메인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500187" y="5863907"/>
              <a:ext cx="13388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업그레이드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879158" y="5863907"/>
              <a:ext cx="7280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도감</a:t>
              </a:r>
              <a:r>
                <a:rPr lang="ko-KR" altLang="ko-KR" dirty="0"/>
                <a:t>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99233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장비</a:t>
              </a: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625634" y="5863907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상점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C8EAD3-1226-C05C-9AA5-B567671E70EA}"/>
              </a:ext>
            </a:extLst>
          </p:cNvPr>
          <p:cNvSpPr txBox="1"/>
          <p:nvPr/>
        </p:nvSpPr>
        <p:spPr>
          <a:xfrm>
            <a:off x="912000" y="67859"/>
            <a:ext cx="1135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/>
              <a:t>로비</a:t>
            </a:r>
            <a:endParaRPr lang="en-US" altLang="ko-KR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4EE1D2B-F95A-FDE9-3694-6EEC363B7E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6"/>
          <a:stretch>
            <a:fillRect/>
          </a:stretch>
        </p:blipFill>
        <p:spPr>
          <a:xfrm>
            <a:off x="10590232" y="668841"/>
            <a:ext cx="512536" cy="517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912000" y="67859"/>
            <a:ext cx="136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씬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B15E03-91C2-2C08-6D2F-0904D9A731F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860E6E8C-D6FB-EB54-14A3-A964246BE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674CCE0-9CE2-6661-B7FB-6960B8AB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73F21EA-A5A0-978E-77FF-6D9E3203EA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61BC724-A10F-66CE-019C-0A5605C64C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D72D3C-E133-2FF8-7E99-34CC6D25EC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E484F320-3054-73F6-C99C-27F9CF5D1AF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43C25DBC-85A0-0F52-437E-29DB91757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EF860944-8C35-A0D4-AD7B-7C7C196447D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4827321B-A13D-F331-74B6-93736B262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48BC7671-7540-5061-4C0B-D9C28B78485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561D190-47B7-6609-DA03-FC3516E33EC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4A7C9398-AE98-D727-B3D0-1F6A95818B9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4363BC7A-658B-3BC1-F356-7D43752A143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F655C06F-4D4E-3997-C951-D32B7F7FB95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698E1ACD-49AC-C652-B30E-E4590EF089F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FB14BB43-E3F7-14E2-C76A-00877F90C34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B6C31D6-FCEC-7C72-119A-2EFBCA4BB52B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9AED7CA-F2B0-56B7-529D-AA9B85CE331E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FA96AE-9F8D-369D-01E0-5D1CCCA48A0E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C490E-6191-EFA0-2F77-DB5119987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직사각형 362">
            <a:extLst>
              <a:ext uri="{FF2B5EF4-FFF2-40B4-BE49-F238E27FC236}">
                <a16:creationId xmlns:a16="http://schemas.microsoft.com/office/drawing/2014/main" id="{BAD3F53B-5248-726E-B499-608DE2CEC71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5D69D1-26BF-46C5-0B63-D13F784C5F7F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A0E7B4B8-9841-7B73-1E62-D3A7396BF639}"/>
              </a:ext>
            </a:extLst>
          </p:cNvPr>
          <p:cNvGrpSpPr/>
          <p:nvPr/>
        </p:nvGrpSpPr>
        <p:grpSpPr>
          <a:xfrm>
            <a:off x="4683392" y="1160999"/>
            <a:ext cx="2825216" cy="3960000"/>
            <a:chOff x="1560000" y="1160999"/>
            <a:chExt cx="2825216" cy="3960000"/>
          </a:xfrm>
        </p:grpSpPr>
        <p:grpSp>
          <p:nvGrpSpPr>
            <p:cNvPr id="110" name="그룹 109">
              <a:extLst>
                <a:ext uri="{FF2B5EF4-FFF2-40B4-BE49-F238E27FC236}">
                  <a16:creationId xmlns:a16="http://schemas.microsoft.com/office/drawing/2014/main" id="{5E1E1231-6CE6-B6B0-B271-31E32A35ECAD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0000"/>
              <a:chOff x="1560000" y="1160999"/>
              <a:chExt cx="2825216" cy="3960000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8A790926-42F3-5BF9-A0A5-B182181A19A0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0000"/>
                <a:chOff x="1560000" y="1160999"/>
                <a:chExt cx="2825216" cy="3960000"/>
              </a:xfrm>
            </p:grpSpPr>
            <p:sp>
              <p:nvSpPr>
                <p:cNvPr id="126" name="직사각형 125">
                  <a:extLst>
                    <a:ext uri="{FF2B5EF4-FFF2-40B4-BE49-F238E27FC236}">
                      <a16:creationId xmlns:a16="http://schemas.microsoft.com/office/drawing/2014/main" id="{F03C46B5-DD3D-EE2E-8946-8DE5A081CB59}"/>
                    </a:ext>
                  </a:extLst>
                </p:cNvPr>
                <p:cNvSpPr/>
                <p:nvPr/>
              </p:nvSpPr>
              <p:spPr>
                <a:xfrm>
                  <a:off x="1560000" y="224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127" name="직사각형 126">
                  <a:extLst>
                    <a:ext uri="{FF2B5EF4-FFF2-40B4-BE49-F238E27FC236}">
                      <a16:creationId xmlns:a16="http://schemas.microsoft.com/office/drawing/2014/main" id="{20B5D5A2-8066-3DE3-B9BD-1D1FF052332D}"/>
                    </a:ext>
                  </a:extLst>
                </p:cNvPr>
                <p:cNvSpPr/>
                <p:nvPr/>
              </p:nvSpPr>
              <p:spPr>
                <a:xfrm>
                  <a:off x="1560000" y="3680999"/>
                  <a:ext cx="2825216" cy="144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8" name="직사각형 127">
                  <a:extLst>
                    <a:ext uri="{FF2B5EF4-FFF2-40B4-BE49-F238E27FC236}">
                      <a16:creationId xmlns:a16="http://schemas.microsoft.com/office/drawing/2014/main" id="{99552F77-670A-83EC-498D-050EA3771103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1080000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B2D43BC-493F-4AD8-2679-B0847CDCF883}"/>
                  </a:ext>
                </a:extLst>
              </p:cNvPr>
              <p:cNvSpPr txBox="1"/>
              <p:nvPr/>
            </p:nvSpPr>
            <p:spPr>
              <a:xfrm>
                <a:off x="2056333" y="1831638"/>
                <a:ext cx="18325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400" dirty="0"/>
                  <a:t>피해량 증가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E661387-F6C9-2638-B9EB-51A87E1FADCB}"/>
                  </a:ext>
                </a:extLst>
              </p:cNvPr>
              <p:cNvSpPr txBox="1"/>
              <p:nvPr/>
            </p:nvSpPr>
            <p:spPr>
              <a:xfrm>
                <a:off x="2519785" y="2293303"/>
                <a:ext cx="96532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rgbClr val="42F8BB"/>
                    </a:solidFill>
                  </a:rPr>
                  <a:t>Uncommon</a:t>
                </a:r>
              </a:p>
            </p:txBody>
          </p:sp>
        </p:grp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AC234DC0-3AA3-3A9A-4925-02B72705C7B0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rgbClr val="42F8B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C0DC293B-3940-1C6F-5204-AC4C706314F3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2FE1CEF-E841-7002-EAC3-21D57ACCEF0B}"/>
                </a:ext>
              </a:extLst>
            </p:cNvPr>
            <p:cNvSpPr txBox="1"/>
            <p:nvPr/>
          </p:nvSpPr>
          <p:spPr>
            <a:xfrm>
              <a:off x="1690777" y="2758045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피해량 </a:t>
              </a:r>
              <a:r>
                <a:rPr lang="en-US" altLang="ko-KR" sz="1100" b="1" dirty="0"/>
                <a:t>5 %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3EADDEB0-675F-9BF9-30CD-6893346836E4}"/>
              </a:ext>
            </a:extLst>
          </p:cNvPr>
          <p:cNvGrpSpPr/>
          <p:nvPr/>
        </p:nvGrpSpPr>
        <p:grpSpPr>
          <a:xfrm>
            <a:off x="1560000" y="1160999"/>
            <a:ext cx="2825216" cy="3964082"/>
            <a:chOff x="1560000" y="1160999"/>
            <a:chExt cx="2825216" cy="3964082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BDBC955B-2B58-9F8F-17AF-AA939297C31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987A9C72-9FDA-5E4A-6DF6-C651F439839A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44AD303-1526-84B6-5688-FD7691E80665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D973EAA-85B5-CD71-5271-067254050C0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22B8D2B-1628-D0B3-9426-1FA0B4167EF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30F782B9-B0A7-1A64-7038-3EFB288F3C6E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011F512-365B-4ED3-2091-DA5D0003EC11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1A1F5060-DDA8-E0B0-4956-5B7D5C2F973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EC91E0A5-5D81-3B16-DE2A-23CE874B54F9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5C1DF7F9-0AE9-5A25-D565-FE68C5097691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2F2AF4F-E8B6-9AE2-6BD2-65F3DEE96EE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0D30A25D-A88A-C400-97BC-E89D0660E2F1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23F57CA4-EDC8-1622-CEF4-65B9F79303EB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AF42C6E6-D8B0-921D-A98E-6EB7EE342056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56F91-DC20-47A3-96DD-A87EB2C23E8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8EEE6842-CABA-1804-775E-DCB3840E5D8D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193" name="사각형: 둥근 모서리 192">
              <a:extLst>
                <a:ext uri="{FF2B5EF4-FFF2-40B4-BE49-F238E27FC236}">
                  <a16:creationId xmlns:a16="http://schemas.microsoft.com/office/drawing/2014/main" id="{CAFCF588-1DDC-ABB1-E6BA-1B3AF8BA6B28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F37082E8-9BFB-1EBB-1C66-37048B8D69E0}"/>
              </a:ext>
            </a:extLst>
          </p:cNvPr>
          <p:cNvGrpSpPr/>
          <p:nvPr/>
        </p:nvGrpSpPr>
        <p:grpSpPr>
          <a:xfrm>
            <a:off x="7866468" y="1160999"/>
            <a:ext cx="2825216" cy="3964082"/>
            <a:chOff x="7866468" y="1160999"/>
            <a:chExt cx="2825216" cy="3964082"/>
          </a:xfrm>
        </p:grpSpPr>
        <p:grpSp>
          <p:nvGrpSpPr>
            <p:cNvPr id="320" name="그룹 319">
              <a:extLst>
                <a:ext uri="{FF2B5EF4-FFF2-40B4-BE49-F238E27FC236}">
                  <a16:creationId xmlns:a16="http://schemas.microsoft.com/office/drawing/2014/main" id="{8F5C9B19-3B8D-6B3C-B574-8748BE42EB70}"/>
                </a:ext>
              </a:extLst>
            </p:cNvPr>
            <p:cNvGrpSpPr/>
            <p:nvPr/>
          </p:nvGrpSpPr>
          <p:grpSpPr>
            <a:xfrm>
              <a:off x="7866468" y="1160999"/>
              <a:ext cx="2825216" cy="3964082"/>
              <a:chOff x="1560000" y="1160999"/>
              <a:chExt cx="2825216" cy="3964082"/>
            </a:xfrm>
          </p:grpSpPr>
          <p:grpSp>
            <p:nvGrpSpPr>
              <p:cNvPr id="321" name="그룹 320">
                <a:extLst>
                  <a:ext uri="{FF2B5EF4-FFF2-40B4-BE49-F238E27FC236}">
                    <a16:creationId xmlns:a16="http://schemas.microsoft.com/office/drawing/2014/main" id="{288E0267-F554-9FE7-0DA0-8AB1D9F7B442}"/>
                  </a:ext>
                </a:extLst>
              </p:cNvPr>
              <p:cNvGrpSpPr/>
              <p:nvPr/>
            </p:nvGrpSpPr>
            <p:grpSpPr>
              <a:xfrm>
                <a:off x="1560000" y="1160999"/>
                <a:ext cx="2825216" cy="3964082"/>
                <a:chOff x="1560000" y="1160999"/>
                <a:chExt cx="2825216" cy="3964082"/>
              </a:xfrm>
            </p:grpSpPr>
            <p:sp>
              <p:nvSpPr>
                <p:cNvPr id="335" name="직사각형 334">
                  <a:extLst>
                    <a:ext uri="{FF2B5EF4-FFF2-40B4-BE49-F238E27FC236}">
                      <a16:creationId xmlns:a16="http://schemas.microsoft.com/office/drawing/2014/main" id="{B1D5F970-78A0-4B4D-6D68-D3E6CB8CEA5F}"/>
                    </a:ext>
                  </a:extLst>
                </p:cNvPr>
                <p:cNvSpPr/>
                <p:nvPr/>
              </p:nvSpPr>
              <p:spPr>
                <a:xfrm>
                  <a:off x="1560000" y="1160999"/>
                  <a:ext cx="2825216" cy="3964082"/>
                </a:xfrm>
                <a:prstGeom prst="rect">
                  <a:avLst/>
                </a:prstGeom>
                <a:solidFill>
                  <a:srgbClr val="F8E8C8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8E5620E1-174F-5E22-5849-596CA3AFCF2C}"/>
                    </a:ext>
                  </a:extLst>
                </p:cNvPr>
                <p:cNvSpPr txBox="1"/>
                <p:nvPr/>
              </p:nvSpPr>
              <p:spPr>
                <a:xfrm>
                  <a:off x="2210222" y="1833128"/>
                  <a:ext cx="152477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ko-KR" altLang="en-US" sz="2400" dirty="0"/>
                    <a:t>화염 심장</a:t>
                  </a: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A0C6D845-1998-FD00-5A4C-E7D56D473D7C}"/>
                    </a:ext>
                  </a:extLst>
                </p:cNvPr>
                <p:cNvSpPr txBox="1"/>
                <p:nvPr/>
              </p:nvSpPr>
              <p:spPr>
                <a:xfrm>
                  <a:off x="2728790" y="2293303"/>
                  <a:ext cx="48763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rPr>
                    <a:t>Rare</a:t>
                  </a:r>
                </a:p>
              </p:txBody>
            </p:sp>
          </p:grpSp>
          <p:sp>
            <p:nvSpPr>
              <p:cNvPr id="322" name="직사각형 321">
                <a:extLst>
                  <a:ext uri="{FF2B5EF4-FFF2-40B4-BE49-F238E27FC236}">
                    <a16:creationId xmlns:a16="http://schemas.microsoft.com/office/drawing/2014/main" id="{326A78B3-3455-EBC2-0F2E-F080E3A1B3A5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0000"/>
              </a:xfrm>
              <a:prstGeom prst="rect">
                <a:avLst/>
              </a:prstGeom>
              <a:noFill/>
              <a:ln w="3810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3" name="사각형: 둥근 모서리 322">
                <a:extLst>
                  <a:ext uri="{FF2B5EF4-FFF2-40B4-BE49-F238E27FC236}">
                    <a16:creationId xmlns:a16="http://schemas.microsoft.com/office/drawing/2014/main" id="{47492FEE-BFD8-2682-FCDD-80798F0A20FC}"/>
                  </a:ext>
                </a:extLst>
              </p:cNvPr>
              <p:cNvSpPr/>
              <p:nvPr/>
            </p:nvSpPr>
            <p:spPr>
              <a:xfrm>
                <a:off x="4149306" y="1199471"/>
                <a:ext cx="196120" cy="215261"/>
              </a:xfrm>
              <a:prstGeom prst="round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FF0000"/>
                    </a:solidFill>
                  </a:rPr>
                  <a:t>i</a:t>
                </a:r>
                <a:endParaRPr lang="ko-KR" altLang="en-US" sz="14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00CD3150-C542-93E2-1529-7C0C5A9024DA}"/>
                  </a:ext>
                </a:extLst>
              </p:cNvPr>
              <p:cNvSpPr txBox="1"/>
              <p:nvPr/>
            </p:nvSpPr>
            <p:spPr>
              <a:xfrm>
                <a:off x="1560000" y="4882177"/>
                <a:ext cx="2825216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ko-KR" altLang="en-US" sz="700" dirty="0">
                    <a:solidFill>
                      <a:schemeClr val="bg1">
                        <a:lumMod val="75000"/>
                      </a:schemeClr>
                    </a:solidFill>
                  </a:rPr>
                  <a:t>불사조 관련 내용</a:t>
                </a:r>
              </a:p>
            </p:txBody>
          </p:sp>
          <p:sp>
            <p:nvSpPr>
              <p:cNvPr id="329" name="사각형: 둥근 모서리 328">
                <a:extLst>
                  <a:ext uri="{FF2B5EF4-FFF2-40B4-BE49-F238E27FC236}">
                    <a16:creationId xmlns:a16="http://schemas.microsoft.com/office/drawing/2014/main" id="{C52932A0-0CAF-FE64-75F4-24CC61437682}"/>
                  </a:ext>
                </a:extLst>
              </p:cNvPr>
              <p:cNvSpPr/>
              <p:nvPr/>
            </p:nvSpPr>
            <p:spPr>
              <a:xfrm>
                <a:off x="2701800" y="1230991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42" name="TextBox 341">
              <a:extLst>
                <a:ext uri="{FF2B5EF4-FFF2-40B4-BE49-F238E27FC236}">
                  <a16:creationId xmlns:a16="http://schemas.microsoft.com/office/drawing/2014/main" id="{73CF2EF4-8781-E67B-4630-4A8D12245B35}"/>
                </a:ext>
              </a:extLst>
            </p:cNvPr>
            <p:cNvSpPr txBox="1"/>
            <p:nvPr/>
          </p:nvSpPr>
          <p:spPr>
            <a:xfrm>
              <a:off x="7997245" y="2814292"/>
              <a:ext cx="2562046" cy="3135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화염 속성 피해량 </a:t>
              </a:r>
              <a:r>
                <a:rPr lang="en-US" altLang="ko-KR" sz="1100" b="1" dirty="0"/>
                <a:t>30% </a:t>
              </a:r>
              <a:r>
                <a:rPr lang="ko-KR" altLang="en-US" sz="1100" b="1" dirty="0"/>
                <a:t>증가</a:t>
              </a:r>
            </a:p>
          </p:txBody>
        </p:sp>
      </p:grp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111840EC-162B-BBC5-08CB-ACCF90FFFBF0}"/>
              </a:ext>
            </a:extLst>
          </p:cNvPr>
          <p:cNvGrpSpPr/>
          <p:nvPr/>
        </p:nvGrpSpPr>
        <p:grpSpPr>
          <a:xfrm>
            <a:off x="2756608" y="5243519"/>
            <a:ext cx="432000" cy="432000"/>
            <a:chOff x="2756608" y="5243519"/>
            <a:chExt cx="432000" cy="432000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44FC11E7-31E8-AB3E-D3D6-1161221BA6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44" name="그림 343">
              <a:extLst>
                <a:ext uri="{FF2B5EF4-FFF2-40B4-BE49-F238E27FC236}">
                  <a16:creationId xmlns:a16="http://schemas.microsoft.com/office/drawing/2014/main" id="{8DD2A218-3DE5-A375-136D-0D68CA77F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2" name="그룹 351">
            <a:extLst>
              <a:ext uri="{FF2B5EF4-FFF2-40B4-BE49-F238E27FC236}">
                <a16:creationId xmlns:a16="http://schemas.microsoft.com/office/drawing/2014/main" id="{D4B692A5-1B1E-2409-613A-AC2BD65E3C24}"/>
              </a:ext>
            </a:extLst>
          </p:cNvPr>
          <p:cNvGrpSpPr/>
          <p:nvPr/>
        </p:nvGrpSpPr>
        <p:grpSpPr>
          <a:xfrm>
            <a:off x="5880000" y="5243519"/>
            <a:ext cx="432000" cy="432000"/>
            <a:chOff x="2756608" y="5243519"/>
            <a:chExt cx="432000" cy="432000"/>
          </a:xfrm>
        </p:grpSpPr>
        <p:sp>
          <p:nvSpPr>
            <p:cNvPr id="353" name="타원 352">
              <a:extLst>
                <a:ext uri="{FF2B5EF4-FFF2-40B4-BE49-F238E27FC236}">
                  <a16:creationId xmlns:a16="http://schemas.microsoft.com/office/drawing/2014/main" id="{FE5BE273-F6DC-FDA6-9DF4-C0F08571A8D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4" name="그림 353">
              <a:extLst>
                <a:ext uri="{FF2B5EF4-FFF2-40B4-BE49-F238E27FC236}">
                  <a16:creationId xmlns:a16="http://schemas.microsoft.com/office/drawing/2014/main" id="{116183AA-0E81-BA1B-B210-5CDB2252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5" name="그룹 354">
            <a:extLst>
              <a:ext uri="{FF2B5EF4-FFF2-40B4-BE49-F238E27FC236}">
                <a16:creationId xmlns:a16="http://schemas.microsoft.com/office/drawing/2014/main" id="{E5B208DA-177E-8AB1-14CA-FB0FE1FD5052}"/>
              </a:ext>
            </a:extLst>
          </p:cNvPr>
          <p:cNvGrpSpPr/>
          <p:nvPr/>
        </p:nvGrpSpPr>
        <p:grpSpPr>
          <a:xfrm>
            <a:off x="9003392" y="5243519"/>
            <a:ext cx="432000" cy="432000"/>
            <a:chOff x="2756608" y="5243519"/>
            <a:chExt cx="432000" cy="432000"/>
          </a:xfrm>
        </p:grpSpPr>
        <p:sp>
          <p:nvSpPr>
            <p:cNvPr id="356" name="타원 355">
              <a:extLst>
                <a:ext uri="{FF2B5EF4-FFF2-40B4-BE49-F238E27FC236}">
                  <a16:creationId xmlns:a16="http://schemas.microsoft.com/office/drawing/2014/main" id="{70FFBB6E-D909-ADDA-576D-4F7BDA5BF1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57" name="그림 356">
              <a:extLst>
                <a:ext uri="{FF2B5EF4-FFF2-40B4-BE49-F238E27FC236}">
                  <a16:creationId xmlns:a16="http://schemas.microsoft.com/office/drawing/2014/main" id="{0C0AEB5A-1509-1BB4-2CF5-C250156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grpSp>
        <p:nvGrpSpPr>
          <p:cNvPr id="358" name="그룹 357">
            <a:extLst>
              <a:ext uri="{FF2B5EF4-FFF2-40B4-BE49-F238E27FC236}">
                <a16:creationId xmlns:a16="http://schemas.microsoft.com/office/drawing/2014/main" id="{AA7F2D63-5E58-558E-C639-82353D0552B0}"/>
              </a:ext>
            </a:extLst>
          </p:cNvPr>
          <p:cNvGrpSpPr/>
          <p:nvPr/>
        </p:nvGrpSpPr>
        <p:grpSpPr>
          <a:xfrm>
            <a:off x="10167774" y="5837743"/>
            <a:ext cx="288000" cy="288000"/>
            <a:chOff x="2756608" y="5243519"/>
            <a:chExt cx="432000" cy="432000"/>
          </a:xfrm>
        </p:grpSpPr>
        <p:sp>
          <p:nvSpPr>
            <p:cNvPr id="359" name="타원 358">
              <a:extLst>
                <a:ext uri="{FF2B5EF4-FFF2-40B4-BE49-F238E27FC236}">
                  <a16:creationId xmlns:a16="http://schemas.microsoft.com/office/drawing/2014/main" id="{9D89DAB2-66D5-97AD-71D9-97403F8074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756608" y="5243519"/>
              <a:ext cx="432000" cy="432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60" name="그림 359">
              <a:extLst>
                <a:ext uri="{FF2B5EF4-FFF2-40B4-BE49-F238E27FC236}">
                  <a16:creationId xmlns:a16="http://schemas.microsoft.com/office/drawing/2014/main" id="{87782F9C-670A-CC79-E5B2-6C39882D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1800" y="5285400"/>
              <a:ext cx="360000" cy="360000"/>
            </a:xfrm>
            <a:prstGeom prst="rect">
              <a:avLst/>
            </a:prstGeom>
          </p:spPr>
        </p:pic>
      </p:grpSp>
      <p:sp>
        <p:nvSpPr>
          <p:cNvPr id="361" name="TextBox 360">
            <a:extLst>
              <a:ext uri="{FF2B5EF4-FFF2-40B4-BE49-F238E27FC236}">
                <a16:creationId xmlns:a16="http://schemas.microsoft.com/office/drawing/2014/main" id="{B7529E9A-298C-A3AF-6809-AEF4CBF0C054}"/>
              </a:ext>
            </a:extLst>
          </p:cNvPr>
          <p:cNvSpPr txBox="1"/>
          <p:nvPr/>
        </p:nvSpPr>
        <p:spPr>
          <a:xfrm>
            <a:off x="10479715" y="5797077"/>
            <a:ext cx="683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X 10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BA497-F7EC-89BC-DB64-289EEC7D88D6}"/>
              </a:ext>
            </a:extLst>
          </p:cNvPr>
          <p:cNvSpPr txBox="1"/>
          <p:nvPr/>
        </p:nvSpPr>
        <p:spPr>
          <a:xfrm>
            <a:off x="912000" y="67859"/>
            <a:ext cx="3539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스킬 및 증강 선택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14939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9A71-E509-7A5E-560D-826D7B60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442DA968-FEC6-8FF3-13E9-4B301BC25D15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B63CE5F-0658-0ED0-17B9-7624557DB30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1DE63D1-36CD-CAB7-9561-C70253111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DEE4115-4465-423F-590B-FDB31D94C6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398EDD6-5165-8C20-E2B4-AB090942F10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FFF40AA-9E53-53A9-8B12-65BD3512AEC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21E9CCE-F38C-5454-2EB0-08BFD32F5C1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A3421D3-4096-70D2-9C83-FB055D95987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8A4F51D-53B2-BA54-F1D7-5DB84B7C39D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D886849B-732D-D6F1-B134-AF57FCFA0E3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142AF39-2263-77D3-C49B-31FF67D88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FBFA4E3-ADD0-C5D6-00D9-336B4E0BE25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7841C1BA-0827-15F6-6B6B-918FE94C968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1A6B897-0D41-3FC4-B058-A2FEF0CC8889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6376B22-19DC-178E-51F0-C92B4B292773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D2D7D58-B1DA-7CAD-2A70-B589794F60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B282777-EA04-9CEB-99F0-D60C373B990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6762B85-AFAC-EB65-B822-1332F384ABA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E854051-D925-6921-F52E-B8886904A7DE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9AAAD166-9538-CCCB-2231-C4161F09A0B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C971C58-9143-CCB1-70D1-B0D2480C6D4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FC27FD70-63F2-EF89-2D16-0F0FD2D572EB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688EEEB-6662-7FA8-205E-30727E9AF44A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8C9998F1-6860-1ADF-D277-9C4F283CF388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9CC2E49E-32A2-C801-4561-DBFF052100CB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C06261E-8CC5-E2BE-3FED-E9234ADE55A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A6392A18-1F75-411F-652E-722C2E4F86EF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7ACF88FC-DE31-347A-3881-E2921581CB12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26845EDC-ADAB-713C-DFD5-DB2F0168CCFF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F30C4D1E-A8EB-ED07-1508-2740372D4C09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ADC4858-611D-2ADF-03D9-81DDBE18BF44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0244890-D77D-56EA-39C3-8F1A194BC243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EDEF71F0-E7A1-E58E-6163-9BF0044A4AB2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ED0F45CB-241D-6F84-771A-CFD07CDA7760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F6CC8395-3B27-48CF-ACAC-66476E7A8437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E249B1FE-74F6-CF18-FFBA-6201F8AF5F1D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061290C3-16D9-D249-D8F8-D277DD082486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A41F1F0F-B693-32C4-A109-C45EA78C8CC8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6C24FAC0-B415-AA5C-6107-33BABB12AF97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12BB53ED-7AC4-2985-4224-E1C9E7851C50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CC6F867-C916-F0AB-BFAC-D5DCD18E461B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61366D68-031C-8D12-F70A-7AD3D5071AE9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17A6E39-1EB6-572D-22D8-97144189AD07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11CED4AF-833F-60E1-EFC1-8DAC9663211D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7FE9709-08E6-BF0B-C7B0-557D88EE5BD2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8F2BF4F-C7B4-25FB-2F00-FD039380CDF7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E347F84A-AB2A-FDD9-A0B0-AB4FBA4EEC71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2FBB27A-D5FD-AC32-CEC5-47A0D942F751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EEB0268F-3B46-6509-7DF4-BC71ED3D8B50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90FA11EB-AFFC-8FDD-15E2-21E92F0DAFFE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84E2F2CD-1C3E-A980-6177-AD232AF7F766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9D1E1D06-E77D-D914-A613-566C5199DB9F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D6CEB589-CF04-04EC-0EFB-50E940091616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CA7F756-34C5-AEE2-6877-8D04A871CCA4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7A70AF5-687C-1003-C8A3-3576C37A11FB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C064968-049F-C03C-C29E-C1886FD0A645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98DC6D11-041F-C8D9-352F-6930C66FF4D9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42A26981-A36B-AA68-1AA4-017C813912F2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8724405-E3A4-F46E-391E-7D3747265231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C6FBBA8-D932-1908-CB42-FE81046D454D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B052FD91-C46C-5433-A2FA-198F675A55C4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1459B032-1F3E-CB8B-98E2-DE3B8F7998C0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50CF6A3F-9401-9842-C5EF-95A81106EC21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B9E54FEA-F90B-A36E-99AD-19C357E9B8D8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47F40E2-14EA-1C5B-341D-D8C1C153E662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332A1-4779-331E-FA50-2514EC7C16F5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318DD86F-8774-BAB6-4737-3FBCFE2D171F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929B1236-B9EF-2342-0C1F-BAA37043C9D8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F20A0E9E-8A56-E356-0776-6D92C0A39BC4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02184ED-40E3-1345-68D0-4B8A3D610064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73C9E4F0-F162-0343-2D36-0F45E318C4A9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7C7CBE7-C836-E734-2B3F-D2C3DDE0EB2C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B3D7C38B-3148-4589-E528-337ACC27B43A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4A880D2A-5CE2-BFB4-CF3E-218C1E78D853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F86D9633-CCC6-938D-D4B8-A2A44A13B42C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18C01C2-7A19-4739-42D9-23ED1C9AD86B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6BC8BB01-55DE-739F-C534-1F6B9614E06C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B812080-C422-4C9A-C0A3-828963898C56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D43F1141-85CA-E22C-F603-AEECED9809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0B8275A1-62F4-698D-9413-65F283DC74BF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800C82D4-25EE-40D4-2454-EA2EBEACBA00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D0ABBC2A-7360-3997-C6AD-EA1353C25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3C4E8CFC-5D78-C872-1F0C-170A80F68715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2420AAA-8511-711E-D895-9A5564AA9D0C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D870A7E3-124D-C729-73DD-877B4D520D42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F535BB47-6FCB-F00D-E478-9E9792F60D27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39BDDC5-651F-B0AE-88B3-4A5345BC8C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F74F7ED8-DF11-8FBF-4154-1CA8285F6C91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3735F18-1BE1-0323-7249-CD25962FEC18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FA8739B-BEB1-2FAC-514F-5935ED831977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73FF3C7-B1A2-F464-7B19-75BAFB4CDA0F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692080C-6C7E-C97B-3FEC-E441B5499E9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90AA599-7F43-97A2-10B5-291DBFC6EA9A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C3C5597-1D79-3416-BFE8-15D2B174EF21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E8BDB01-690A-E43E-F51F-1BB64EDE7706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4D511D7-7918-4C0E-5D3D-E9D482929F95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98C2C8D-7703-0591-9FCD-2DD4F157E081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3DA61AA-A70E-2961-EB0D-CA563F3CECD0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6A77835-E534-05C6-80CD-4E6E006F5F6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0F7C330-5C8A-1587-7848-F008FE915B2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0A00AA3-26A4-E645-2056-2A5291206EA2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0705539-67AD-5459-20EB-BB8416B77921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0101DE5-E775-197D-4848-2D661A3C2678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0628D84-2EB6-1B8D-F90F-82EC310BE6EB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11EED2A-0862-9F0D-0094-B23694C5FCCB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5970825-46AA-8C02-B425-5484348D3721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B35EBC-567C-51CE-8A83-E869F036238B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BAB359D6-9C99-3166-89D6-D25CE106A005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9162549-5017-61D0-4A52-3F554AF39DA8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D5EC594E-1267-4E35-C2A1-03E5A65FCC12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BE0A6C22-FA18-4957-388C-352593407F96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9A0ABABA-60F5-7333-AE36-CD9C0628D546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8272959-541D-0375-E340-63AB42A3D480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9B66196B-F803-DDC9-7641-1DB32F5B5EA6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BE44829-B1AD-8EBB-77D0-13A86C3B0F33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CFD91FCB-8F33-36E9-2EE3-2030B733CA70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0ECDFAD-A148-9C53-4D95-9CDB9B0F684C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9C446D1E-5743-5F20-F134-3FCF860E662F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9878389-3398-8184-86DE-80945A022445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55FD888-78D0-18A6-1EFA-FA5678604DB5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D4E246E5-B3E0-4D1A-6005-FB9B7119C4EE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8B7274ED-7041-2EA2-AE80-1DD6A3C20D5F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518F831-D72F-DEE4-3CD8-3897E979A857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F460199F-B417-FD02-E3C6-0E7D671BA691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29A2DDEB-5F34-7EC7-1487-EE6770D4D196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D88A719E-A898-E90F-19A5-68F60CC755E4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10F0B08E-EE15-F78D-7D72-778EBC730BFF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E66A45EC-4C51-224D-A99C-D98ED387329E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8699D31-FF82-8911-E137-B0D98805E133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66D0FE9F-4BAC-359B-D82B-50E900868D43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894982C-E82E-AB8D-711D-BD0D6C03D395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E260F52F-0943-0B6B-53E8-781C9ED7C579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B4357F07-8268-AB8C-8636-D2FF29A8A830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6F0CC6A-F9A4-E3FD-96F7-5492845E1CCB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65547FD0-5CFE-6F7E-07AC-B8E28C62CAD2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5B2989A8-AB07-5F25-0E85-A8A42492072C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105" name="직사각형 104">
                <a:extLst>
                  <a:ext uri="{FF2B5EF4-FFF2-40B4-BE49-F238E27FC236}">
                    <a16:creationId xmlns:a16="http://schemas.microsoft.com/office/drawing/2014/main" id="{C1FA7BD0-11EE-EF11-34B3-396F821F8E83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06" name="그룹 105">
                <a:extLst>
                  <a:ext uri="{FF2B5EF4-FFF2-40B4-BE49-F238E27FC236}">
                    <a16:creationId xmlns:a16="http://schemas.microsoft.com/office/drawing/2014/main" id="{C9ECEB31-19B9-12E6-FE85-545EFE0C619A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AB9675BD-7ADF-905A-4A15-3BE415F86EC0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429F6A10-A638-99BF-9FDE-98D2592D62D0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E1607F22-F6E6-C49F-DF6C-AAD465338494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51671357-0632-C98F-5C6D-EC15A561B2E5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04BD410E-D1DB-8314-3913-0F5489D8040E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B597D3A8-9F55-0C7A-0EC5-9B0CB655E04C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B2958425-0776-14CC-EFF4-5EC6A7171369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6C1AEF09-F79A-80D1-E3C1-90C40436DE0B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11AFEA46-1437-F022-A938-08DAF739324B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010FAB7F-3333-1EAB-2C7A-C9AB300B2201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11EB5223-844A-CB0A-AD6D-986BB4292135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0DF62A65-AAE0-1618-0EB0-90DF527E1E19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33CCA09-40EF-927F-1CBB-A18CDA85D0F1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EFACB4A-07AA-DACF-8D20-0E39C4EA1BA4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5EC3D521-F182-C619-362B-FE4A0C53B32D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7310E60A-372E-C00A-C260-C54E9990E962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5411E8CF-16B9-6023-D541-566B0FF2958D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A74C9886-923D-2D4A-8BBA-F555D2898208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2284C7FC-0CE6-0DBA-C39B-B63C965E0AC1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3B6056B5-CE55-538D-8790-438EFBCAABC3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04926419-489A-C96A-7902-8303FC057C3C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8808946-DDD3-25F3-2E03-20D37D408323}"/>
              </a:ext>
            </a:extLst>
          </p:cNvPr>
          <p:cNvSpPr txBox="1"/>
          <p:nvPr/>
        </p:nvSpPr>
        <p:spPr>
          <a:xfrm>
            <a:off x="912000" y="67859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75328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9971-63A4-E8C3-F6EC-A2826A5E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9B989E31-EF53-EDAC-84FB-7328289517E4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22FADC-938C-1A93-3253-226A1DAB11BC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E75988A-F39D-6162-762E-D91AAF2EB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49A071B-83FC-89D3-F25A-5FC8FC0364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6625EB-982B-4117-79DB-E125DC6BCA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9F18595-7C5F-8A1F-AFBC-A28CF8B4F55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FC980D5-D69E-94E0-090B-8F1A7458346A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55F0DFA-F72E-80C8-BCCD-B853CF125879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5ED046C-7CD9-C362-50BC-DDDECF24D2A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5D558C0-B42A-F966-950B-5CA062E88A4B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45322D3-D803-606C-6DA9-1D3A422E2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96E37D21-54F1-F87D-A637-EB1E4BDCBEC1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2490AA-2306-E1BA-FEAD-CE52CFEB653A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936937D-D786-2A3A-CC16-E3CD6CF8A9B3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8176FE4D-32F9-DEBF-41B2-FE57F8C8887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5C3084EF-92C5-9401-B94A-4CA56AC42E1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0F0ADC6-58C9-678E-9BD2-71E88AD7697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1FEAC5F0-3DF8-9EFC-4969-A1FF2604A93F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8734588-FE13-5A4A-F2F1-5D8D54E67AA7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77F1FFF4-7EFF-FE92-2704-7A67F5A5F188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DEE8D9-FE26-9458-2689-64FFBFA4E014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0E2D54BE-350E-94D6-BCAC-75C6375D3348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999E5D1-3911-858B-5A6D-B104FA2A71E5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B425AF4A-9A59-E600-E91E-3A2D838734A5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F469CEF-61A5-752C-D166-837885CF1CB8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5C8264C-0E46-847F-DC39-B7F8258E621E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2C52BA3B-7062-8BFC-DF90-4B0D6739E725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F06D29D6-BB78-C95F-F3FB-14A94E52158B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851C410-B6AE-D816-E111-3B1F666A6A0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4117AE6A-97CF-2046-25CE-C4B9518F794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474CE166-4909-91CA-EC70-8AA94156A269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937D8826-4099-D325-1292-2F4E478E4758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36F25B94-3E7D-B417-75EA-A67D892623B6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03FD8C5E-A909-EE5E-AC7D-CD106195C886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CDF8C2F9-55E2-CCC0-1580-40140679E3B6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2411182-029C-2DAD-97E5-AF0043AFC44F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9294499-F488-CF3D-2560-5CA46C04F9BF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9D1FBCEB-3859-40A2-1DFC-158F230D0B7D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E0D9F979-844C-ADF2-59BF-DA97E4B849EB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ABCB3463-B01D-D2B6-C628-6F7541A14069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F492E5D-1351-EB81-07B0-36AA8187F872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A00A5A93-BF93-20CE-8C8B-4DE7946343A0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F3B89617-C2F6-C173-7A11-620695157063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F7DCD09-7003-2EF3-7DF6-B52D13DE9EC1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79494D4F-51CE-E445-C245-9E4C993EE3FB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A11A85C5-E25A-7DBD-0E06-9D924821E303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A5CDE0A9-22BD-BB92-363E-6603A879CEEA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F173C40B-F8B2-130D-E986-3C93AFECC903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2D95D64E-0461-AA2D-B2DA-E1401E668A0A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6A9753E7-DCC1-2E81-0345-83E9D45818C8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98627935-8E11-84A0-4B00-0CAD7B90E50D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A5312AE1-78EF-B3F5-C97C-B4B28862C1FA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434FA32-185D-A008-1F46-0331035C416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23B092A6-1BC5-B07D-4787-86D2489CEEA1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92C00CA8-3D17-6AA2-67F7-8A0C646A47DA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E5DAF19D-BA89-9862-7819-AAB7E6FAD330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91F7BB0-F888-F791-9E3F-03C3B41C2610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544341D5-E777-A0F9-F75B-4F6E7A01300F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D542F89-431F-27E1-962A-2FA01073F75F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99D82275-2A0C-E199-8970-C346D972A010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9AFCC3E8-9116-65BE-77B5-88E084BBFFB7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E281AE6B-E916-2B60-ED1F-452CE0EC6611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00C550AF-2AB5-139A-DB41-A39A6C7ACDB7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6EF10758-94C0-6B74-4630-9E6099B6395A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190BFCC5-E61E-64E9-CF6E-1D401ACBD02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CDBFB1C-FA86-393D-542F-C044A541E514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b="1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E1550882-E6CE-A196-0067-8AAA66EED365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33DCC478-6E2D-4115-C3DC-13848E531307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B63D536-4905-1F10-0D85-B7E60CF8757E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D37847C6-2537-93ED-AB34-153ABA6CCF29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FE0AF922-CADD-05E4-F789-81992A15B8CE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414D2996-8D18-F0DD-FD36-FA73CC1B1B22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05AF0970-49BB-77C7-A792-E9BA30375D89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69A0C0D4-FC40-B629-0B1D-7F4F39EDA076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26A84B8-86F6-683A-C25D-998FE394AEC3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0AE7196A-17C0-B2C6-24DC-7D046B0DA32E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8CA13F0A-B022-9092-822E-4DDC3D9A217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D26132-F4D4-1BCB-2652-388D36C32B79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F401CF29-1EFC-5965-E585-12262395A6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3F6C46D4-7623-CB57-9978-7403C96413A2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483013AE-A172-D773-6527-4D410EA7B9DC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03444C8-32A6-9B14-532B-1EBDC3E86E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984BD35-6417-A5A6-EB9E-3257BC642CC1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456DEBC-124B-B914-FFB0-1F66CD595150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b="1" dirty="0" err="1"/>
                <a:t>뒤로가기</a:t>
              </a:r>
              <a:endParaRPr lang="ko-KR" altLang="en-US" sz="1600" b="1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C140EE81-31C4-0B8F-A9B9-D693EE7650CF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96A2BC0-7DE3-D9DB-772F-470E264A9D81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1AE3519A-33C6-8A51-09FC-50D63D4808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9F193679-9D10-EC30-5F61-989DE57BD132}"/>
              </a:ext>
            </a:extLst>
          </p:cNvPr>
          <p:cNvSpPr/>
          <p:nvPr/>
        </p:nvSpPr>
        <p:spPr>
          <a:xfrm>
            <a:off x="1672417" y="1340346"/>
            <a:ext cx="1287784" cy="412793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79C1880-BA4D-79EB-F7C2-192DB98514E5}"/>
              </a:ext>
            </a:extLst>
          </p:cNvPr>
          <p:cNvSpPr txBox="1"/>
          <p:nvPr/>
        </p:nvSpPr>
        <p:spPr>
          <a:xfrm>
            <a:off x="1742494" y="138972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B4DFC7C-A430-FB3A-5770-CFC0D043A7FD}"/>
              </a:ext>
            </a:extLst>
          </p:cNvPr>
          <p:cNvSpPr txBox="1"/>
          <p:nvPr/>
        </p:nvSpPr>
        <p:spPr>
          <a:xfrm>
            <a:off x="1689195" y="167621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C39E9C-7F7E-08D8-4291-FFBAEFCC6BB8}"/>
              </a:ext>
            </a:extLst>
          </p:cNvPr>
          <p:cNvSpPr txBox="1"/>
          <p:nvPr/>
        </p:nvSpPr>
        <p:spPr>
          <a:xfrm>
            <a:off x="1689195" y="191967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515303E-D13C-FC17-B6A6-25BB20DFB0BA}"/>
              </a:ext>
            </a:extLst>
          </p:cNvPr>
          <p:cNvSpPr txBox="1"/>
          <p:nvPr/>
        </p:nvSpPr>
        <p:spPr>
          <a:xfrm>
            <a:off x="1689195" y="216312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E7081A2-67EB-74FF-17A9-DB0D77B71045}"/>
              </a:ext>
            </a:extLst>
          </p:cNvPr>
          <p:cNvSpPr txBox="1"/>
          <p:nvPr/>
        </p:nvSpPr>
        <p:spPr>
          <a:xfrm>
            <a:off x="1689195" y="2406587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8CAA529-589E-E838-C5E1-244D5B744D78}"/>
              </a:ext>
            </a:extLst>
          </p:cNvPr>
          <p:cNvSpPr txBox="1"/>
          <p:nvPr/>
        </p:nvSpPr>
        <p:spPr>
          <a:xfrm>
            <a:off x="1689195" y="2650045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D5B148F-BC36-F451-4158-4B9AD3B0C880}"/>
              </a:ext>
            </a:extLst>
          </p:cNvPr>
          <p:cNvSpPr txBox="1"/>
          <p:nvPr/>
        </p:nvSpPr>
        <p:spPr>
          <a:xfrm>
            <a:off x="1689195" y="2893503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78A62B9-DF22-6F34-27BD-E11AA7438ED8}"/>
              </a:ext>
            </a:extLst>
          </p:cNvPr>
          <p:cNvSpPr txBox="1"/>
          <p:nvPr/>
        </p:nvSpPr>
        <p:spPr>
          <a:xfrm>
            <a:off x="1689195" y="3136961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522B33A-10E3-D2D5-1722-B9FB61306DDE}"/>
              </a:ext>
            </a:extLst>
          </p:cNvPr>
          <p:cNvSpPr txBox="1"/>
          <p:nvPr/>
        </p:nvSpPr>
        <p:spPr>
          <a:xfrm>
            <a:off x="1689195" y="3380419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D7B7DFB-4A45-5AB4-30D4-ECACF760E742}"/>
              </a:ext>
            </a:extLst>
          </p:cNvPr>
          <p:cNvSpPr txBox="1"/>
          <p:nvPr/>
        </p:nvSpPr>
        <p:spPr>
          <a:xfrm>
            <a:off x="1689195" y="362387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CB8A5AD-C1FC-A7C0-1388-76AF1DEBF880}"/>
              </a:ext>
            </a:extLst>
          </p:cNvPr>
          <p:cNvSpPr txBox="1"/>
          <p:nvPr/>
        </p:nvSpPr>
        <p:spPr>
          <a:xfrm>
            <a:off x="2586212" y="167621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727273-6392-CED7-8A34-C9529E6527D4}"/>
              </a:ext>
            </a:extLst>
          </p:cNvPr>
          <p:cNvSpPr txBox="1"/>
          <p:nvPr/>
        </p:nvSpPr>
        <p:spPr>
          <a:xfrm>
            <a:off x="2531711" y="1919671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CD1F5A6-405C-D0D5-DA4F-DF4633ABA280}"/>
              </a:ext>
            </a:extLst>
          </p:cNvPr>
          <p:cNvSpPr txBox="1"/>
          <p:nvPr/>
        </p:nvSpPr>
        <p:spPr>
          <a:xfrm>
            <a:off x="2494841" y="2163129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4CCC565-1DE7-07FF-426C-243D825FEF5C}"/>
              </a:ext>
            </a:extLst>
          </p:cNvPr>
          <p:cNvSpPr txBox="1"/>
          <p:nvPr/>
        </p:nvSpPr>
        <p:spPr>
          <a:xfrm>
            <a:off x="2688804" y="2406587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40F5592-6E21-5FDF-B8F6-ED4524B41B7B}"/>
              </a:ext>
            </a:extLst>
          </p:cNvPr>
          <p:cNvSpPr txBox="1"/>
          <p:nvPr/>
        </p:nvSpPr>
        <p:spPr>
          <a:xfrm>
            <a:off x="2688804" y="2650045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728547-9F63-406D-B660-6BE97D3C9504}"/>
              </a:ext>
            </a:extLst>
          </p:cNvPr>
          <p:cNvSpPr txBox="1"/>
          <p:nvPr/>
        </p:nvSpPr>
        <p:spPr>
          <a:xfrm>
            <a:off x="2586212" y="2893503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A071860-9DE7-1A66-6171-FFD91EEED3F9}"/>
              </a:ext>
            </a:extLst>
          </p:cNvPr>
          <p:cNvSpPr txBox="1"/>
          <p:nvPr/>
        </p:nvSpPr>
        <p:spPr>
          <a:xfrm>
            <a:off x="2549343" y="3136961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814F339-F935-1D94-01BD-079DEE83FA56}"/>
              </a:ext>
            </a:extLst>
          </p:cNvPr>
          <p:cNvSpPr txBox="1"/>
          <p:nvPr/>
        </p:nvSpPr>
        <p:spPr>
          <a:xfrm>
            <a:off x="2522093" y="3380419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88B64CBD-05C6-B361-7480-B8A1C1EC3D90}"/>
              </a:ext>
            </a:extLst>
          </p:cNvPr>
          <p:cNvCxnSpPr/>
          <p:nvPr/>
        </p:nvCxnSpPr>
        <p:spPr>
          <a:xfrm>
            <a:off x="1742494" y="18762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58D57EF7-6164-C192-5EFA-0F9EC142E0DD}"/>
              </a:ext>
            </a:extLst>
          </p:cNvPr>
          <p:cNvCxnSpPr/>
          <p:nvPr/>
        </p:nvCxnSpPr>
        <p:spPr>
          <a:xfrm>
            <a:off x="1742494" y="211972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F0A0152D-BF92-D2FD-3B64-E13E56D3CEE4}"/>
              </a:ext>
            </a:extLst>
          </p:cNvPr>
          <p:cNvCxnSpPr/>
          <p:nvPr/>
        </p:nvCxnSpPr>
        <p:spPr>
          <a:xfrm>
            <a:off x="1742494" y="236318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7B194CA-2856-C6E5-1ED6-8A17C47EE9CC}"/>
              </a:ext>
            </a:extLst>
          </p:cNvPr>
          <p:cNvCxnSpPr/>
          <p:nvPr/>
        </p:nvCxnSpPr>
        <p:spPr>
          <a:xfrm>
            <a:off x="1742494" y="260664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B1A107E-EBDC-761B-F6F7-3702AC4BEF6C}"/>
              </a:ext>
            </a:extLst>
          </p:cNvPr>
          <p:cNvCxnSpPr/>
          <p:nvPr/>
        </p:nvCxnSpPr>
        <p:spPr>
          <a:xfrm>
            <a:off x="1742494" y="285010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5C891E9-CDD6-794F-34D0-2E1FBB8F9E7A}"/>
              </a:ext>
            </a:extLst>
          </p:cNvPr>
          <p:cNvCxnSpPr/>
          <p:nvPr/>
        </p:nvCxnSpPr>
        <p:spPr>
          <a:xfrm>
            <a:off x="1742494" y="309355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94CABF45-F39D-3056-ED79-3A9125A1426C}"/>
              </a:ext>
            </a:extLst>
          </p:cNvPr>
          <p:cNvCxnSpPr/>
          <p:nvPr/>
        </p:nvCxnSpPr>
        <p:spPr>
          <a:xfrm>
            <a:off x="1742494" y="333701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FF482C4D-A65B-3A75-9067-BA0485859A42}"/>
              </a:ext>
            </a:extLst>
          </p:cNvPr>
          <p:cNvSpPr txBox="1"/>
          <p:nvPr/>
        </p:nvSpPr>
        <p:spPr>
          <a:xfrm>
            <a:off x="2494841" y="361896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E6CCC593-0E57-2B18-0A14-9F9A7113ED5C}"/>
              </a:ext>
            </a:extLst>
          </p:cNvPr>
          <p:cNvCxnSpPr/>
          <p:nvPr/>
        </p:nvCxnSpPr>
        <p:spPr>
          <a:xfrm>
            <a:off x="1716809" y="3596187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ECC0281B-8F22-9A10-1C33-31F8BAB337EB}"/>
              </a:ext>
            </a:extLst>
          </p:cNvPr>
          <p:cNvSpPr txBox="1"/>
          <p:nvPr/>
        </p:nvSpPr>
        <p:spPr>
          <a:xfrm>
            <a:off x="1689195" y="3864994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F3D44C-9478-70FF-8FF8-E2393CDF323D}"/>
              </a:ext>
            </a:extLst>
          </p:cNvPr>
          <p:cNvSpPr txBox="1"/>
          <p:nvPr/>
        </p:nvSpPr>
        <p:spPr>
          <a:xfrm>
            <a:off x="2688805" y="3860080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BF2C59E1-5DF7-8D5F-1707-2A3D4608F5CB}"/>
              </a:ext>
            </a:extLst>
          </p:cNvPr>
          <p:cNvCxnSpPr/>
          <p:nvPr/>
        </p:nvCxnSpPr>
        <p:spPr>
          <a:xfrm>
            <a:off x="1742494" y="3836443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8EF77BE-F22C-4BF7-69AD-49247FA0979D}"/>
              </a:ext>
            </a:extLst>
          </p:cNvPr>
          <p:cNvSpPr txBox="1"/>
          <p:nvPr/>
        </p:nvSpPr>
        <p:spPr>
          <a:xfrm>
            <a:off x="1689195" y="4131838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크기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4068D42-DA0A-6AD3-45ED-C62A5AD0C22A}"/>
              </a:ext>
            </a:extLst>
          </p:cNvPr>
          <p:cNvSpPr txBox="1"/>
          <p:nvPr/>
        </p:nvSpPr>
        <p:spPr>
          <a:xfrm>
            <a:off x="2494841" y="4126924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4F21CED2-B755-E1BE-C5A8-437C880E9F85}"/>
              </a:ext>
            </a:extLst>
          </p:cNvPr>
          <p:cNvCxnSpPr/>
          <p:nvPr/>
        </p:nvCxnSpPr>
        <p:spPr>
          <a:xfrm>
            <a:off x="1742494" y="408661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FA7705F7-6063-60D0-B294-49418778C353}"/>
              </a:ext>
            </a:extLst>
          </p:cNvPr>
          <p:cNvSpPr txBox="1"/>
          <p:nvPr/>
        </p:nvSpPr>
        <p:spPr>
          <a:xfrm>
            <a:off x="1689195" y="439815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방어막 체력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BE5D77D-3670-F156-C5E9-B0143265EBF0}"/>
              </a:ext>
            </a:extLst>
          </p:cNvPr>
          <p:cNvSpPr txBox="1"/>
          <p:nvPr/>
        </p:nvSpPr>
        <p:spPr>
          <a:xfrm>
            <a:off x="2586212" y="439323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300</a:t>
            </a:r>
            <a:endParaRPr lang="ko-KR" altLang="en-US" sz="700" b="1" dirty="0"/>
          </a:p>
        </p:txBody>
      </p: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3FA83096-A86B-AA7E-428B-356357615D1C}"/>
              </a:ext>
            </a:extLst>
          </p:cNvPr>
          <p:cNvCxnSpPr/>
          <p:nvPr/>
        </p:nvCxnSpPr>
        <p:spPr>
          <a:xfrm>
            <a:off x="1742494" y="43545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30A9150C-A859-2B85-5B08-DA556633A029}"/>
              </a:ext>
            </a:extLst>
          </p:cNvPr>
          <p:cNvSpPr txBox="1"/>
          <p:nvPr/>
        </p:nvSpPr>
        <p:spPr>
          <a:xfrm>
            <a:off x="1689195" y="465842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기술 범위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0D259F12-F666-E829-0DC0-282164383A37}"/>
              </a:ext>
            </a:extLst>
          </p:cNvPr>
          <p:cNvSpPr txBox="1"/>
          <p:nvPr/>
        </p:nvSpPr>
        <p:spPr>
          <a:xfrm>
            <a:off x="2494841" y="465350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+20%</a:t>
            </a:r>
            <a:endParaRPr lang="ko-KR" altLang="en-US" sz="700" b="1" dirty="0"/>
          </a:p>
        </p:txBody>
      </p:sp>
      <p:cxnSp>
        <p:nvCxnSpPr>
          <p:cNvPr id="177" name="직선 연결선 176">
            <a:extLst>
              <a:ext uri="{FF2B5EF4-FFF2-40B4-BE49-F238E27FC236}">
                <a16:creationId xmlns:a16="http://schemas.microsoft.com/office/drawing/2014/main" id="{23E9AAA1-72E7-3F27-75B6-417239505D71}"/>
              </a:ext>
            </a:extLst>
          </p:cNvPr>
          <p:cNvCxnSpPr/>
          <p:nvPr/>
        </p:nvCxnSpPr>
        <p:spPr>
          <a:xfrm>
            <a:off x="1742494" y="462126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11F5A833-D470-234F-5006-29C29EFFA945}"/>
              </a:ext>
            </a:extLst>
          </p:cNvPr>
          <p:cNvSpPr txBox="1"/>
          <p:nvPr/>
        </p:nvSpPr>
        <p:spPr>
          <a:xfrm>
            <a:off x="1689195" y="4902117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경험치 획득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D49BB6AC-601F-8E58-9E29-780AFF567016}"/>
              </a:ext>
            </a:extLst>
          </p:cNvPr>
          <p:cNvSpPr txBox="1"/>
          <p:nvPr/>
        </p:nvSpPr>
        <p:spPr>
          <a:xfrm>
            <a:off x="2494841" y="489720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FC6DC27F-736F-050F-D477-AB32D7F3A3FD}"/>
              </a:ext>
            </a:extLst>
          </p:cNvPr>
          <p:cNvCxnSpPr/>
          <p:nvPr/>
        </p:nvCxnSpPr>
        <p:spPr>
          <a:xfrm>
            <a:off x="1742494" y="4864955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6628CC85-4529-3C75-EF62-F7EA272CD802}"/>
              </a:ext>
            </a:extLst>
          </p:cNvPr>
          <p:cNvSpPr txBox="1"/>
          <p:nvPr/>
        </p:nvSpPr>
        <p:spPr>
          <a:xfrm>
            <a:off x="1689195" y="5145812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획득 반경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7F98178-7C4C-A0D9-061C-328AA4EE414E}"/>
              </a:ext>
            </a:extLst>
          </p:cNvPr>
          <p:cNvSpPr txBox="1"/>
          <p:nvPr/>
        </p:nvSpPr>
        <p:spPr>
          <a:xfrm>
            <a:off x="2494841" y="5140898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+50%</a:t>
            </a:r>
            <a:endParaRPr lang="ko-KR" altLang="en-US" sz="700" b="1" dirty="0"/>
          </a:p>
        </p:txBody>
      </p:sp>
      <p:cxnSp>
        <p:nvCxnSpPr>
          <p:cNvPr id="183" name="직선 연결선 182">
            <a:extLst>
              <a:ext uri="{FF2B5EF4-FFF2-40B4-BE49-F238E27FC236}">
                <a16:creationId xmlns:a16="http://schemas.microsoft.com/office/drawing/2014/main" id="{EA460F32-1129-779F-5881-DB42DB754885}"/>
              </a:ext>
            </a:extLst>
          </p:cNvPr>
          <p:cNvCxnSpPr/>
          <p:nvPr/>
        </p:nvCxnSpPr>
        <p:spPr>
          <a:xfrm>
            <a:off x="1742494" y="510865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79920EB-2B78-4984-9589-6EA05C7B0D56}"/>
              </a:ext>
            </a:extLst>
          </p:cNvPr>
          <p:cNvSpPr txBox="1"/>
          <p:nvPr/>
        </p:nvSpPr>
        <p:spPr>
          <a:xfrm>
            <a:off x="2183501" y="3634510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3F49-0FA7-8237-E6A7-D9BA39D002B6}"/>
              </a:ext>
            </a:extLst>
          </p:cNvPr>
          <p:cNvSpPr txBox="1"/>
          <p:nvPr/>
        </p:nvSpPr>
        <p:spPr>
          <a:xfrm>
            <a:off x="912000" y="67859"/>
            <a:ext cx="4745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</a:t>
            </a:r>
            <a:r>
              <a:rPr lang="ko-KR" altLang="en-US" dirty="0" err="1"/>
              <a:t>상태창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속성별 피해량 팝업 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3523E69-4504-9E61-DBE1-0FB5BB215807}"/>
              </a:ext>
            </a:extLst>
          </p:cNvPr>
          <p:cNvGrpSpPr/>
          <p:nvPr/>
        </p:nvGrpSpPr>
        <p:grpSpPr>
          <a:xfrm>
            <a:off x="3481422" y="2119727"/>
            <a:ext cx="1054923" cy="1699292"/>
            <a:chOff x="3481422" y="2119727"/>
            <a:chExt cx="1054923" cy="1699292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95B1E520-DC5E-49CB-7C6D-0A8F1ACE13EF}"/>
                </a:ext>
              </a:extLst>
            </p:cNvPr>
            <p:cNvGrpSpPr/>
            <p:nvPr/>
          </p:nvGrpSpPr>
          <p:grpSpPr>
            <a:xfrm>
              <a:off x="3481422" y="2119727"/>
              <a:ext cx="1052513" cy="1699292"/>
              <a:chOff x="3152775" y="2315497"/>
              <a:chExt cx="1052513" cy="1699292"/>
            </a:xfrm>
          </p:grpSpPr>
          <p:sp>
            <p:nvSpPr>
              <p:cNvPr id="40" name="직사각형 104">
                <a:extLst>
                  <a:ext uri="{FF2B5EF4-FFF2-40B4-BE49-F238E27FC236}">
                    <a16:creationId xmlns:a16="http://schemas.microsoft.com/office/drawing/2014/main" id="{02744801-8D0B-51E7-1739-32AA8C11B9E9}"/>
                  </a:ext>
                </a:extLst>
              </p:cNvPr>
              <p:cNvSpPr/>
              <p:nvPr/>
            </p:nvSpPr>
            <p:spPr>
              <a:xfrm>
                <a:off x="3152775" y="2315497"/>
                <a:ext cx="1052513" cy="1699292"/>
              </a:xfrm>
              <a:prstGeom prst="wedgeRectCallout">
                <a:avLst>
                  <a:gd name="adj1" fmla="val -106767"/>
                  <a:gd name="adj2" fmla="val 445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85744F7A-3B65-31B1-779A-970D778D76C2}"/>
                  </a:ext>
                </a:extLst>
              </p:cNvPr>
              <p:cNvGrpSpPr/>
              <p:nvPr/>
            </p:nvGrpSpPr>
            <p:grpSpPr>
              <a:xfrm>
                <a:off x="3269337" y="2643230"/>
                <a:ext cx="826588" cy="1249388"/>
                <a:chOff x="1759624" y="3948155"/>
                <a:chExt cx="826588" cy="1249388"/>
              </a:xfrm>
            </p:grpSpPr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1FD7D33E-D274-23E1-2401-7CF3A839816D}"/>
                    </a:ext>
                  </a:extLst>
                </p:cNvPr>
                <p:cNvSpPr txBox="1"/>
                <p:nvPr/>
              </p:nvSpPr>
              <p:spPr>
                <a:xfrm>
                  <a:off x="1759624" y="394815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화염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1162966A-7A80-165A-CE09-72C8E9A2A5F2}"/>
                    </a:ext>
                  </a:extLst>
                </p:cNvPr>
                <p:cNvSpPr txBox="1"/>
                <p:nvPr/>
              </p:nvSpPr>
              <p:spPr>
                <a:xfrm>
                  <a:off x="1759624" y="4066457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바람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D329080A-BEF2-4763-C54B-21658397881C}"/>
                    </a:ext>
                  </a:extLst>
                </p:cNvPr>
                <p:cNvSpPr txBox="1"/>
                <p:nvPr/>
              </p:nvSpPr>
              <p:spPr>
                <a:xfrm>
                  <a:off x="1759624" y="4184759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812ABBF5-708F-0630-A4C8-7FDFBAE446A6}"/>
                    </a:ext>
                  </a:extLst>
                </p:cNvPr>
                <p:cNvSpPr txBox="1"/>
                <p:nvPr/>
              </p:nvSpPr>
              <p:spPr>
                <a:xfrm>
                  <a:off x="1759624" y="430306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대지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0085E2D4-3DA3-169A-7463-0C3952476B65}"/>
                    </a:ext>
                  </a:extLst>
                </p:cNvPr>
                <p:cNvSpPr txBox="1"/>
                <p:nvPr/>
              </p:nvSpPr>
              <p:spPr>
                <a:xfrm>
                  <a:off x="1759624" y="4421363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얼음</a:t>
                  </a:r>
                </a:p>
              </p:txBody>
            </p:sp>
            <p:sp>
              <p:nvSpPr>
                <p:cNvPr id="157" name="TextBox 156">
                  <a:extLst>
                    <a:ext uri="{FF2B5EF4-FFF2-40B4-BE49-F238E27FC236}">
                      <a16:creationId xmlns:a16="http://schemas.microsoft.com/office/drawing/2014/main" id="{37DA6289-2AA8-C7D2-9CE9-9BACA007464F}"/>
                    </a:ext>
                  </a:extLst>
                </p:cNvPr>
                <p:cNvSpPr txBox="1"/>
                <p:nvPr/>
              </p:nvSpPr>
              <p:spPr>
                <a:xfrm>
                  <a:off x="1759624" y="4539665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전기</a:t>
                  </a: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867F606-737F-C378-22F4-EBAD20EF60A1}"/>
                    </a:ext>
                  </a:extLst>
                </p:cNvPr>
                <p:cNvSpPr txBox="1"/>
                <p:nvPr/>
              </p:nvSpPr>
              <p:spPr>
                <a:xfrm>
                  <a:off x="1759624" y="4657967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그림자</a:t>
                  </a:r>
                </a:p>
              </p:txBody>
            </p:sp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105E83EC-6B61-07D9-8B3E-FBA1B9DD98CA}"/>
                    </a:ext>
                  </a:extLst>
                </p:cNvPr>
                <p:cNvSpPr txBox="1"/>
                <p:nvPr/>
              </p:nvSpPr>
              <p:spPr>
                <a:xfrm>
                  <a:off x="1759624" y="4776269"/>
                  <a:ext cx="415498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에너지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5FAD137F-740A-B9A6-BEC9-F264BCF0F365}"/>
                    </a:ext>
                  </a:extLst>
                </p:cNvPr>
                <p:cNvSpPr txBox="1"/>
                <p:nvPr/>
              </p:nvSpPr>
              <p:spPr>
                <a:xfrm>
                  <a:off x="1759624" y="4894571"/>
                  <a:ext cx="338554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물리</a:t>
                  </a:r>
                </a:p>
              </p:txBody>
            </p:sp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7FF88786-97C2-746D-D0A2-468F94F4559E}"/>
                    </a:ext>
                  </a:extLst>
                </p:cNvPr>
                <p:cNvSpPr txBox="1"/>
                <p:nvPr/>
              </p:nvSpPr>
              <p:spPr>
                <a:xfrm>
                  <a:off x="1759624" y="5012877"/>
                  <a:ext cx="26161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600" b="1" dirty="0"/>
                    <a:t>독</a:t>
                  </a: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09D35D6C-7F1D-75BD-3AD4-B5656BCBE16F}"/>
                    </a:ext>
                  </a:extLst>
                </p:cNvPr>
                <p:cNvSpPr txBox="1"/>
                <p:nvPr/>
              </p:nvSpPr>
              <p:spPr>
                <a:xfrm>
                  <a:off x="2356662" y="394815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7" name="TextBox 166">
                  <a:extLst>
                    <a:ext uri="{FF2B5EF4-FFF2-40B4-BE49-F238E27FC236}">
                      <a16:creationId xmlns:a16="http://schemas.microsoft.com/office/drawing/2014/main" id="{AB00AFB5-6655-A3F8-0878-386CBAFFE82A}"/>
                    </a:ext>
                  </a:extLst>
                </p:cNvPr>
                <p:cNvSpPr txBox="1"/>
                <p:nvPr/>
              </p:nvSpPr>
              <p:spPr>
                <a:xfrm>
                  <a:off x="2356662" y="406645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B263CF9D-1005-32FA-E8E6-603141A1579F}"/>
                    </a:ext>
                  </a:extLst>
                </p:cNvPr>
                <p:cNvSpPr txBox="1"/>
                <p:nvPr/>
              </p:nvSpPr>
              <p:spPr>
                <a:xfrm>
                  <a:off x="2356662" y="418475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69" name="TextBox 168">
                  <a:extLst>
                    <a:ext uri="{FF2B5EF4-FFF2-40B4-BE49-F238E27FC236}">
                      <a16:creationId xmlns:a16="http://schemas.microsoft.com/office/drawing/2014/main" id="{7D1580DB-B411-858F-DD96-D283123513AF}"/>
                    </a:ext>
                  </a:extLst>
                </p:cNvPr>
                <p:cNvSpPr txBox="1"/>
                <p:nvPr/>
              </p:nvSpPr>
              <p:spPr>
                <a:xfrm>
                  <a:off x="2356662" y="430306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C577EF09-9F2B-7CE2-2EE3-C8A9E0B89F8B}"/>
                    </a:ext>
                  </a:extLst>
                </p:cNvPr>
                <p:cNvSpPr txBox="1"/>
                <p:nvPr/>
              </p:nvSpPr>
              <p:spPr>
                <a:xfrm>
                  <a:off x="2356662" y="4421363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534DFA57-4F7A-DCFB-0556-13992BA5ACF4}"/>
                    </a:ext>
                  </a:extLst>
                </p:cNvPr>
                <p:cNvSpPr txBox="1"/>
                <p:nvPr/>
              </p:nvSpPr>
              <p:spPr>
                <a:xfrm>
                  <a:off x="2356662" y="4539665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9FAD4979-9C10-0DA2-F33E-31FD57428229}"/>
                    </a:ext>
                  </a:extLst>
                </p:cNvPr>
                <p:cNvSpPr txBox="1"/>
                <p:nvPr/>
              </p:nvSpPr>
              <p:spPr>
                <a:xfrm>
                  <a:off x="2356662" y="465796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28883437-292E-59BA-0BE7-32E2FC7FC7E0}"/>
                    </a:ext>
                  </a:extLst>
                </p:cNvPr>
                <p:cNvSpPr txBox="1"/>
                <p:nvPr/>
              </p:nvSpPr>
              <p:spPr>
                <a:xfrm>
                  <a:off x="2356662" y="4776269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4" name="TextBox 173">
                  <a:extLst>
                    <a:ext uri="{FF2B5EF4-FFF2-40B4-BE49-F238E27FC236}">
                      <a16:creationId xmlns:a16="http://schemas.microsoft.com/office/drawing/2014/main" id="{CEB7FBFB-5A3A-839B-ED17-644F7A68C8A7}"/>
                    </a:ext>
                  </a:extLst>
                </p:cNvPr>
                <p:cNvSpPr txBox="1"/>
                <p:nvPr/>
              </p:nvSpPr>
              <p:spPr>
                <a:xfrm>
                  <a:off x="2356662" y="4894571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  <p:sp>
              <p:nvSpPr>
                <p:cNvPr id="175" name="TextBox 174">
                  <a:extLst>
                    <a:ext uri="{FF2B5EF4-FFF2-40B4-BE49-F238E27FC236}">
                      <a16:creationId xmlns:a16="http://schemas.microsoft.com/office/drawing/2014/main" id="{08EE5A62-CA06-B95F-F128-49B6B542DA3B}"/>
                    </a:ext>
                  </a:extLst>
                </p:cNvPr>
                <p:cNvSpPr txBox="1"/>
                <p:nvPr/>
              </p:nvSpPr>
              <p:spPr>
                <a:xfrm>
                  <a:off x="2356662" y="5012877"/>
                  <a:ext cx="229550" cy="184666"/>
                </a:xfrm>
                <a:prstGeom prst="wedgeRectCallou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ko-KR" sz="600" b="1" dirty="0"/>
                    <a:t>0</a:t>
                  </a:r>
                  <a:endParaRPr lang="ko-KR" altLang="en-US" sz="600" b="1" dirty="0"/>
                </a:p>
              </p:txBody>
            </p:sp>
          </p:grp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30746C9-7F38-D418-9E75-8C5C545F8156}"/>
                </a:ext>
              </a:extLst>
            </p:cNvPr>
            <p:cNvSpPr txBox="1"/>
            <p:nvPr/>
          </p:nvSpPr>
          <p:spPr>
            <a:xfrm>
              <a:off x="3495675" y="2144977"/>
              <a:ext cx="104067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50" b="1" dirty="0"/>
                <a:t>속성별 피해량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2476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498A-9DC7-C746-E70C-913D45938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8B5E8B09-EFC5-5018-DB69-5A7AD3ABBF9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00AB1D-21EC-8837-8DEB-59E665413D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5676AA-76A9-AE3B-466B-509D7C3CD3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FBB6D5-F3C5-D50E-5811-840DF24C828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AE6C421-0C63-61C9-BD96-C3F6B508016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44AC204-4FDE-78CC-5A80-9A84AA7D907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E2857E8-3DD5-4B29-177D-671676F3422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AA85BBC-32B4-B891-6DBE-EE77358D8E0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D666B9A-D4C6-0E51-01E4-063AD1872FE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8F800473-9FAA-AEFB-CF6D-0FD328773F23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57E9B778-E459-B779-DF41-CC4308A77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DFFD3C41-3476-6DE6-EC3C-01E9A5C6DC39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779DB5A-C0DB-7013-7152-9095760F940B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13603ECE-F4A9-63C1-C961-C96DFD297D48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ED26867-A78E-8F49-64D9-24FEB821F7A9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26BE9429-237C-D85D-3148-0F48AEC912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EDDD51F-AFFC-23C7-D13A-2AD20E60CC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2AB8DF5A-F373-01C8-CA3C-EB54A065292D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1D01FDA-CC1F-E32A-7D84-23E9ECFB43D4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2C75305-1699-320E-EED2-44091FC6E1E4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3D4DE0D-DC37-BBBB-9FFF-DBB19C810F82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0394CD8-ADDE-62A3-3DAC-518FF67EC699}"/>
              </a:ext>
            </a:extLst>
          </p:cNvPr>
          <p:cNvGrpSpPr/>
          <p:nvPr/>
        </p:nvGrpSpPr>
        <p:grpSpPr>
          <a:xfrm>
            <a:off x="1608805" y="1160999"/>
            <a:ext cx="9072002" cy="4466010"/>
            <a:chOff x="1608805" y="1160999"/>
            <a:chExt cx="9072002" cy="446601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24748BC-73D5-C4D2-1062-A18A099E650F}"/>
                </a:ext>
              </a:extLst>
            </p:cNvPr>
            <p:cNvSpPr/>
            <p:nvPr/>
          </p:nvSpPr>
          <p:spPr>
            <a:xfrm>
              <a:off x="1608805" y="1160999"/>
              <a:ext cx="9072002" cy="4466010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CBB86E2-4BC9-2200-A512-08214D1E01F9}"/>
                </a:ext>
              </a:extLst>
            </p:cNvPr>
            <p:cNvSpPr/>
            <p:nvPr/>
          </p:nvSpPr>
          <p:spPr>
            <a:xfrm>
              <a:off x="3117500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7E358417-8EE3-BCBB-3ECD-3A7FB843D4C1}"/>
                </a:ext>
              </a:extLst>
            </p:cNvPr>
            <p:cNvSpPr/>
            <p:nvPr/>
          </p:nvSpPr>
          <p:spPr>
            <a:xfrm>
              <a:off x="3765499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BA2C3F71-0728-453E-85B3-A13EBBDB18C3}"/>
                </a:ext>
              </a:extLst>
            </p:cNvPr>
            <p:cNvSpPr/>
            <p:nvPr/>
          </p:nvSpPr>
          <p:spPr>
            <a:xfrm>
              <a:off x="4413498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47D126DE-E1A2-0BA8-1794-F181D2399957}"/>
                </a:ext>
              </a:extLst>
            </p:cNvPr>
            <p:cNvSpPr/>
            <p:nvPr/>
          </p:nvSpPr>
          <p:spPr>
            <a:xfrm>
              <a:off x="5051947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8AC51AE-7E88-3B38-B11F-4789E2F4EC5A}"/>
                </a:ext>
              </a:extLst>
            </p:cNvPr>
            <p:cNvSpPr/>
            <p:nvPr/>
          </p:nvSpPr>
          <p:spPr>
            <a:xfrm>
              <a:off x="5699946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4734554-8C49-ECA2-81F8-72FD43B85ACA}"/>
                </a:ext>
              </a:extLst>
            </p:cNvPr>
            <p:cNvSpPr/>
            <p:nvPr/>
          </p:nvSpPr>
          <p:spPr>
            <a:xfrm>
              <a:off x="6341595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DA15C1CA-EC3E-E11B-495D-4C0D0C156966}"/>
                </a:ext>
              </a:extLst>
            </p:cNvPr>
            <p:cNvSpPr/>
            <p:nvPr/>
          </p:nvSpPr>
          <p:spPr>
            <a:xfrm>
              <a:off x="6980404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4241ABF-3D13-404E-BC69-B2DAE8628FEB}"/>
                </a:ext>
              </a:extLst>
            </p:cNvPr>
            <p:cNvSpPr/>
            <p:nvPr/>
          </p:nvSpPr>
          <p:spPr>
            <a:xfrm>
              <a:off x="7627393" y="18405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A4D2456E-6F27-B6B8-628D-5B6F2F2FD694}"/>
                </a:ext>
              </a:extLst>
            </p:cNvPr>
            <p:cNvGrpSpPr/>
            <p:nvPr/>
          </p:nvGrpSpPr>
          <p:grpSpPr>
            <a:xfrm>
              <a:off x="3110628" y="1316129"/>
              <a:ext cx="1691903" cy="369332"/>
              <a:chOff x="3110628" y="1316129"/>
              <a:chExt cx="1691903" cy="369332"/>
            </a:xfrm>
          </p:grpSpPr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9D69EF6E-1DA4-07F0-FE5C-253EF41023DB}"/>
                  </a:ext>
                </a:extLst>
              </p:cNvPr>
              <p:cNvGrpSpPr/>
              <p:nvPr/>
            </p:nvGrpSpPr>
            <p:grpSpPr>
              <a:xfrm>
                <a:off x="3110628" y="1343633"/>
                <a:ext cx="1691903" cy="314325"/>
                <a:chOff x="6933508" y="0"/>
                <a:chExt cx="1238001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4" name="직사각형 93">
                  <a:extLst>
                    <a:ext uri="{FF2B5EF4-FFF2-40B4-BE49-F238E27FC236}">
                      <a16:creationId xmlns:a16="http://schemas.microsoft.com/office/drawing/2014/main" id="{3C926C48-8B03-EF12-6856-F34305AA9EBA}"/>
                    </a:ext>
                  </a:extLst>
                </p:cNvPr>
                <p:cNvSpPr/>
                <p:nvPr/>
              </p:nvSpPr>
              <p:spPr>
                <a:xfrm>
                  <a:off x="6933508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5" name="사각형: 둥근 모서리 94">
                  <a:extLst>
                    <a:ext uri="{FF2B5EF4-FFF2-40B4-BE49-F238E27FC236}">
                      <a16:creationId xmlns:a16="http://schemas.microsoft.com/office/drawing/2014/main" id="{730CB90C-4331-08E8-784A-35098E5C88D8}"/>
                    </a:ext>
                  </a:extLst>
                </p:cNvPr>
                <p:cNvSpPr/>
                <p:nvPr/>
              </p:nvSpPr>
              <p:spPr>
                <a:xfrm>
                  <a:off x="7282509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9B543553-E640-C9E7-7384-99BB46E1A4B0}"/>
                  </a:ext>
                </a:extLst>
              </p:cNvPr>
              <p:cNvSpPr txBox="1"/>
              <p:nvPr/>
            </p:nvSpPr>
            <p:spPr>
              <a:xfrm>
                <a:off x="3170624" y="1316129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공격 스킬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CDB0CAEA-9349-6927-3E20-86BA8060CE01}"/>
                </a:ext>
              </a:extLst>
            </p:cNvPr>
            <p:cNvGrpSpPr/>
            <p:nvPr/>
          </p:nvGrpSpPr>
          <p:grpSpPr>
            <a:xfrm>
              <a:off x="8509374" y="2394761"/>
              <a:ext cx="1691901" cy="369332"/>
              <a:chOff x="8509374" y="2394761"/>
              <a:chExt cx="1691901" cy="369332"/>
            </a:xfrm>
          </p:grpSpPr>
          <p:grpSp>
            <p:nvGrpSpPr>
              <p:cNvPr id="88" name="그룹 87">
                <a:extLst>
                  <a:ext uri="{FF2B5EF4-FFF2-40B4-BE49-F238E27FC236}">
                    <a16:creationId xmlns:a16="http://schemas.microsoft.com/office/drawing/2014/main" id="{2F143C1C-BA7E-BA43-9786-2037AFF3D5D4}"/>
                  </a:ext>
                </a:extLst>
              </p:cNvPr>
              <p:cNvGrpSpPr/>
              <p:nvPr/>
            </p:nvGrpSpPr>
            <p:grpSpPr>
              <a:xfrm>
                <a:off x="8509374" y="2418990"/>
                <a:ext cx="1691901" cy="314325"/>
                <a:chOff x="5921500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1A8E4567-1DEB-A059-4C1C-B6127793BF84}"/>
                    </a:ext>
                  </a:extLst>
                </p:cNvPr>
                <p:cNvSpPr/>
                <p:nvPr/>
              </p:nvSpPr>
              <p:spPr>
                <a:xfrm>
                  <a:off x="5921500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36481DD-8F25-1649-B570-3749C4ABF82F}"/>
                    </a:ext>
                  </a:extLst>
                </p:cNvPr>
                <p:cNvSpPr/>
                <p:nvPr/>
              </p:nvSpPr>
              <p:spPr>
                <a:xfrm>
                  <a:off x="6270500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31846DB2-2BB9-6225-B76D-EE572090F637}"/>
                  </a:ext>
                </a:extLst>
              </p:cNvPr>
              <p:cNvSpPr txBox="1"/>
              <p:nvPr/>
            </p:nvSpPr>
            <p:spPr>
              <a:xfrm>
                <a:off x="8632015" y="2394761"/>
                <a:ext cx="11897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전략 스킬</a:t>
                </a:r>
              </a:p>
            </p:txBody>
          </p:sp>
        </p:grpSp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2C104863-DC10-C30B-DAD8-44685625DC46}"/>
                </a:ext>
              </a:extLst>
            </p:cNvPr>
            <p:cNvSpPr/>
            <p:nvPr/>
          </p:nvSpPr>
          <p:spPr>
            <a:xfrm>
              <a:off x="314054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3E2428F8-FBA9-92CD-8BD4-82146440989A}"/>
                </a:ext>
              </a:extLst>
            </p:cNvPr>
            <p:cNvSpPr/>
            <p:nvPr/>
          </p:nvSpPr>
          <p:spPr>
            <a:xfrm>
              <a:off x="37845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B9750B67-454A-9E24-8F63-1ED31458ED93}"/>
                </a:ext>
              </a:extLst>
            </p:cNvPr>
            <p:cNvSpPr/>
            <p:nvPr/>
          </p:nvSpPr>
          <p:spPr>
            <a:xfrm>
              <a:off x="4413498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B9684156-BC97-AB93-858C-CBEBB11DAF43}"/>
                </a:ext>
              </a:extLst>
            </p:cNvPr>
            <p:cNvSpPr/>
            <p:nvPr/>
          </p:nvSpPr>
          <p:spPr>
            <a:xfrm>
              <a:off x="5051947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0557DAF1-708A-84D6-752F-7D4E9D2B6434}"/>
                </a:ext>
              </a:extLst>
            </p:cNvPr>
            <p:cNvSpPr/>
            <p:nvPr/>
          </p:nvSpPr>
          <p:spPr>
            <a:xfrm>
              <a:off x="5699946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35A0BFD-F1F1-D992-CF22-C653D8DA5E32}"/>
                </a:ext>
              </a:extLst>
            </p:cNvPr>
            <p:cNvSpPr/>
            <p:nvPr/>
          </p:nvSpPr>
          <p:spPr>
            <a:xfrm>
              <a:off x="6341595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20E73D1-6394-38A4-054D-966B79515995}"/>
                </a:ext>
              </a:extLst>
            </p:cNvPr>
            <p:cNvSpPr/>
            <p:nvPr/>
          </p:nvSpPr>
          <p:spPr>
            <a:xfrm>
              <a:off x="6980404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FB535B45-A086-57A4-99D2-5CC499F5DC81}"/>
                </a:ext>
              </a:extLst>
            </p:cNvPr>
            <p:cNvSpPr/>
            <p:nvPr/>
          </p:nvSpPr>
          <p:spPr>
            <a:xfrm>
              <a:off x="7627393" y="3183830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BE957C2-6CC9-FCFF-BDFD-B0897106D980}"/>
                </a:ext>
              </a:extLst>
            </p:cNvPr>
            <p:cNvGrpSpPr/>
            <p:nvPr/>
          </p:nvGrpSpPr>
          <p:grpSpPr>
            <a:xfrm>
              <a:off x="3123413" y="4101398"/>
              <a:ext cx="939426" cy="369332"/>
              <a:chOff x="3123413" y="4101398"/>
              <a:chExt cx="939426" cy="369332"/>
            </a:xfrm>
          </p:grpSpPr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FBDCF846-E0A9-5263-6E88-12BE96349DF9}"/>
                  </a:ext>
                </a:extLst>
              </p:cNvPr>
              <p:cNvGrpSpPr/>
              <p:nvPr/>
            </p:nvGrpSpPr>
            <p:grpSpPr>
              <a:xfrm>
                <a:off x="3123413" y="4128902"/>
                <a:ext cx="939426" cy="314325"/>
                <a:chOff x="7760972" y="0"/>
                <a:chExt cx="1238000" cy="314325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86" name="직사각형 85">
                  <a:extLst>
                    <a:ext uri="{FF2B5EF4-FFF2-40B4-BE49-F238E27FC236}">
                      <a16:creationId xmlns:a16="http://schemas.microsoft.com/office/drawing/2014/main" id="{4659E072-FAD5-551E-9337-CF283999CAA4}"/>
                    </a:ext>
                  </a:extLst>
                </p:cNvPr>
                <p:cNvSpPr/>
                <p:nvPr/>
              </p:nvSpPr>
              <p:spPr>
                <a:xfrm>
                  <a:off x="7760972" y="0"/>
                  <a:ext cx="889000" cy="31432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87" name="사각형: 둥근 모서리 86">
                  <a:extLst>
                    <a:ext uri="{FF2B5EF4-FFF2-40B4-BE49-F238E27FC236}">
                      <a16:creationId xmlns:a16="http://schemas.microsoft.com/office/drawing/2014/main" id="{961F5969-7304-885E-DCB3-13B6A68F2A51}"/>
                    </a:ext>
                  </a:extLst>
                </p:cNvPr>
                <p:cNvSpPr/>
                <p:nvPr/>
              </p:nvSpPr>
              <p:spPr>
                <a:xfrm>
                  <a:off x="8109972" y="0"/>
                  <a:ext cx="889000" cy="31432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5509B89-4913-3F6B-001D-60421691C83B}"/>
                  </a:ext>
                </a:extLst>
              </p:cNvPr>
              <p:cNvSpPr txBox="1"/>
              <p:nvPr/>
            </p:nvSpPr>
            <p:spPr>
              <a:xfrm>
                <a:off x="3183410" y="4101398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증강</a:t>
                </a:r>
              </a:p>
            </p:txBody>
          </p:sp>
        </p:grp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2038BE19-033A-02C0-4CD2-7F9EB87639BD}"/>
                </a:ext>
              </a:extLst>
            </p:cNvPr>
            <p:cNvSpPr/>
            <p:nvPr/>
          </p:nvSpPr>
          <p:spPr>
            <a:xfrm>
              <a:off x="358899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74DC42A9-F279-2783-6B76-8D2FD35D41B4}"/>
                </a:ext>
              </a:extLst>
            </p:cNvPr>
            <p:cNvSpPr/>
            <p:nvPr/>
          </p:nvSpPr>
          <p:spPr>
            <a:xfrm>
              <a:off x="4216709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8B3C0D51-7213-696D-DC95-EE0046682107}"/>
                </a:ext>
              </a:extLst>
            </p:cNvPr>
            <p:cNvSpPr/>
            <p:nvPr/>
          </p:nvSpPr>
          <p:spPr>
            <a:xfrm>
              <a:off x="4855158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7C48C81A-FF90-20DD-69A3-0CB21E063E53}"/>
                </a:ext>
              </a:extLst>
            </p:cNvPr>
            <p:cNvSpPr/>
            <p:nvPr/>
          </p:nvSpPr>
          <p:spPr>
            <a:xfrm>
              <a:off x="5503157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E9865A72-36AA-23FC-0C66-2C785EB2D58B}"/>
                </a:ext>
              </a:extLst>
            </p:cNvPr>
            <p:cNvSpPr/>
            <p:nvPr/>
          </p:nvSpPr>
          <p:spPr>
            <a:xfrm>
              <a:off x="6144806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46DD7384-2430-8649-5E67-20A8F985EAE3}"/>
                </a:ext>
              </a:extLst>
            </p:cNvPr>
            <p:cNvSpPr/>
            <p:nvPr/>
          </p:nvSpPr>
          <p:spPr>
            <a:xfrm>
              <a:off x="6783615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63729184-9780-F939-6DAF-FB041F85617E}"/>
                </a:ext>
              </a:extLst>
            </p:cNvPr>
            <p:cNvSpPr/>
            <p:nvPr/>
          </p:nvSpPr>
          <p:spPr>
            <a:xfrm>
              <a:off x="7430604" y="4595692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86D1E0BF-8E2E-57D7-9A4C-5A397F634355}"/>
                </a:ext>
              </a:extLst>
            </p:cNvPr>
            <p:cNvSpPr/>
            <p:nvPr/>
          </p:nvSpPr>
          <p:spPr>
            <a:xfrm>
              <a:off x="3117349" y="2721522"/>
              <a:ext cx="674597" cy="31432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2CD2EF1C-E4E0-ACA6-88DB-B992AAE12C52}"/>
                </a:ext>
              </a:extLst>
            </p:cNvPr>
            <p:cNvSpPr/>
            <p:nvPr/>
          </p:nvSpPr>
          <p:spPr>
            <a:xfrm>
              <a:off x="9289473" y="5094472"/>
              <a:ext cx="1168430" cy="314325"/>
            </a:xfrm>
            <a:prstGeom prst="roundRect">
              <a:avLst>
                <a:gd name="adj" fmla="val 50000"/>
              </a:avLst>
            </a:prstGeom>
            <a:solidFill>
              <a:srgbClr val="FF7C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286A3010-354C-1178-AE07-CD0A76E25547}"/>
                </a:ext>
              </a:extLst>
            </p:cNvPr>
            <p:cNvGrpSpPr/>
            <p:nvPr/>
          </p:nvGrpSpPr>
          <p:grpSpPr>
            <a:xfrm>
              <a:off x="3177347" y="2689575"/>
              <a:ext cx="879429" cy="369332"/>
              <a:chOff x="3177347" y="2689575"/>
              <a:chExt cx="879429" cy="369332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40F95791-EADC-BE67-C816-AD48A56DD011}"/>
                  </a:ext>
                </a:extLst>
              </p:cNvPr>
              <p:cNvSpPr/>
              <p:nvPr/>
            </p:nvSpPr>
            <p:spPr>
              <a:xfrm>
                <a:off x="3382179" y="2721522"/>
                <a:ext cx="674597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2B35336-9E5D-2F34-0F35-8E1FAF0B5273}"/>
                  </a:ext>
                </a:extLst>
              </p:cNvPr>
              <p:cNvSpPr txBox="1"/>
              <p:nvPr/>
            </p:nvSpPr>
            <p:spPr>
              <a:xfrm>
                <a:off x="3177347" y="2689575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유물</a:t>
                </a:r>
              </a:p>
            </p:txBody>
          </p:sp>
        </p:grpSp>
        <p:sp>
          <p:nvSpPr>
            <p:cNvPr id="61" name="사각형: 둥근 모서리 60">
              <a:extLst>
                <a:ext uri="{FF2B5EF4-FFF2-40B4-BE49-F238E27FC236}">
                  <a16:creationId xmlns:a16="http://schemas.microsoft.com/office/drawing/2014/main" id="{41B594BA-308B-9BCD-DC3B-8D94E4857F87}"/>
                </a:ext>
              </a:extLst>
            </p:cNvPr>
            <p:cNvSpPr/>
            <p:nvPr/>
          </p:nvSpPr>
          <p:spPr>
            <a:xfrm>
              <a:off x="8632015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17DEF0D6-0E69-EAD6-D596-C9760FC27BED}"/>
                </a:ext>
              </a:extLst>
            </p:cNvPr>
            <p:cNvSpPr/>
            <p:nvPr/>
          </p:nvSpPr>
          <p:spPr>
            <a:xfrm>
              <a:off x="9280014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19E2352B-C0FC-AF6E-2A40-836ADFD81BB1}"/>
                </a:ext>
              </a:extLst>
            </p:cNvPr>
            <p:cNvSpPr/>
            <p:nvPr/>
          </p:nvSpPr>
          <p:spPr>
            <a:xfrm>
              <a:off x="8632015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A8689D31-916E-2D43-9CEB-47D6FB6CCFE1}"/>
                </a:ext>
              </a:extLst>
            </p:cNvPr>
            <p:cNvSpPr/>
            <p:nvPr/>
          </p:nvSpPr>
          <p:spPr>
            <a:xfrm>
              <a:off x="9270464" y="3567208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6B076D75-8E47-AEDF-34A1-B035345D3BC4}"/>
                </a:ext>
              </a:extLst>
            </p:cNvPr>
            <p:cNvSpPr/>
            <p:nvPr/>
          </p:nvSpPr>
          <p:spPr>
            <a:xfrm>
              <a:off x="9933952" y="2922666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D601AF68-BC95-1120-6B54-5094A143CB0E}"/>
                </a:ext>
              </a:extLst>
            </p:cNvPr>
            <p:cNvGrpSpPr/>
            <p:nvPr/>
          </p:nvGrpSpPr>
          <p:grpSpPr>
            <a:xfrm>
              <a:off x="3140545" y="3907709"/>
              <a:ext cx="5026848" cy="94497"/>
              <a:chOff x="2079166" y="5778191"/>
              <a:chExt cx="3082343" cy="142875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91A524CC-85FD-E201-00E5-22850BED083F}"/>
                  </a:ext>
                </a:extLst>
              </p:cNvPr>
              <p:cNvSpPr/>
              <p:nvPr/>
            </p:nvSpPr>
            <p:spPr>
              <a:xfrm>
                <a:off x="2079166" y="5778191"/>
                <a:ext cx="3082343" cy="14287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1" name="직사각형 80">
                <a:extLst>
                  <a:ext uri="{FF2B5EF4-FFF2-40B4-BE49-F238E27FC236}">
                    <a16:creationId xmlns:a16="http://schemas.microsoft.com/office/drawing/2014/main" id="{ED4F5739-8FE1-1D96-67D6-8010DC63937F}"/>
                  </a:ext>
                </a:extLst>
              </p:cNvPr>
              <p:cNvSpPr/>
              <p:nvPr/>
            </p:nvSpPr>
            <p:spPr>
              <a:xfrm>
                <a:off x="2086837" y="5778191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BA6C7E08-0F18-F7FF-C764-060BBE33B7A2}"/>
                </a:ext>
              </a:extLst>
            </p:cNvPr>
            <p:cNvGrpSpPr/>
            <p:nvPr/>
          </p:nvGrpSpPr>
          <p:grpSpPr>
            <a:xfrm>
              <a:off x="3117349" y="5293938"/>
              <a:ext cx="5050044" cy="96902"/>
              <a:chOff x="2064943" y="5788972"/>
              <a:chExt cx="3096566" cy="146513"/>
            </a:xfrm>
          </p:grpSpPr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56909309-D188-96B1-93A5-22FA4F113398}"/>
                  </a:ext>
                </a:extLst>
              </p:cNvPr>
              <p:cNvSpPr/>
              <p:nvPr/>
            </p:nvSpPr>
            <p:spPr>
              <a:xfrm>
                <a:off x="2064943" y="5788972"/>
                <a:ext cx="3096566" cy="14651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33B46043-5B27-8F43-B878-FA19FB17933A}"/>
                  </a:ext>
                </a:extLst>
              </p:cNvPr>
              <p:cNvSpPr/>
              <p:nvPr/>
            </p:nvSpPr>
            <p:spPr>
              <a:xfrm>
                <a:off x="2127342" y="5792610"/>
                <a:ext cx="942817" cy="142875"/>
              </a:xfrm>
              <a:prstGeom prst="rect">
                <a:avLst/>
              </a:prstGeom>
              <a:solidFill>
                <a:srgbClr val="42F8BB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A07DAB7-1498-99A3-0493-BF6E8AE6FF2D}"/>
                </a:ext>
              </a:extLst>
            </p:cNvPr>
            <p:cNvGrpSpPr/>
            <p:nvPr/>
          </p:nvGrpSpPr>
          <p:grpSpPr>
            <a:xfrm>
              <a:off x="3108204" y="4593499"/>
              <a:ext cx="412612" cy="554784"/>
              <a:chOff x="3108204" y="4573838"/>
              <a:chExt cx="412612" cy="554784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C9A9E430-8CC2-F2A1-EBE2-B3945ED94F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26435"/>
              <a:stretch>
                <a:fillRect/>
              </a:stretch>
            </p:blipFill>
            <p:spPr>
              <a:xfrm>
                <a:off x="3108204" y="4573838"/>
                <a:ext cx="412612" cy="554784"/>
              </a:xfrm>
              <a:prstGeom prst="rect">
                <a:avLst/>
              </a:prstGeom>
            </p:spPr>
          </p:pic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222D6445-8315-8FD6-0590-83D65D15492E}"/>
                  </a:ext>
                </a:extLst>
              </p:cNvPr>
              <p:cNvCxnSpPr/>
              <p:nvPr/>
            </p:nvCxnSpPr>
            <p:spPr>
              <a:xfrm>
                <a:off x="3108204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DCAD38AA-6DAC-1B5D-CBA2-464F23391C5A}"/>
                </a:ext>
              </a:extLst>
            </p:cNvPr>
            <p:cNvGrpSpPr/>
            <p:nvPr/>
          </p:nvGrpSpPr>
          <p:grpSpPr>
            <a:xfrm rot="10800000">
              <a:off x="8036760" y="4593499"/>
              <a:ext cx="130633" cy="554784"/>
              <a:chOff x="2073899" y="4573838"/>
              <a:chExt cx="130633" cy="554784"/>
            </a:xfrm>
          </p:grpSpPr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E5BEA88A-93C3-3616-28F8-486BB2C80B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9028"/>
              <a:stretch>
                <a:fillRect/>
              </a:stretch>
            </p:blipFill>
            <p:spPr>
              <a:xfrm>
                <a:off x="2086907" y="4573838"/>
                <a:ext cx="117625" cy="554784"/>
              </a:xfrm>
              <a:prstGeom prst="rect">
                <a:avLst/>
              </a:prstGeom>
            </p:spPr>
          </p:pic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C0D223D0-25FF-13D4-7451-175CEE5EC0AB}"/>
                  </a:ext>
                </a:extLst>
              </p:cNvPr>
              <p:cNvCxnSpPr/>
              <p:nvPr/>
            </p:nvCxnSpPr>
            <p:spPr>
              <a:xfrm>
                <a:off x="2073899" y="4573838"/>
                <a:ext cx="0" cy="55478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D5F8CA-B104-3126-FCCD-401F3D9F2746}"/>
                </a:ext>
              </a:extLst>
            </p:cNvPr>
            <p:cNvSpPr txBox="1"/>
            <p:nvPr/>
          </p:nvSpPr>
          <p:spPr>
            <a:xfrm>
              <a:off x="9370425" y="5094472"/>
              <a:ext cx="10054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600" dirty="0" err="1"/>
                <a:t>뒤로가기</a:t>
              </a:r>
              <a:endParaRPr lang="ko-KR" altLang="en-US" sz="1600"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E919BAA1-D905-9994-C442-75420BDB0494}"/>
                </a:ext>
              </a:extLst>
            </p:cNvPr>
            <p:cNvGrpSpPr/>
            <p:nvPr/>
          </p:nvGrpSpPr>
          <p:grpSpPr>
            <a:xfrm>
              <a:off x="10116078" y="1253461"/>
              <a:ext cx="442800" cy="432000"/>
              <a:chOff x="10045510" y="1290859"/>
              <a:chExt cx="442800" cy="432000"/>
            </a:xfrm>
          </p:grpSpPr>
          <p:sp>
            <p:nvSpPr>
              <p:cNvPr id="72" name="타원 71">
                <a:extLst>
                  <a:ext uri="{FF2B5EF4-FFF2-40B4-BE49-F238E27FC236}">
                    <a16:creationId xmlns:a16="http://schemas.microsoft.com/office/drawing/2014/main" id="{22DCF196-7BB8-BA29-8EB7-2341297D932A}"/>
                  </a:ext>
                </a:extLst>
              </p:cNvPr>
              <p:cNvSpPr/>
              <p:nvPr/>
            </p:nvSpPr>
            <p:spPr>
              <a:xfrm>
                <a:off x="10045510" y="1290859"/>
                <a:ext cx="442800" cy="432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26C94D85-6240-876F-122F-D35993884B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schemeClr val="bg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colorTemperature colorTemp="7335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86704" y="1321625"/>
                <a:ext cx="360000" cy="360000"/>
              </a:xfrm>
              <a:prstGeom prst="rect">
                <a:avLst/>
              </a:prstGeom>
            </p:spPr>
          </p:pic>
        </p:grpSp>
      </p:grp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4412FB2-ABBD-218C-1287-11ACAE0EA6F6}"/>
              </a:ext>
            </a:extLst>
          </p:cNvPr>
          <p:cNvSpPr/>
          <p:nvPr/>
        </p:nvSpPr>
        <p:spPr>
          <a:xfrm>
            <a:off x="1672417" y="1477540"/>
            <a:ext cx="1287784" cy="3910742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CEB46-6743-A865-2C5D-BBFCE845ACB4}"/>
              </a:ext>
            </a:extLst>
          </p:cNvPr>
          <p:cNvSpPr txBox="1"/>
          <p:nvPr/>
        </p:nvSpPr>
        <p:spPr>
          <a:xfrm>
            <a:off x="1742494" y="152691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스탯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5E3F4E5-E3A8-276A-F19B-943E0D0A5962}"/>
              </a:ext>
            </a:extLst>
          </p:cNvPr>
          <p:cNvSpPr txBox="1"/>
          <p:nvPr/>
        </p:nvSpPr>
        <p:spPr>
          <a:xfrm>
            <a:off x="1689195" y="181340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22F87E7-458F-8CDE-245F-5BE139CF3F33}"/>
              </a:ext>
            </a:extLst>
          </p:cNvPr>
          <p:cNvSpPr txBox="1"/>
          <p:nvPr/>
        </p:nvSpPr>
        <p:spPr>
          <a:xfrm>
            <a:off x="1689195" y="205686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</a:t>
            </a:r>
            <a:r>
              <a:rPr lang="ko-KR" altLang="en-US" sz="700" b="1" dirty="0" err="1"/>
              <a:t>재생량</a:t>
            </a:r>
            <a:endParaRPr lang="ko-KR" altLang="en-US" sz="7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14AAF2-2DA8-3C1F-F7F6-A7044E7130BF}"/>
              </a:ext>
            </a:extLst>
          </p:cNvPr>
          <p:cNvSpPr txBox="1"/>
          <p:nvPr/>
        </p:nvSpPr>
        <p:spPr>
          <a:xfrm>
            <a:off x="1689195" y="23003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BD190B06-F196-5174-EB16-1316D28902AE}"/>
              </a:ext>
            </a:extLst>
          </p:cNvPr>
          <p:cNvSpPr txBox="1"/>
          <p:nvPr/>
        </p:nvSpPr>
        <p:spPr>
          <a:xfrm>
            <a:off x="1689195" y="2543781"/>
            <a:ext cx="7553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이동속도 증가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E4945D-E605-405F-E161-3545F5DE78E6}"/>
              </a:ext>
            </a:extLst>
          </p:cNvPr>
          <p:cNvSpPr txBox="1"/>
          <p:nvPr/>
        </p:nvSpPr>
        <p:spPr>
          <a:xfrm>
            <a:off x="1689195" y="27872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2D7A28C-4AF4-FCF5-143E-07DCDF3D6A4A}"/>
              </a:ext>
            </a:extLst>
          </p:cNvPr>
          <p:cNvSpPr txBox="1"/>
          <p:nvPr/>
        </p:nvSpPr>
        <p:spPr>
          <a:xfrm>
            <a:off x="1689195" y="30306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2090EB-7EC2-FFB6-779A-7673601B9A2B}"/>
              </a:ext>
            </a:extLst>
          </p:cNvPr>
          <p:cNvSpPr txBox="1"/>
          <p:nvPr/>
        </p:nvSpPr>
        <p:spPr>
          <a:xfrm>
            <a:off x="1689195" y="32741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D2E8E8F-83C4-C4E1-B269-C4ED6FE3D005}"/>
              </a:ext>
            </a:extLst>
          </p:cNvPr>
          <p:cNvSpPr txBox="1"/>
          <p:nvPr/>
        </p:nvSpPr>
        <p:spPr>
          <a:xfrm>
            <a:off x="1689195" y="3517613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39DCAEB-AC3D-5B00-27C4-1A2D693DD7F8}"/>
              </a:ext>
            </a:extLst>
          </p:cNvPr>
          <p:cNvSpPr txBox="1"/>
          <p:nvPr/>
        </p:nvSpPr>
        <p:spPr>
          <a:xfrm>
            <a:off x="1689195" y="3761071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069247-7A1A-3B65-704F-3260ECDEA7C5}"/>
              </a:ext>
            </a:extLst>
          </p:cNvPr>
          <p:cNvSpPr txBox="1"/>
          <p:nvPr/>
        </p:nvSpPr>
        <p:spPr>
          <a:xfrm>
            <a:off x="2586212" y="181340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0894EBF-A164-9584-44C2-ACEF33E446BF}"/>
              </a:ext>
            </a:extLst>
          </p:cNvPr>
          <p:cNvSpPr txBox="1"/>
          <p:nvPr/>
        </p:nvSpPr>
        <p:spPr>
          <a:xfrm>
            <a:off x="2531711" y="2056865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E3813CF-44A0-F308-6934-B8F280A1124C}"/>
              </a:ext>
            </a:extLst>
          </p:cNvPr>
          <p:cNvSpPr txBox="1"/>
          <p:nvPr/>
        </p:nvSpPr>
        <p:spPr>
          <a:xfrm>
            <a:off x="2494841" y="23003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0F5A5A0-8C01-6156-AC7A-BBD53272C5FA}"/>
              </a:ext>
            </a:extLst>
          </p:cNvPr>
          <p:cNvSpPr txBox="1"/>
          <p:nvPr/>
        </p:nvSpPr>
        <p:spPr>
          <a:xfrm>
            <a:off x="2688804" y="25437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158630F-0BF0-75BC-3C9E-43ABB69E115D}"/>
              </a:ext>
            </a:extLst>
          </p:cNvPr>
          <p:cNvSpPr txBox="1"/>
          <p:nvPr/>
        </p:nvSpPr>
        <p:spPr>
          <a:xfrm>
            <a:off x="2688804" y="27872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9E8F762-2D25-4CA0-B159-EC42B202483A}"/>
              </a:ext>
            </a:extLst>
          </p:cNvPr>
          <p:cNvSpPr txBox="1"/>
          <p:nvPr/>
        </p:nvSpPr>
        <p:spPr>
          <a:xfrm>
            <a:off x="2586212" y="30306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9AB3D79-E980-DD66-9BF8-486420566715}"/>
              </a:ext>
            </a:extLst>
          </p:cNvPr>
          <p:cNvSpPr txBox="1"/>
          <p:nvPr/>
        </p:nvSpPr>
        <p:spPr>
          <a:xfrm>
            <a:off x="2549343" y="32741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C942CDC-F450-D5C8-1FAB-F77D0451352C}"/>
              </a:ext>
            </a:extLst>
          </p:cNvPr>
          <p:cNvSpPr txBox="1"/>
          <p:nvPr/>
        </p:nvSpPr>
        <p:spPr>
          <a:xfrm>
            <a:off x="2522093" y="3517613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31DAA04D-CBF6-A867-7BD8-42065872B5FF}"/>
              </a:ext>
            </a:extLst>
          </p:cNvPr>
          <p:cNvCxnSpPr/>
          <p:nvPr/>
        </p:nvCxnSpPr>
        <p:spPr>
          <a:xfrm>
            <a:off x="1742494" y="201346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07D8E885-00FB-E01C-13C1-C042BE0E0D68}"/>
              </a:ext>
            </a:extLst>
          </p:cNvPr>
          <p:cNvCxnSpPr/>
          <p:nvPr/>
        </p:nvCxnSpPr>
        <p:spPr>
          <a:xfrm>
            <a:off x="1742494" y="225692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0EB04E66-A92D-1879-0103-7CAD8E42A988}"/>
              </a:ext>
            </a:extLst>
          </p:cNvPr>
          <p:cNvCxnSpPr/>
          <p:nvPr/>
        </p:nvCxnSpPr>
        <p:spPr>
          <a:xfrm>
            <a:off x="1742494" y="250037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76652847-6477-CD68-0EB2-2BBEB79B4270}"/>
              </a:ext>
            </a:extLst>
          </p:cNvPr>
          <p:cNvCxnSpPr/>
          <p:nvPr/>
        </p:nvCxnSpPr>
        <p:spPr>
          <a:xfrm>
            <a:off x="1742494" y="2743836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3B46EB96-51CD-5527-2B9A-5E0E7A41C136}"/>
              </a:ext>
            </a:extLst>
          </p:cNvPr>
          <p:cNvCxnSpPr/>
          <p:nvPr/>
        </p:nvCxnSpPr>
        <p:spPr>
          <a:xfrm>
            <a:off x="1742494" y="2987294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1D67162D-0C51-6CC1-AF41-668D8FD30EA9}"/>
              </a:ext>
            </a:extLst>
          </p:cNvPr>
          <p:cNvCxnSpPr/>
          <p:nvPr/>
        </p:nvCxnSpPr>
        <p:spPr>
          <a:xfrm>
            <a:off x="1742494" y="3230752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06418533-F2CF-6541-F97C-84993E381086}"/>
              </a:ext>
            </a:extLst>
          </p:cNvPr>
          <p:cNvCxnSpPr/>
          <p:nvPr/>
        </p:nvCxnSpPr>
        <p:spPr>
          <a:xfrm>
            <a:off x="1742494" y="3474210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2CC6D1B3-7004-7A79-AB21-EB4EB7F50EDF}"/>
              </a:ext>
            </a:extLst>
          </p:cNvPr>
          <p:cNvCxnSpPr/>
          <p:nvPr/>
        </p:nvCxnSpPr>
        <p:spPr>
          <a:xfrm>
            <a:off x="1742494" y="3717668"/>
            <a:ext cx="1114947" cy="0"/>
          </a:xfrm>
          <a:prstGeom prst="line">
            <a:avLst/>
          </a:prstGeom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7D039403-A718-5F2C-867B-AA8147D9FF17}"/>
              </a:ext>
            </a:extLst>
          </p:cNvPr>
          <p:cNvSpPr txBox="1"/>
          <p:nvPr/>
        </p:nvSpPr>
        <p:spPr>
          <a:xfrm>
            <a:off x="1759624" y="394815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화염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F65052F-2462-5138-B599-29B6681670A3}"/>
              </a:ext>
            </a:extLst>
          </p:cNvPr>
          <p:cNvSpPr txBox="1"/>
          <p:nvPr/>
        </p:nvSpPr>
        <p:spPr>
          <a:xfrm>
            <a:off x="1759624" y="4066457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바람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449DF72-76BB-001C-B75F-8A5E21032F0B}"/>
              </a:ext>
            </a:extLst>
          </p:cNvPr>
          <p:cNvSpPr txBox="1"/>
          <p:nvPr/>
        </p:nvSpPr>
        <p:spPr>
          <a:xfrm>
            <a:off x="1759624" y="4184759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59BF48FA-7E2D-073E-293A-74EADC0EFDA4}"/>
              </a:ext>
            </a:extLst>
          </p:cNvPr>
          <p:cNvSpPr txBox="1"/>
          <p:nvPr/>
        </p:nvSpPr>
        <p:spPr>
          <a:xfrm>
            <a:off x="1759624" y="430306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대지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B9EF9E5-208C-04D8-6C58-6BDC2D2C364B}"/>
              </a:ext>
            </a:extLst>
          </p:cNvPr>
          <p:cNvSpPr txBox="1"/>
          <p:nvPr/>
        </p:nvSpPr>
        <p:spPr>
          <a:xfrm>
            <a:off x="1759624" y="4421363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얼음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03928ED-8A46-8843-48CA-F9F27ABB5A1F}"/>
              </a:ext>
            </a:extLst>
          </p:cNvPr>
          <p:cNvSpPr txBox="1"/>
          <p:nvPr/>
        </p:nvSpPr>
        <p:spPr>
          <a:xfrm>
            <a:off x="1759624" y="4539665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전기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8DD937B-8067-398F-6057-8CA664A2EC72}"/>
              </a:ext>
            </a:extLst>
          </p:cNvPr>
          <p:cNvSpPr txBox="1"/>
          <p:nvPr/>
        </p:nvSpPr>
        <p:spPr>
          <a:xfrm>
            <a:off x="1759624" y="4657967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그림자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3BC11E1-76E2-4196-CBDE-15C9AFA22D72}"/>
              </a:ext>
            </a:extLst>
          </p:cNvPr>
          <p:cNvSpPr txBox="1"/>
          <p:nvPr/>
        </p:nvSpPr>
        <p:spPr>
          <a:xfrm>
            <a:off x="1759624" y="4776269"/>
            <a:ext cx="41549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에너지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5D4DA18-6074-56B4-E3A3-470E233AD4B5}"/>
              </a:ext>
            </a:extLst>
          </p:cNvPr>
          <p:cNvSpPr txBox="1"/>
          <p:nvPr/>
        </p:nvSpPr>
        <p:spPr>
          <a:xfrm>
            <a:off x="1759624" y="4894571"/>
            <a:ext cx="33855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물리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E9B84F-7755-19EB-66F3-DA218C9509BB}"/>
              </a:ext>
            </a:extLst>
          </p:cNvPr>
          <p:cNvSpPr txBox="1"/>
          <p:nvPr/>
        </p:nvSpPr>
        <p:spPr>
          <a:xfrm>
            <a:off x="1759624" y="5012877"/>
            <a:ext cx="26161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600" b="1" dirty="0"/>
              <a:t>독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EFE8F763-33A2-1992-27CB-73718529B222}"/>
              </a:ext>
            </a:extLst>
          </p:cNvPr>
          <p:cNvSpPr txBox="1"/>
          <p:nvPr/>
        </p:nvSpPr>
        <p:spPr>
          <a:xfrm>
            <a:off x="2356662" y="394815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AA23EB2-DB30-5E91-9872-F366D9D406A6}"/>
              </a:ext>
            </a:extLst>
          </p:cNvPr>
          <p:cNvSpPr txBox="1"/>
          <p:nvPr/>
        </p:nvSpPr>
        <p:spPr>
          <a:xfrm>
            <a:off x="2356662" y="406645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C093421A-2A31-D5C1-209B-8A5D26C46764}"/>
              </a:ext>
            </a:extLst>
          </p:cNvPr>
          <p:cNvSpPr txBox="1"/>
          <p:nvPr/>
        </p:nvSpPr>
        <p:spPr>
          <a:xfrm>
            <a:off x="2356662" y="418475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FC8F81C-2F04-9DD9-65A3-56C846A84AAD}"/>
              </a:ext>
            </a:extLst>
          </p:cNvPr>
          <p:cNvSpPr txBox="1"/>
          <p:nvPr/>
        </p:nvSpPr>
        <p:spPr>
          <a:xfrm>
            <a:off x="2356662" y="430306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272ED091-C557-1B76-2983-4C6F28FCC2A1}"/>
              </a:ext>
            </a:extLst>
          </p:cNvPr>
          <p:cNvSpPr txBox="1"/>
          <p:nvPr/>
        </p:nvSpPr>
        <p:spPr>
          <a:xfrm>
            <a:off x="2356662" y="4421363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887FD26-5571-90E3-80F6-0F7DE66894D7}"/>
              </a:ext>
            </a:extLst>
          </p:cNvPr>
          <p:cNvSpPr txBox="1"/>
          <p:nvPr/>
        </p:nvSpPr>
        <p:spPr>
          <a:xfrm>
            <a:off x="2356662" y="4539665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D8F7A88-9A56-D28E-25AA-38CDDD9BC4BF}"/>
              </a:ext>
            </a:extLst>
          </p:cNvPr>
          <p:cNvSpPr txBox="1"/>
          <p:nvPr/>
        </p:nvSpPr>
        <p:spPr>
          <a:xfrm>
            <a:off x="2356662" y="465796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E229D14-5A44-38DB-8E80-A7FA5E9A82BD}"/>
              </a:ext>
            </a:extLst>
          </p:cNvPr>
          <p:cNvSpPr txBox="1"/>
          <p:nvPr/>
        </p:nvSpPr>
        <p:spPr>
          <a:xfrm>
            <a:off x="2356662" y="4776269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BEBE7F-0644-6873-94EB-9D3E89CE6A2D}"/>
              </a:ext>
            </a:extLst>
          </p:cNvPr>
          <p:cNvSpPr txBox="1"/>
          <p:nvPr/>
        </p:nvSpPr>
        <p:spPr>
          <a:xfrm>
            <a:off x="2356662" y="4894571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05577C54-CF22-15B7-E348-5566E8FCF2BD}"/>
              </a:ext>
            </a:extLst>
          </p:cNvPr>
          <p:cNvSpPr txBox="1"/>
          <p:nvPr/>
        </p:nvSpPr>
        <p:spPr>
          <a:xfrm>
            <a:off x="2356662" y="5012877"/>
            <a:ext cx="22955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/>
              <a:t>0</a:t>
            </a:r>
            <a:endParaRPr lang="ko-KR" altLang="en-US" sz="60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15A88522-98AE-AFD5-94A6-B1A5639D9D78}"/>
              </a:ext>
            </a:extLst>
          </p:cNvPr>
          <p:cNvSpPr txBox="1"/>
          <p:nvPr/>
        </p:nvSpPr>
        <p:spPr>
          <a:xfrm>
            <a:off x="2494841" y="3756157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B554401-DEB7-3D8B-CD70-51C89F3BE007}"/>
              </a:ext>
            </a:extLst>
          </p:cNvPr>
          <p:cNvSpPr/>
          <p:nvPr/>
        </p:nvSpPr>
        <p:spPr>
          <a:xfrm>
            <a:off x="904874" y="509265"/>
            <a:ext cx="10374821" cy="5858294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D4240612-D967-0B8B-4AFC-130E496F8E13}"/>
              </a:ext>
            </a:extLst>
          </p:cNvPr>
          <p:cNvGrpSpPr/>
          <p:nvPr/>
        </p:nvGrpSpPr>
        <p:grpSpPr>
          <a:xfrm>
            <a:off x="3965172" y="1392261"/>
            <a:ext cx="3902845" cy="4163897"/>
            <a:chOff x="4152591" y="1516467"/>
            <a:chExt cx="3902845" cy="4163897"/>
          </a:xfrm>
        </p:grpSpPr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2FB61B3B-430E-C13B-BCC1-45BF30CBF3CC}"/>
                </a:ext>
              </a:extLst>
            </p:cNvPr>
            <p:cNvSpPr/>
            <p:nvPr/>
          </p:nvSpPr>
          <p:spPr>
            <a:xfrm>
              <a:off x="4152591" y="1762126"/>
              <a:ext cx="3883368" cy="391823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F854556D-3AF6-3101-7160-C7F83630BD7E}"/>
                </a:ext>
              </a:extLst>
            </p:cNvPr>
            <p:cNvSpPr/>
            <p:nvPr/>
          </p:nvSpPr>
          <p:spPr>
            <a:xfrm>
              <a:off x="5406143" y="1516467"/>
              <a:ext cx="1376263" cy="484199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195A67C-76A6-01C6-79F2-5DF6DF4377E3}"/>
                </a:ext>
              </a:extLst>
            </p:cNvPr>
            <p:cNvSpPr txBox="1"/>
            <p:nvPr/>
          </p:nvSpPr>
          <p:spPr>
            <a:xfrm>
              <a:off x="5769897" y="156253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설정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928BA16C-8893-FF00-40D7-BC9D9009D83D}"/>
                </a:ext>
              </a:extLst>
            </p:cNvPr>
            <p:cNvSpPr txBox="1"/>
            <p:nvPr/>
          </p:nvSpPr>
          <p:spPr>
            <a:xfrm>
              <a:off x="4443206" y="2333417"/>
              <a:ext cx="692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/>
                <a:t>BGM</a:t>
              </a:r>
              <a:endParaRPr lang="ko-KR" altLang="en-US" dirty="0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BEF97B8-0591-0C2F-0C6E-6469B4435AE4}"/>
                </a:ext>
              </a:extLst>
            </p:cNvPr>
            <p:cNvSpPr/>
            <p:nvPr/>
          </p:nvSpPr>
          <p:spPr>
            <a:xfrm>
              <a:off x="5404930" y="2433510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A6E890B-7E96-EF03-6592-1336710E6F59}"/>
                </a:ext>
              </a:extLst>
            </p:cNvPr>
            <p:cNvSpPr txBox="1"/>
            <p:nvPr/>
          </p:nvSpPr>
          <p:spPr>
            <a:xfrm>
              <a:off x="4351034" y="287135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효과음</a:t>
              </a:r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68665152-7904-BC12-C0A9-9A0E1F8BB6F7}"/>
                </a:ext>
              </a:extLst>
            </p:cNvPr>
            <p:cNvSpPr/>
            <p:nvPr/>
          </p:nvSpPr>
          <p:spPr>
            <a:xfrm>
              <a:off x="5404930" y="2971452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0388035-0FF1-0974-F8FB-76101E65D3B5}"/>
                </a:ext>
              </a:extLst>
            </p:cNvPr>
            <p:cNvSpPr txBox="1"/>
            <p:nvPr/>
          </p:nvSpPr>
          <p:spPr>
            <a:xfrm>
              <a:off x="4466450" y="3409300"/>
              <a:ext cx="6463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전체</a:t>
              </a:r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BD45D9FF-188A-EC4B-1DC6-CE9AB70E3CBC}"/>
                </a:ext>
              </a:extLst>
            </p:cNvPr>
            <p:cNvSpPr/>
            <p:nvPr/>
          </p:nvSpPr>
          <p:spPr>
            <a:xfrm>
              <a:off x="5404930" y="3509393"/>
              <a:ext cx="1916714" cy="138448"/>
            </a:xfrm>
            <a:prstGeom prst="rect">
              <a:avLst/>
            </a:prstGeom>
            <a:solidFill>
              <a:srgbClr val="F8E8C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9019C517-EFC3-5F5D-C969-DED4A1C71A7D}"/>
                </a:ext>
              </a:extLst>
            </p:cNvPr>
            <p:cNvGrpSpPr/>
            <p:nvPr/>
          </p:nvGrpSpPr>
          <p:grpSpPr>
            <a:xfrm>
              <a:off x="5508847" y="4956907"/>
              <a:ext cx="1168430" cy="338554"/>
              <a:chOff x="5404930" y="5516163"/>
              <a:chExt cx="1168430" cy="338554"/>
            </a:xfrm>
          </p:grpSpPr>
          <p:sp>
            <p:nvSpPr>
              <p:cNvPr id="179" name="사각형: 둥근 모서리 178">
                <a:extLst>
                  <a:ext uri="{FF2B5EF4-FFF2-40B4-BE49-F238E27FC236}">
                    <a16:creationId xmlns:a16="http://schemas.microsoft.com/office/drawing/2014/main" id="{05B78E99-2164-E532-D8B1-DF5FB4210727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73E794D9-3479-CE1D-BF84-C651FFD6BAE8}"/>
                  </a:ext>
                </a:extLst>
              </p:cNvPr>
              <p:cNvSpPr txBox="1"/>
              <p:nvPr/>
            </p:nvSpPr>
            <p:spPr>
              <a:xfrm>
                <a:off x="5691627" y="5516163"/>
                <a:ext cx="59503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dirty="0"/>
                  <a:t>확인</a:t>
                </a:r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29E2768-0EC7-1409-45DD-45EE08E6C553}"/>
                </a:ext>
              </a:extLst>
            </p:cNvPr>
            <p:cNvSpPr txBox="1"/>
            <p:nvPr/>
          </p:nvSpPr>
          <p:spPr>
            <a:xfrm>
              <a:off x="4194743" y="3980592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패드 타입</a:t>
              </a:r>
            </a:p>
          </p:txBody>
        </p:sp>
        <p:grpSp>
          <p:nvGrpSpPr>
            <p:cNvPr id="158" name="그룹 157">
              <a:extLst>
                <a:ext uri="{FF2B5EF4-FFF2-40B4-BE49-F238E27FC236}">
                  <a16:creationId xmlns:a16="http://schemas.microsoft.com/office/drawing/2014/main" id="{0089DE3E-A500-84FC-80E8-3E4FF2E4B685}"/>
                </a:ext>
              </a:extLst>
            </p:cNvPr>
            <p:cNvGrpSpPr/>
            <p:nvPr/>
          </p:nvGrpSpPr>
          <p:grpSpPr>
            <a:xfrm>
              <a:off x="5550002" y="4020472"/>
              <a:ext cx="907381" cy="338554"/>
              <a:chOff x="5404930" y="5516163"/>
              <a:chExt cx="1168430" cy="338554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4972199E-C20F-696C-EA81-BA06C7081148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370E7228-9BEA-C0D0-72D9-F92E0B3809B4}"/>
                  </a:ext>
                </a:extLst>
              </p:cNvPr>
              <p:cNvSpPr txBox="1"/>
              <p:nvPr/>
            </p:nvSpPr>
            <p:spPr>
              <a:xfrm>
                <a:off x="5466703" y="5516163"/>
                <a:ext cx="10448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A</a:t>
                </a:r>
                <a:endParaRPr lang="ko-KR" altLang="en-US" sz="1600" b="1" dirty="0"/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20C47D38-E44C-73CC-DDC1-C207B86E2816}"/>
                </a:ext>
              </a:extLst>
            </p:cNvPr>
            <p:cNvGrpSpPr/>
            <p:nvPr/>
          </p:nvGrpSpPr>
          <p:grpSpPr>
            <a:xfrm>
              <a:off x="6677277" y="4020472"/>
              <a:ext cx="907381" cy="338554"/>
              <a:chOff x="5404930" y="5516163"/>
              <a:chExt cx="1168430" cy="338554"/>
            </a:xfrm>
          </p:grpSpPr>
          <p:sp>
            <p:nvSpPr>
              <p:cNvPr id="162" name="사각형: 둥근 모서리 161">
                <a:extLst>
                  <a:ext uri="{FF2B5EF4-FFF2-40B4-BE49-F238E27FC236}">
                    <a16:creationId xmlns:a16="http://schemas.microsoft.com/office/drawing/2014/main" id="{72ABC0E2-15ED-CA96-6DE4-93B9A18DB450}"/>
                  </a:ext>
                </a:extLst>
              </p:cNvPr>
              <p:cNvSpPr/>
              <p:nvPr/>
            </p:nvSpPr>
            <p:spPr>
              <a:xfrm>
                <a:off x="5404930" y="5528278"/>
                <a:ext cx="1168430" cy="314325"/>
              </a:xfrm>
              <a:prstGeom prst="roundRect">
                <a:avLst>
                  <a:gd name="adj" fmla="val 50000"/>
                </a:avLst>
              </a:prstGeom>
              <a:solidFill>
                <a:srgbClr val="D5D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C29F8653-11A5-D163-234C-76DA7E67264A}"/>
                  </a:ext>
                </a:extLst>
              </p:cNvPr>
              <p:cNvSpPr txBox="1"/>
              <p:nvPr/>
            </p:nvSpPr>
            <p:spPr>
              <a:xfrm>
                <a:off x="5474960" y="5516163"/>
                <a:ext cx="102837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1600" b="1" dirty="0"/>
                  <a:t>타입</a:t>
                </a:r>
                <a:r>
                  <a:rPr lang="en-US" altLang="ko-KR" sz="1600" dirty="0"/>
                  <a:t> </a:t>
                </a:r>
                <a:r>
                  <a:rPr lang="en-US" altLang="ko-KR" sz="1600" b="1" dirty="0"/>
                  <a:t>B</a:t>
                </a:r>
                <a:endParaRPr lang="ko-KR" altLang="en-US" sz="1600" b="1" dirty="0"/>
              </a:p>
            </p:txBody>
          </p:sp>
        </p:grp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3964994-8697-1769-83D3-98D4B4F3864E}"/>
                </a:ext>
              </a:extLst>
            </p:cNvPr>
            <p:cNvSpPr txBox="1"/>
            <p:nvPr/>
          </p:nvSpPr>
          <p:spPr>
            <a:xfrm>
              <a:off x="7421929" y="2344877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4AEFBD6-8D1F-794C-BBF7-9A6C9B7A7804}"/>
                </a:ext>
              </a:extLst>
            </p:cNvPr>
            <p:cNvSpPr txBox="1"/>
            <p:nvPr/>
          </p:nvSpPr>
          <p:spPr>
            <a:xfrm>
              <a:off x="7414090" y="2893031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45837DAD-7406-D1AD-86DE-7EFC7521D0C3}"/>
                </a:ext>
              </a:extLst>
            </p:cNvPr>
            <p:cNvSpPr txBox="1"/>
            <p:nvPr/>
          </p:nvSpPr>
          <p:spPr>
            <a:xfrm>
              <a:off x="7389163" y="3426330"/>
              <a:ext cx="6335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400" dirty="0"/>
                <a:t>100%</a:t>
              </a:r>
              <a:endParaRPr lang="ko-KR" altLang="en-US" sz="1400" dirty="0"/>
            </a:p>
          </p:txBody>
        </p:sp>
      </p:grpSp>
      <p:grpSp>
        <p:nvGrpSpPr>
          <p:cNvPr id="183" name="그룹 182">
            <a:extLst>
              <a:ext uri="{FF2B5EF4-FFF2-40B4-BE49-F238E27FC236}">
                <a16:creationId xmlns:a16="http://schemas.microsoft.com/office/drawing/2014/main" id="{B1101FC5-8FD1-3CAC-4B37-07836DA6AEDC}"/>
              </a:ext>
            </a:extLst>
          </p:cNvPr>
          <p:cNvGrpSpPr/>
          <p:nvPr/>
        </p:nvGrpSpPr>
        <p:grpSpPr>
          <a:xfrm>
            <a:off x="5572126" y="2222511"/>
            <a:ext cx="82550" cy="226845"/>
            <a:chOff x="4095750" y="65255"/>
            <a:chExt cx="82550" cy="226845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6E84564F-8B9C-2858-978D-8931D07E2955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03EC26C0-DE5D-BC23-1E18-5B609DC2F19F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66A85FAD-D5B7-F81B-619A-458E494C236F}"/>
              </a:ext>
            </a:extLst>
          </p:cNvPr>
          <p:cNvGrpSpPr/>
          <p:nvPr/>
        </p:nvGrpSpPr>
        <p:grpSpPr>
          <a:xfrm>
            <a:off x="6129338" y="2760449"/>
            <a:ext cx="82550" cy="226845"/>
            <a:chOff x="4095750" y="65255"/>
            <a:chExt cx="82550" cy="226845"/>
          </a:xfrm>
        </p:grpSpPr>
        <p:sp>
          <p:nvSpPr>
            <p:cNvPr id="188" name="사각형: 둥근 모서리 187">
              <a:extLst>
                <a:ext uri="{FF2B5EF4-FFF2-40B4-BE49-F238E27FC236}">
                  <a16:creationId xmlns:a16="http://schemas.microsoft.com/office/drawing/2014/main" id="{643AB16B-DA6A-915E-42BE-A4E0653B8C1B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F8D2797A-9FD1-0F80-763E-84527231114C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BBEC27C3-BCED-0D14-AB00-A6AC91331EB3}"/>
              </a:ext>
            </a:extLst>
          </p:cNvPr>
          <p:cNvGrpSpPr/>
          <p:nvPr/>
        </p:nvGrpSpPr>
        <p:grpSpPr>
          <a:xfrm>
            <a:off x="7037398" y="3297966"/>
            <a:ext cx="82550" cy="226845"/>
            <a:chOff x="4095750" y="65255"/>
            <a:chExt cx="82550" cy="226845"/>
          </a:xfrm>
        </p:grpSpPr>
        <p:sp>
          <p:nvSpPr>
            <p:cNvPr id="191" name="사각형: 둥근 모서리 190">
              <a:extLst>
                <a:ext uri="{FF2B5EF4-FFF2-40B4-BE49-F238E27FC236}">
                  <a16:creationId xmlns:a16="http://schemas.microsoft.com/office/drawing/2014/main" id="{882390C1-882E-642D-9156-3B8AA3954093}"/>
                </a:ext>
              </a:extLst>
            </p:cNvPr>
            <p:cNvSpPr/>
            <p:nvPr/>
          </p:nvSpPr>
          <p:spPr>
            <a:xfrm>
              <a:off x="4095750" y="65255"/>
              <a:ext cx="82550" cy="158750"/>
            </a:xfrm>
            <a:prstGeom prst="roundRect">
              <a:avLst>
                <a:gd name="adj" fmla="val 50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B46D7D19-2102-0B5D-4970-5E214C187F5B}"/>
                </a:ext>
              </a:extLst>
            </p:cNvPr>
            <p:cNvSpPr/>
            <p:nvPr/>
          </p:nvSpPr>
          <p:spPr>
            <a:xfrm>
              <a:off x="4095750" y="133350"/>
              <a:ext cx="82550" cy="1587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BDEC635-990D-2D2B-C6C3-9CB95C4ED710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옵션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785268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3D21-CA92-9F38-B5FC-B628FD1F0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00B959-DC25-F0AF-0991-FA719F38670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2435454-41C2-0461-6359-6B4B13D47EA6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5BFC37C-0970-3D2F-BF51-26E0E94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68EF15C-379C-2BD1-F86A-5AFFAD3069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DF218B8-0AFD-B76E-193D-D5170FCE42F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8BEFA83-5ABA-8824-0AC8-13D08F6D5A6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E524A8D-58E3-0D1D-E4E3-E334B8E8EE2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5E93C0E-1812-BFAC-E566-7A1580F49870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E36FE97-5355-802A-3270-579BBC8A843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01D37961-3B90-B42A-F871-644A217A2368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84FEC28-C986-D4D9-D645-F8974B267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85D1340C-9CDA-EC9C-C59F-426333CB85A4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8EDF990-A590-5C32-CCE5-A796228981D5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C5C9BD53-9DA0-0563-62B8-6AE76DC31D10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B349FF38-778E-A07B-F054-8F05F60DF081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3" name="그림 22">
            <a:extLst>
              <a:ext uri="{FF2B5EF4-FFF2-40B4-BE49-F238E27FC236}">
                <a16:creationId xmlns:a16="http://schemas.microsoft.com/office/drawing/2014/main" id="{75D4275F-A903-0DCD-E3E2-5A431002B8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D4F6B22-0EEA-37EC-9B4D-01A41156D0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45DDD8B-0290-8F37-6A39-47C790FE1D7A}"/>
              </a:ext>
            </a:extLst>
          </p:cNvPr>
          <p:cNvSpPr txBox="1"/>
          <p:nvPr/>
        </p:nvSpPr>
        <p:spPr>
          <a:xfrm>
            <a:off x="912000" y="67859"/>
            <a:ext cx="2140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 err="1"/>
              <a:t>인게임</a:t>
            </a:r>
            <a:r>
              <a:rPr lang="ko-KR" altLang="en-US" dirty="0"/>
              <a:t> 부활</a:t>
            </a:r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CACB4E3-BAEB-7626-95EB-2F4A8DBE91A2}"/>
              </a:ext>
            </a:extLst>
          </p:cNvPr>
          <p:cNvSpPr>
            <a:spLocks/>
          </p:cNvSpPr>
          <p:nvPr/>
        </p:nvSpPr>
        <p:spPr>
          <a:xfrm>
            <a:off x="4476000" y="1233661"/>
            <a:ext cx="3240000" cy="4680000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A9984D-D197-21F5-EA59-B90CB614B3D9}"/>
              </a:ext>
            </a:extLst>
          </p:cNvPr>
          <p:cNvSpPr txBox="1"/>
          <p:nvPr/>
        </p:nvSpPr>
        <p:spPr>
          <a:xfrm>
            <a:off x="5027438" y="2655575"/>
            <a:ext cx="2137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부활</a:t>
            </a:r>
            <a:r>
              <a:rPr lang="ko-KR" altLang="en-US" dirty="0" err="1"/>
              <a:t>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230D29A1-BED6-FE98-44C8-D7215138C9CA}"/>
              </a:ext>
            </a:extLst>
          </p:cNvPr>
          <p:cNvSpPr/>
          <p:nvPr/>
        </p:nvSpPr>
        <p:spPr>
          <a:xfrm>
            <a:off x="5472359" y="4879955"/>
            <a:ext cx="1166712" cy="62865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아니오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FBA1415-5039-03FB-1E8F-72955ED05AF9}"/>
              </a:ext>
            </a:extLst>
          </p:cNvPr>
          <p:cNvSpPr/>
          <p:nvPr/>
        </p:nvSpPr>
        <p:spPr>
          <a:xfrm>
            <a:off x="5381624" y="4069646"/>
            <a:ext cx="1976355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1152064-0CDC-26A1-69BA-95802D29E3A1}"/>
              </a:ext>
            </a:extLst>
          </p:cNvPr>
          <p:cNvSpPr/>
          <p:nvPr/>
        </p:nvSpPr>
        <p:spPr>
          <a:xfrm>
            <a:off x="6191268" y="3259336"/>
            <a:ext cx="1166712" cy="62865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예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CCDC6688-F940-A9E8-33E8-6EC2F642134D}"/>
              </a:ext>
            </a:extLst>
          </p:cNvPr>
          <p:cNvGrpSpPr/>
          <p:nvPr/>
        </p:nvGrpSpPr>
        <p:grpSpPr>
          <a:xfrm>
            <a:off x="5167950" y="1589286"/>
            <a:ext cx="1812223" cy="831860"/>
            <a:chOff x="6245969" y="-718533"/>
            <a:chExt cx="1812223" cy="831860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5983BE3-3F05-A946-5CEA-B9A2EA24A444}"/>
                </a:ext>
              </a:extLst>
            </p:cNvPr>
            <p:cNvGrpSpPr/>
            <p:nvPr/>
          </p:nvGrpSpPr>
          <p:grpSpPr>
            <a:xfrm>
              <a:off x="6245969" y="-484814"/>
              <a:ext cx="920083" cy="598141"/>
              <a:chOff x="6245969" y="-484814"/>
              <a:chExt cx="920083" cy="598141"/>
            </a:xfrm>
            <a:solidFill>
              <a:schemeClr val="bg1"/>
            </a:solidFill>
          </p:grpSpPr>
          <p:sp>
            <p:nvSpPr>
              <p:cNvPr id="86" name="이등변 삼각형 85">
                <a:extLst>
                  <a:ext uri="{FF2B5EF4-FFF2-40B4-BE49-F238E27FC236}">
                    <a16:creationId xmlns:a16="http://schemas.microsoft.com/office/drawing/2014/main" id="{EB098C10-230D-1D9C-7E04-E12BA11A62F5}"/>
                  </a:ext>
                </a:extLst>
              </p:cNvPr>
              <p:cNvSpPr/>
              <p:nvPr/>
            </p:nvSpPr>
            <p:spPr>
              <a:xfrm rot="12465888">
                <a:off x="6245969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이등변 삼각형 86">
                <a:extLst>
                  <a:ext uri="{FF2B5EF4-FFF2-40B4-BE49-F238E27FC236}">
                    <a16:creationId xmlns:a16="http://schemas.microsoft.com/office/drawing/2014/main" id="{0B648D5D-505C-9F4E-87DD-C9EEE1BDF2E9}"/>
                  </a:ext>
                </a:extLst>
              </p:cNvPr>
              <p:cNvSpPr/>
              <p:nvPr/>
            </p:nvSpPr>
            <p:spPr>
              <a:xfrm rot="10800000">
                <a:off x="6271334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8" name="이등변 삼각형 87">
                <a:extLst>
                  <a:ext uri="{FF2B5EF4-FFF2-40B4-BE49-F238E27FC236}">
                    <a16:creationId xmlns:a16="http://schemas.microsoft.com/office/drawing/2014/main" id="{E03E117E-9761-2634-B245-2D2E28630724}"/>
                  </a:ext>
                </a:extLst>
              </p:cNvPr>
              <p:cNvSpPr/>
              <p:nvPr/>
            </p:nvSpPr>
            <p:spPr>
              <a:xfrm rot="9328945">
                <a:off x="6299277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A95D24C4-EAE3-7D24-26F8-6329CC74A88D}"/>
                </a:ext>
              </a:extLst>
            </p:cNvPr>
            <p:cNvGrpSpPr/>
            <p:nvPr/>
          </p:nvGrpSpPr>
          <p:grpSpPr>
            <a:xfrm>
              <a:off x="7138109" y="-494532"/>
              <a:ext cx="920083" cy="598141"/>
              <a:chOff x="7727226" y="-484814"/>
              <a:chExt cx="920083" cy="598141"/>
            </a:xfrm>
            <a:solidFill>
              <a:schemeClr val="bg1"/>
            </a:solidFill>
          </p:grpSpPr>
          <p:sp>
            <p:nvSpPr>
              <p:cNvPr id="89" name="이등변 삼각형 88">
                <a:extLst>
                  <a:ext uri="{FF2B5EF4-FFF2-40B4-BE49-F238E27FC236}">
                    <a16:creationId xmlns:a16="http://schemas.microsoft.com/office/drawing/2014/main" id="{743FED71-1D0F-FF56-DEB5-E1D7B6AC5D6F}"/>
                  </a:ext>
                </a:extLst>
              </p:cNvPr>
              <p:cNvSpPr/>
              <p:nvPr/>
            </p:nvSpPr>
            <p:spPr>
              <a:xfrm rot="9134112" flipH="1">
                <a:off x="7727226" y="-484814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이등변 삼각형 89">
                <a:extLst>
                  <a:ext uri="{FF2B5EF4-FFF2-40B4-BE49-F238E27FC236}">
                    <a16:creationId xmlns:a16="http://schemas.microsoft.com/office/drawing/2014/main" id="{8016ADED-3824-F4CA-B344-EF6B59F65559}"/>
                  </a:ext>
                </a:extLst>
              </p:cNvPr>
              <p:cNvSpPr/>
              <p:nvPr/>
            </p:nvSpPr>
            <p:spPr>
              <a:xfrm rot="10800000" flipH="1">
                <a:off x="7752591" y="-285890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1" name="이등변 삼각형 90">
                <a:extLst>
                  <a:ext uri="{FF2B5EF4-FFF2-40B4-BE49-F238E27FC236}">
                    <a16:creationId xmlns:a16="http://schemas.microsoft.com/office/drawing/2014/main" id="{A39260AC-D045-9B90-FC16-4AA9B285F542}"/>
                  </a:ext>
                </a:extLst>
              </p:cNvPr>
              <p:cNvSpPr/>
              <p:nvPr/>
            </p:nvSpPr>
            <p:spPr>
              <a:xfrm rot="12271055" flipH="1">
                <a:off x="7780534" y="-82119"/>
                <a:ext cx="866775" cy="195446"/>
              </a:xfrm>
              <a:prstGeom prst="triangle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4F9E7753-14F5-48EE-97EA-A925E198B9DF}"/>
                </a:ext>
              </a:extLst>
            </p:cNvPr>
            <p:cNvSpPr/>
            <p:nvPr/>
          </p:nvSpPr>
          <p:spPr>
            <a:xfrm>
              <a:off x="6894562" y="-458167"/>
              <a:ext cx="540000" cy="540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원형: 비어 있음 94">
              <a:extLst>
                <a:ext uri="{FF2B5EF4-FFF2-40B4-BE49-F238E27FC236}">
                  <a16:creationId xmlns:a16="http://schemas.microsoft.com/office/drawing/2014/main" id="{598C875C-C167-6F5B-AB28-B0E9CA51B8D8}"/>
                </a:ext>
              </a:extLst>
            </p:cNvPr>
            <p:cNvSpPr/>
            <p:nvPr/>
          </p:nvSpPr>
          <p:spPr>
            <a:xfrm>
              <a:off x="6964150" y="-718533"/>
              <a:ext cx="398647" cy="144706"/>
            </a:xfrm>
            <a:prstGeom prst="donu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8" name="원형: 비어 있음 127">
            <a:extLst>
              <a:ext uri="{FF2B5EF4-FFF2-40B4-BE49-F238E27FC236}">
                <a16:creationId xmlns:a16="http://schemas.microsoft.com/office/drawing/2014/main" id="{57A7300A-F871-F205-350A-64E001DCE75D}"/>
              </a:ext>
            </a:extLst>
          </p:cNvPr>
          <p:cNvSpPr/>
          <p:nvPr/>
        </p:nvSpPr>
        <p:spPr>
          <a:xfrm>
            <a:off x="4794668" y="3526359"/>
            <a:ext cx="398647" cy="144706"/>
          </a:xfrm>
          <a:prstGeom prst="don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B372438-8C64-96BB-E56B-2F9F27B3F68E}"/>
              </a:ext>
            </a:extLst>
          </p:cNvPr>
          <p:cNvSpPr txBox="1"/>
          <p:nvPr/>
        </p:nvSpPr>
        <p:spPr>
          <a:xfrm>
            <a:off x="5184112" y="3437620"/>
            <a:ext cx="885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1</a:t>
            </a:r>
            <a:r>
              <a:rPr lang="ko-KR" altLang="en-US" sz="1400" b="1" dirty="0"/>
              <a:t>개 사용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92D888B-0E18-8B0E-C51F-E156D410BB17}"/>
              </a:ext>
            </a:extLst>
          </p:cNvPr>
          <p:cNvSpPr txBox="1"/>
          <p:nvPr/>
        </p:nvSpPr>
        <p:spPr>
          <a:xfrm>
            <a:off x="5540888" y="4252739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30</a:t>
            </a:r>
            <a:r>
              <a:rPr lang="ko-KR" altLang="en-US" sz="1400" b="1" dirty="0"/>
              <a:t>초 시청 후 부활</a:t>
            </a: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ECD65BF0-2C59-3607-D47A-52797097EA80}"/>
              </a:ext>
            </a:extLst>
          </p:cNvPr>
          <p:cNvGrpSpPr/>
          <p:nvPr/>
        </p:nvGrpSpPr>
        <p:grpSpPr>
          <a:xfrm>
            <a:off x="4778133" y="4151474"/>
            <a:ext cx="374200" cy="444975"/>
            <a:chOff x="8229600" y="-189943"/>
            <a:chExt cx="374200" cy="444975"/>
          </a:xfrm>
        </p:grpSpPr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40C37030-1B02-9137-12E4-8971F129302B}"/>
                </a:ext>
              </a:extLst>
            </p:cNvPr>
            <p:cNvSpPr/>
            <p:nvPr/>
          </p:nvSpPr>
          <p:spPr>
            <a:xfrm rot="20474838">
              <a:off x="8232325" y="-189943"/>
              <a:ext cx="371475" cy="4571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45FCB1D4-BA71-C66A-829F-5069409DE799}"/>
                </a:ext>
              </a:extLst>
            </p:cNvPr>
            <p:cNvGrpSpPr/>
            <p:nvPr/>
          </p:nvGrpSpPr>
          <p:grpSpPr>
            <a:xfrm>
              <a:off x="8229600" y="-114300"/>
              <a:ext cx="371475" cy="369332"/>
              <a:chOff x="8229600" y="-114300"/>
              <a:chExt cx="371475" cy="369332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79407385-ABD1-D329-8627-B07D7018CAA9}"/>
                  </a:ext>
                </a:extLst>
              </p:cNvPr>
              <p:cNvSpPr/>
              <p:nvPr/>
            </p:nvSpPr>
            <p:spPr>
              <a:xfrm>
                <a:off x="8229600" y="-114300"/>
                <a:ext cx="371475" cy="36933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5" name="직사각형 134">
                <a:extLst>
                  <a:ext uri="{FF2B5EF4-FFF2-40B4-BE49-F238E27FC236}">
                    <a16:creationId xmlns:a16="http://schemas.microsoft.com/office/drawing/2014/main" id="{D6929E44-7462-BE35-627A-DB7712A64546}"/>
                  </a:ext>
                </a:extLst>
              </p:cNvPr>
              <p:cNvSpPr/>
              <p:nvPr/>
            </p:nvSpPr>
            <p:spPr>
              <a:xfrm>
                <a:off x="8229600" y="131391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6" name="직사각형 135">
                <a:extLst>
                  <a:ext uri="{FF2B5EF4-FFF2-40B4-BE49-F238E27FC236}">
                    <a16:creationId xmlns:a16="http://schemas.microsoft.com/office/drawing/2014/main" id="{39D61019-A674-1658-45B6-C39B0E79BEC0}"/>
                  </a:ext>
                </a:extLst>
              </p:cNvPr>
              <p:cNvSpPr/>
              <p:nvPr/>
            </p:nvSpPr>
            <p:spPr>
              <a:xfrm>
                <a:off x="8229600" y="17336"/>
                <a:ext cx="371475" cy="45719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61248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193EF-5470-A3F1-4056-301058626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F66CE15-1A39-7449-8A03-E5DA94A68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322" y="1347581"/>
            <a:ext cx="1800000" cy="1800000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EE01DDE-4D4B-DAF6-3C1C-F2F909467C36}"/>
              </a:ext>
            </a:extLst>
          </p:cNvPr>
          <p:cNvSpPr/>
          <p:nvPr/>
        </p:nvSpPr>
        <p:spPr>
          <a:xfrm>
            <a:off x="2391729" y="191148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5652A6E-5314-3FB2-1D45-3F59DF48D73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019E317-EAD8-75CF-3BA1-F98BB1773632}"/>
              </a:ext>
            </a:extLst>
          </p:cNvPr>
          <p:cNvSpPr/>
          <p:nvPr/>
        </p:nvSpPr>
        <p:spPr>
          <a:xfrm>
            <a:off x="6096000" y="1076908"/>
            <a:ext cx="4513053" cy="502640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774A390-FB8C-611A-A2B2-60F06DECA02B}"/>
              </a:ext>
            </a:extLst>
          </p:cNvPr>
          <p:cNvSpPr/>
          <p:nvPr/>
        </p:nvSpPr>
        <p:spPr>
          <a:xfrm>
            <a:off x="8901021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22B5741-A85D-C854-2417-C23A4CB010DA}"/>
              </a:ext>
            </a:extLst>
          </p:cNvPr>
          <p:cNvSpPr/>
          <p:nvPr/>
        </p:nvSpPr>
        <p:spPr>
          <a:xfrm>
            <a:off x="8067704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B96F1E7-9AB1-ADC9-96B0-E85349F9AFC0}"/>
              </a:ext>
            </a:extLst>
          </p:cNvPr>
          <p:cNvSpPr/>
          <p:nvPr/>
        </p:nvSpPr>
        <p:spPr>
          <a:xfrm>
            <a:off x="7234387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04E226-E465-31F4-4C49-4EEDDBDD528B}"/>
              </a:ext>
            </a:extLst>
          </p:cNvPr>
          <p:cNvSpPr/>
          <p:nvPr/>
        </p:nvSpPr>
        <p:spPr>
          <a:xfrm>
            <a:off x="6401070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DD578C7E-A4C7-9DDF-60B4-017819E5198A}"/>
              </a:ext>
            </a:extLst>
          </p:cNvPr>
          <p:cNvSpPr/>
          <p:nvPr/>
        </p:nvSpPr>
        <p:spPr>
          <a:xfrm>
            <a:off x="9734338" y="1583959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DE481A5-47D9-5B42-B4B3-F5438A43DBF2}"/>
              </a:ext>
            </a:extLst>
          </p:cNvPr>
          <p:cNvSpPr/>
          <p:nvPr/>
        </p:nvSpPr>
        <p:spPr>
          <a:xfrm>
            <a:off x="8901021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7A1B9C3-632B-0B89-D061-6BFFCF40C26F}"/>
              </a:ext>
            </a:extLst>
          </p:cNvPr>
          <p:cNvSpPr/>
          <p:nvPr/>
        </p:nvSpPr>
        <p:spPr>
          <a:xfrm>
            <a:off x="8067704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03A4059-6F3C-5ED6-A591-738D8A3E5E70}"/>
              </a:ext>
            </a:extLst>
          </p:cNvPr>
          <p:cNvSpPr/>
          <p:nvPr/>
        </p:nvSpPr>
        <p:spPr>
          <a:xfrm>
            <a:off x="7234387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061C470-B858-912B-BA0F-551CF7F1926E}"/>
              </a:ext>
            </a:extLst>
          </p:cNvPr>
          <p:cNvSpPr/>
          <p:nvPr/>
        </p:nvSpPr>
        <p:spPr>
          <a:xfrm>
            <a:off x="6401070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73E4560D-8D40-5D7C-A321-02AF559C8E6E}"/>
              </a:ext>
            </a:extLst>
          </p:cNvPr>
          <p:cNvSpPr/>
          <p:nvPr/>
        </p:nvSpPr>
        <p:spPr>
          <a:xfrm>
            <a:off x="9734338" y="242449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39CA191-6AF6-6C14-F3D4-C7B20EF55C4D}"/>
              </a:ext>
            </a:extLst>
          </p:cNvPr>
          <p:cNvSpPr/>
          <p:nvPr/>
        </p:nvSpPr>
        <p:spPr>
          <a:xfrm>
            <a:off x="8901021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543B9FF-3209-B30B-9D94-7C820418815A}"/>
              </a:ext>
            </a:extLst>
          </p:cNvPr>
          <p:cNvSpPr/>
          <p:nvPr/>
        </p:nvSpPr>
        <p:spPr>
          <a:xfrm>
            <a:off x="8067704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B177125-3949-FD3A-2750-924236DEE323}"/>
              </a:ext>
            </a:extLst>
          </p:cNvPr>
          <p:cNvSpPr/>
          <p:nvPr/>
        </p:nvSpPr>
        <p:spPr>
          <a:xfrm>
            <a:off x="7234387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E2B69BA-6509-733B-CF03-821DE27915B7}"/>
              </a:ext>
            </a:extLst>
          </p:cNvPr>
          <p:cNvSpPr/>
          <p:nvPr/>
        </p:nvSpPr>
        <p:spPr>
          <a:xfrm>
            <a:off x="6401070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44A48C3-9DC1-26B8-21C4-940C4C97E7AB}"/>
              </a:ext>
            </a:extLst>
          </p:cNvPr>
          <p:cNvSpPr/>
          <p:nvPr/>
        </p:nvSpPr>
        <p:spPr>
          <a:xfrm>
            <a:off x="9734338" y="325177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9E05F2CF-5CB0-B805-B923-D4B32A6630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6333" b="50000"/>
          <a:stretch>
            <a:fillRect/>
          </a:stretch>
        </p:blipFill>
        <p:spPr>
          <a:xfrm>
            <a:off x="6410474" y="5824222"/>
            <a:ext cx="3884103" cy="27739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01E9B2C5-1636-F4E1-C38E-EB5D7A3769F0}"/>
              </a:ext>
            </a:extLst>
          </p:cNvPr>
          <p:cNvSpPr txBox="1"/>
          <p:nvPr/>
        </p:nvSpPr>
        <p:spPr>
          <a:xfrm>
            <a:off x="6208144" y="114320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AEB7FF0-F62E-76C6-D404-9E0EC3D6BF39}"/>
              </a:ext>
            </a:extLst>
          </p:cNvPr>
          <p:cNvSpPr/>
          <p:nvPr/>
        </p:nvSpPr>
        <p:spPr>
          <a:xfrm>
            <a:off x="8901021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034268C-A061-4899-2286-EDE4E0520066}"/>
              </a:ext>
            </a:extLst>
          </p:cNvPr>
          <p:cNvSpPr/>
          <p:nvPr/>
        </p:nvSpPr>
        <p:spPr>
          <a:xfrm>
            <a:off x="8067704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62A4CD1-0280-A18E-8D95-EB3D67D0F2D9}"/>
              </a:ext>
            </a:extLst>
          </p:cNvPr>
          <p:cNvSpPr/>
          <p:nvPr/>
        </p:nvSpPr>
        <p:spPr>
          <a:xfrm>
            <a:off x="7234387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E4A09DC-9543-16B5-DB76-E2874841DB13}"/>
              </a:ext>
            </a:extLst>
          </p:cNvPr>
          <p:cNvSpPr/>
          <p:nvPr/>
        </p:nvSpPr>
        <p:spPr>
          <a:xfrm>
            <a:off x="6401070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5C405FB-A64B-A1E7-A36B-868ABAF1A4A1}"/>
              </a:ext>
            </a:extLst>
          </p:cNvPr>
          <p:cNvSpPr/>
          <p:nvPr/>
        </p:nvSpPr>
        <p:spPr>
          <a:xfrm>
            <a:off x="9734338" y="407905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5A7ABF3-9972-2687-FFB3-09755469BF67}"/>
              </a:ext>
            </a:extLst>
          </p:cNvPr>
          <p:cNvSpPr/>
          <p:nvPr/>
        </p:nvSpPr>
        <p:spPr>
          <a:xfrm>
            <a:off x="8901021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4897239-EB2C-53CF-8C2E-CADC5124D162}"/>
              </a:ext>
            </a:extLst>
          </p:cNvPr>
          <p:cNvSpPr/>
          <p:nvPr/>
        </p:nvSpPr>
        <p:spPr>
          <a:xfrm>
            <a:off x="8067704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6BC39CF-53FF-7711-3195-AB5E2EC750E7}"/>
              </a:ext>
            </a:extLst>
          </p:cNvPr>
          <p:cNvSpPr/>
          <p:nvPr/>
        </p:nvSpPr>
        <p:spPr>
          <a:xfrm>
            <a:off x="7234387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445BB55-F01E-99AE-B18B-41189B8AC1C9}"/>
              </a:ext>
            </a:extLst>
          </p:cNvPr>
          <p:cNvSpPr/>
          <p:nvPr/>
        </p:nvSpPr>
        <p:spPr>
          <a:xfrm>
            <a:off x="6401070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95304E4-77E2-F65A-F9B7-EF82EF8DB4E9}"/>
              </a:ext>
            </a:extLst>
          </p:cNvPr>
          <p:cNvSpPr/>
          <p:nvPr/>
        </p:nvSpPr>
        <p:spPr>
          <a:xfrm>
            <a:off x="9734338" y="4906335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CF9F04-1C0F-D69C-6394-F7A0961F893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장비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217C06C-750E-B75D-2F57-B19B161963D1}"/>
              </a:ext>
            </a:extLst>
          </p:cNvPr>
          <p:cNvSpPr/>
          <p:nvPr/>
        </p:nvSpPr>
        <p:spPr>
          <a:xfrm>
            <a:off x="1865054" y="3203262"/>
            <a:ext cx="3049846" cy="28834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493CB4-BD30-F4C6-6364-C832232B2AAF}"/>
              </a:ext>
            </a:extLst>
          </p:cNvPr>
          <p:cNvSpPr txBox="1"/>
          <p:nvPr/>
        </p:nvSpPr>
        <p:spPr>
          <a:xfrm>
            <a:off x="1967550" y="328175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스탯</a:t>
            </a:r>
            <a:endParaRPr lang="ko-KR" altLang="en-US" sz="14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52BAC5-9EB1-C73A-9EA2-F1497B47529D}"/>
              </a:ext>
            </a:extLst>
          </p:cNvPr>
          <p:cNvSpPr txBox="1"/>
          <p:nvPr/>
        </p:nvSpPr>
        <p:spPr>
          <a:xfrm>
            <a:off x="1908463" y="371778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6E113F-D2EF-21B4-F7E9-880103585659}"/>
              </a:ext>
            </a:extLst>
          </p:cNvPr>
          <p:cNvSpPr txBox="1"/>
          <p:nvPr/>
        </p:nvSpPr>
        <p:spPr>
          <a:xfrm>
            <a:off x="1908463" y="3931954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체력 재생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A5F117-A490-413F-3827-40D67E8CBD4A}"/>
              </a:ext>
            </a:extLst>
          </p:cNvPr>
          <p:cNvSpPr txBox="1"/>
          <p:nvPr/>
        </p:nvSpPr>
        <p:spPr>
          <a:xfrm>
            <a:off x="1908463" y="4159423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피해량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63BEEE4-D7D1-10B2-A6A2-9A10FB816728}"/>
              </a:ext>
            </a:extLst>
          </p:cNvPr>
          <p:cNvSpPr txBox="1"/>
          <p:nvPr/>
        </p:nvSpPr>
        <p:spPr>
          <a:xfrm>
            <a:off x="1908463" y="4402881"/>
            <a:ext cx="78739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이동 속도 증가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1F010BB-5A17-B8E9-D6AA-370C147B745B}"/>
              </a:ext>
            </a:extLst>
          </p:cNvPr>
          <p:cNvSpPr txBox="1"/>
          <p:nvPr/>
        </p:nvSpPr>
        <p:spPr>
          <a:xfrm>
            <a:off x="1908463" y="4646339"/>
            <a:ext cx="4539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방어력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10794A0-5F12-E9E6-F2C4-E3E887BCDF68}"/>
              </a:ext>
            </a:extLst>
          </p:cNvPr>
          <p:cNvSpPr txBox="1"/>
          <p:nvPr/>
        </p:nvSpPr>
        <p:spPr>
          <a:xfrm>
            <a:off x="1908463" y="4889797"/>
            <a:ext cx="36420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00D269-BA48-F2A4-DC6B-681148EEE7E4}"/>
              </a:ext>
            </a:extLst>
          </p:cNvPr>
          <p:cNvSpPr txBox="1"/>
          <p:nvPr/>
        </p:nvSpPr>
        <p:spPr>
          <a:xfrm>
            <a:off x="1908463" y="5133255"/>
            <a:ext cx="57579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마력 회복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335B879-F4A3-F1F7-F56D-82B6E9E36989}"/>
              </a:ext>
            </a:extLst>
          </p:cNvPr>
          <p:cNvSpPr txBox="1"/>
          <p:nvPr/>
        </p:nvSpPr>
        <p:spPr>
          <a:xfrm>
            <a:off x="1897423" y="5349447"/>
            <a:ext cx="84510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재사용 대기시간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E7F642A-AD9F-660B-EB31-B0CDEDD216AF}"/>
              </a:ext>
            </a:extLst>
          </p:cNvPr>
          <p:cNvSpPr txBox="1"/>
          <p:nvPr/>
        </p:nvSpPr>
        <p:spPr>
          <a:xfrm>
            <a:off x="1897423" y="5592905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속성 피해량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2800B10-CB22-7971-17D2-04E011591912}"/>
              </a:ext>
            </a:extLst>
          </p:cNvPr>
          <p:cNvSpPr txBox="1"/>
          <p:nvPr/>
        </p:nvSpPr>
        <p:spPr>
          <a:xfrm>
            <a:off x="2832075" y="371778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BF5483F4-D7D5-6F25-DE1C-4B59323303B2}"/>
              </a:ext>
            </a:extLst>
          </p:cNvPr>
          <p:cNvSpPr txBox="1"/>
          <p:nvPr/>
        </p:nvSpPr>
        <p:spPr>
          <a:xfrm>
            <a:off x="2777574" y="3931954"/>
            <a:ext cx="39305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1.0/s</a:t>
            </a:r>
            <a:endParaRPr lang="ko-KR" altLang="en-US" sz="7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02685317-1A1B-4439-522C-29C81B1AAE1F}"/>
              </a:ext>
            </a:extLst>
          </p:cNvPr>
          <p:cNvSpPr txBox="1"/>
          <p:nvPr/>
        </p:nvSpPr>
        <p:spPr>
          <a:xfrm>
            <a:off x="2740704" y="4159423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E75A158-7C3E-0FAB-2E76-1567609AF117}"/>
              </a:ext>
            </a:extLst>
          </p:cNvPr>
          <p:cNvSpPr txBox="1"/>
          <p:nvPr/>
        </p:nvSpPr>
        <p:spPr>
          <a:xfrm>
            <a:off x="2934667" y="4402881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49B6E2A-8756-5F73-0E2F-7195B74F7A9D}"/>
              </a:ext>
            </a:extLst>
          </p:cNvPr>
          <p:cNvSpPr txBox="1"/>
          <p:nvPr/>
        </p:nvSpPr>
        <p:spPr>
          <a:xfrm>
            <a:off x="2934667" y="4646339"/>
            <a:ext cx="23596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0</a:t>
            </a:r>
            <a:endParaRPr lang="ko-KR" altLang="en-US" sz="700" b="1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3F28DF9-018E-8F7F-A0B1-595AA0551035}"/>
              </a:ext>
            </a:extLst>
          </p:cNvPr>
          <p:cNvSpPr txBox="1"/>
          <p:nvPr/>
        </p:nvSpPr>
        <p:spPr>
          <a:xfrm>
            <a:off x="2832075" y="4889797"/>
            <a:ext cx="33855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100</a:t>
            </a:r>
            <a:endParaRPr lang="ko-KR" altLang="en-US" sz="700" b="1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B20DED5-6E6D-B4FD-BB78-8F2A2060DD6F}"/>
              </a:ext>
            </a:extLst>
          </p:cNvPr>
          <p:cNvSpPr txBox="1"/>
          <p:nvPr/>
        </p:nvSpPr>
        <p:spPr>
          <a:xfrm>
            <a:off x="2795206" y="5133255"/>
            <a:ext cx="37542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+1.0</a:t>
            </a:r>
            <a:endParaRPr lang="ko-KR" altLang="en-US" sz="7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6DF54D-8D23-C411-07ED-E550E75F487A}"/>
              </a:ext>
            </a:extLst>
          </p:cNvPr>
          <p:cNvSpPr txBox="1"/>
          <p:nvPr/>
        </p:nvSpPr>
        <p:spPr>
          <a:xfrm>
            <a:off x="2730321" y="5349447"/>
            <a:ext cx="40267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-10%</a:t>
            </a:r>
            <a:endParaRPr lang="ko-KR" altLang="en-US" sz="70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11FE370-DACE-30E7-775B-4874F2D6207A}"/>
              </a:ext>
            </a:extLst>
          </p:cNvPr>
          <p:cNvSpPr txBox="1"/>
          <p:nvPr/>
        </p:nvSpPr>
        <p:spPr>
          <a:xfrm>
            <a:off x="2703069" y="5587991"/>
            <a:ext cx="42992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+10%</a:t>
            </a:r>
            <a:endParaRPr lang="ko-KR" altLang="en-US" sz="70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27E0CD54-717B-9D6A-C9AC-C582A7DD5147}"/>
              </a:ext>
            </a:extLst>
          </p:cNvPr>
          <p:cNvSpPr txBox="1"/>
          <p:nvPr/>
        </p:nvSpPr>
        <p:spPr>
          <a:xfrm>
            <a:off x="1897423" y="5834022"/>
            <a:ext cx="6655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/>
              <a:t>투사체 개수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B21DF57-CB2E-ED9B-1D1E-D2B59B4A9863}"/>
              </a:ext>
            </a:extLst>
          </p:cNvPr>
          <p:cNvSpPr txBox="1"/>
          <p:nvPr/>
        </p:nvSpPr>
        <p:spPr>
          <a:xfrm>
            <a:off x="2897033" y="5829108"/>
            <a:ext cx="23596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700" b="1" dirty="0"/>
              <a:t>1</a:t>
            </a:r>
            <a:endParaRPr lang="ko-KR" altLang="en-US" sz="70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CE82BED8-7E31-3D86-ABA8-6184ABC03757}"/>
              </a:ext>
            </a:extLst>
          </p:cNvPr>
          <p:cNvSpPr txBox="1"/>
          <p:nvPr/>
        </p:nvSpPr>
        <p:spPr>
          <a:xfrm>
            <a:off x="2391729" y="5603538"/>
            <a:ext cx="377026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550" b="1" dirty="0"/>
              <a:t>(</a:t>
            </a:r>
            <a:r>
              <a:rPr lang="ko-KR" altLang="en-US" sz="550" b="1" dirty="0"/>
              <a:t>전체</a:t>
            </a:r>
            <a:r>
              <a:rPr lang="en-US" altLang="ko-KR" sz="550" b="1" dirty="0"/>
              <a:t>)</a:t>
            </a:r>
            <a:endParaRPr lang="ko-KR" altLang="en-US" sz="550" b="1" dirty="0"/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5F748D3-2CCA-08FB-9FB3-8B55D72BD501}"/>
              </a:ext>
            </a:extLst>
          </p:cNvPr>
          <p:cNvSpPr/>
          <p:nvPr/>
        </p:nvSpPr>
        <p:spPr>
          <a:xfrm>
            <a:off x="4823188" y="3203262"/>
            <a:ext cx="91712" cy="28834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62CE0A38-D52F-210E-F30A-09A47A7114B9}"/>
              </a:ext>
            </a:extLst>
          </p:cNvPr>
          <p:cNvSpPr/>
          <p:nvPr/>
        </p:nvSpPr>
        <p:spPr>
          <a:xfrm>
            <a:off x="4823188" y="3207966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직사각형 198">
            <a:extLst>
              <a:ext uri="{FF2B5EF4-FFF2-40B4-BE49-F238E27FC236}">
                <a16:creationId xmlns:a16="http://schemas.microsoft.com/office/drawing/2014/main" id="{780976A8-B74D-7DDE-0B48-BCE75989F9E7}"/>
              </a:ext>
            </a:extLst>
          </p:cNvPr>
          <p:cNvSpPr/>
          <p:nvPr/>
        </p:nvSpPr>
        <p:spPr>
          <a:xfrm>
            <a:off x="10518099" y="1226718"/>
            <a:ext cx="91712" cy="46438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A96EAA19-78BB-55C4-89A2-BC41D6BB216D}"/>
              </a:ext>
            </a:extLst>
          </p:cNvPr>
          <p:cNvSpPr/>
          <p:nvPr/>
        </p:nvSpPr>
        <p:spPr>
          <a:xfrm>
            <a:off x="10518099" y="1226718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05" name="표 204">
            <a:extLst>
              <a:ext uri="{FF2B5EF4-FFF2-40B4-BE49-F238E27FC236}">
                <a16:creationId xmlns:a16="http://schemas.microsoft.com/office/drawing/2014/main" id="{00527C0F-2966-8B90-E4CA-88F1F19BE918}"/>
              </a:ext>
            </a:extLst>
          </p:cNvPr>
          <p:cNvGraphicFramePr>
            <a:graphicFrameLocks noGrp="1"/>
          </p:cNvGraphicFramePr>
          <p:nvPr/>
        </p:nvGraphicFramePr>
        <p:xfrm>
          <a:off x="3563771" y="3981109"/>
          <a:ext cx="920353" cy="198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3570">
                  <a:extLst>
                    <a:ext uri="{9D8B030D-6E8A-4147-A177-3AD203B41FA5}">
                      <a16:colId xmlns:a16="http://schemas.microsoft.com/office/drawing/2014/main" val="2668802746"/>
                    </a:ext>
                  </a:extLst>
                </a:gridCol>
                <a:gridCol w="466783">
                  <a:extLst>
                    <a:ext uri="{9D8B030D-6E8A-4147-A177-3AD203B41FA5}">
                      <a16:colId xmlns:a16="http://schemas.microsoft.com/office/drawing/2014/main" val="917208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화염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49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바람</a:t>
                      </a:r>
                      <a:endParaRPr lang="en-US" altLang="ko-KR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68882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1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대지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683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얼음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3950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전기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54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그림자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6942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에너지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2480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물리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52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b="1" dirty="0">
                          <a:solidFill>
                            <a:schemeClr val="tx1"/>
                          </a:solidFill>
                        </a:rPr>
                        <a:t>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7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7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998723"/>
                  </a:ext>
                </a:extLst>
              </a:tr>
            </a:tbl>
          </a:graphicData>
        </a:graphic>
      </p:graphicFrame>
      <p:sp>
        <p:nvSpPr>
          <p:cNvPr id="206" name="TextBox 205">
            <a:extLst>
              <a:ext uri="{FF2B5EF4-FFF2-40B4-BE49-F238E27FC236}">
                <a16:creationId xmlns:a16="http://schemas.microsoft.com/office/drawing/2014/main" id="{74B05CCB-6B59-4F6D-BC43-8F9FEF651BB1}"/>
              </a:ext>
            </a:extLst>
          </p:cNvPr>
          <p:cNvSpPr txBox="1"/>
          <p:nvPr/>
        </p:nvSpPr>
        <p:spPr>
          <a:xfrm>
            <a:off x="3563072" y="3679207"/>
            <a:ext cx="9989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/>
              <a:t>속성별 피해량</a:t>
            </a:r>
            <a:endParaRPr lang="ko-KR" altLang="en-US" sz="1000" b="1" dirty="0"/>
          </a:p>
        </p:txBody>
      </p: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FAF4B290-63FD-BA93-3DEB-7EB4B4C13DCA}"/>
              </a:ext>
            </a:extLst>
          </p:cNvPr>
          <p:cNvGrpSpPr/>
          <p:nvPr/>
        </p:nvGrpSpPr>
        <p:grpSpPr>
          <a:xfrm>
            <a:off x="6971576" y="1217193"/>
            <a:ext cx="540000" cy="246221"/>
            <a:chOff x="6971576" y="1217193"/>
            <a:chExt cx="540000" cy="246221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E2C72E0C-A43B-3169-FE49-0E4FADF73EDA}"/>
                </a:ext>
              </a:extLst>
            </p:cNvPr>
            <p:cNvSpPr/>
            <p:nvPr/>
          </p:nvSpPr>
          <p:spPr>
            <a:xfrm>
              <a:off x="6971576" y="1226718"/>
              <a:ext cx="540000" cy="231116"/>
            </a:xfrm>
            <a:prstGeom prst="roundRect">
              <a:avLst>
                <a:gd name="adj" fmla="val 50000"/>
              </a:avLst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C2B820BF-3747-A678-F6EC-85AFE7A6BCC6}"/>
                </a:ext>
              </a:extLst>
            </p:cNvPr>
            <p:cNvSpPr txBox="1"/>
            <p:nvPr/>
          </p:nvSpPr>
          <p:spPr>
            <a:xfrm>
              <a:off x="7012820" y="1217193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/>
                <a:t>무기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F2F456E-E7E8-76AF-1676-998A468E13AC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6216DA-E8E6-9B81-1E2A-704BC0C2146B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장비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19845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5871E-0165-D710-6411-F040F6A2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7CA719E7-2647-E0DC-9F1A-1C591F389670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23A36-2107-6FF5-AC7C-F36014716147}"/>
              </a:ext>
            </a:extLst>
          </p:cNvPr>
          <p:cNvSpPr txBox="1"/>
          <p:nvPr/>
        </p:nvSpPr>
        <p:spPr>
          <a:xfrm>
            <a:off x="962147" y="56008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업그레이드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1B9997D-B658-9E77-AD6E-12B119D9999F}"/>
              </a:ext>
            </a:extLst>
          </p:cNvPr>
          <p:cNvSpPr/>
          <p:nvPr/>
        </p:nvSpPr>
        <p:spPr>
          <a:xfrm>
            <a:off x="1769721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A9FB842-AD6A-1649-170F-2C99AD138472}"/>
              </a:ext>
            </a:extLst>
          </p:cNvPr>
          <p:cNvSpPr/>
          <p:nvPr/>
        </p:nvSpPr>
        <p:spPr>
          <a:xfrm>
            <a:off x="988227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041D04F-D385-07FA-2F9C-F96520B72DD1}"/>
              </a:ext>
            </a:extLst>
          </p:cNvPr>
          <p:cNvSpPr/>
          <p:nvPr/>
        </p:nvSpPr>
        <p:spPr>
          <a:xfrm>
            <a:off x="2928658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9A8F49B-C6D4-985C-6EEA-4F8CDF5744EC}"/>
              </a:ext>
            </a:extLst>
          </p:cNvPr>
          <p:cNvSpPr/>
          <p:nvPr/>
        </p:nvSpPr>
        <p:spPr>
          <a:xfrm>
            <a:off x="4087595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7540B70-BD27-1B56-A7AC-86E8ADAE1ED6}"/>
              </a:ext>
            </a:extLst>
          </p:cNvPr>
          <p:cNvSpPr/>
          <p:nvPr/>
        </p:nvSpPr>
        <p:spPr>
          <a:xfrm>
            <a:off x="5246532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FBB7CB8-6997-C746-48BF-9D870B18BEC5}"/>
              </a:ext>
            </a:extLst>
          </p:cNvPr>
          <p:cNvSpPr/>
          <p:nvPr/>
        </p:nvSpPr>
        <p:spPr>
          <a:xfrm>
            <a:off x="6405469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3637FD6-6FB0-ED66-67A1-F0A26B4567E0}"/>
              </a:ext>
            </a:extLst>
          </p:cNvPr>
          <p:cNvSpPr/>
          <p:nvPr/>
        </p:nvSpPr>
        <p:spPr>
          <a:xfrm>
            <a:off x="7564406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23DE66E-C95C-BB04-E4B5-B858163517F1}"/>
              </a:ext>
            </a:extLst>
          </p:cNvPr>
          <p:cNvSpPr/>
          <p:nvPr/>
        </p:nvSpPr>
        <p:spPr>
          <a:xfrm>
            <a:off x="8723343" y="1334391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DB93C74-A452-07E5-D60F-B168CDBD66C4}"/>
              </a:ext>
            </a:extLst>
          </p:cNvPr>
          <p:cNvSpPr/>
          <p:nvPr/>
        </p:nvSpPr>
        <p:spPr>
          <a:xfrm>
            <a:off x="1769721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9AE5921-A9ED-4E1D-4B07-E41E736AB4CE}"/>
              </a:ext>
            </a:extLst>
          </p:cNvPr>
          <p:cNvSpPr/>
          <p:nvPr/>
        </p:nvSpPr>
        <p:spPr>
          <a:xfrm>
            <a:off x="988227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6BB8753-DA75-44A2-43A2-BD2D5513A72C}"/>
              </a:ext>
            </a:extLst>
          </p:cNvPr>
          <p:cNvSpPr/>
          <p:nvPr/>
        </p:nvSpPr>
        <p:spPr>
          <a:xfrm>
            <a:off x="2928658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593BA03-E741-6F96-63C0-0B47E0AF9756}"/>
              </a:ext>
            </a:extLst>
          </p:cNvPr>
          <p:cNvSpPr/>
          <p:nvPr/>
        </p:nvSpPr>
        <p:spPr>
          <a:xfrm>
            <a:off x="4087595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09B5FC1-9296-ABF6-1ADF-117ACC4FE177}"/>
              </a:ext>
            </a:extLst>
          </p:cNvPr>
          <p:cNvSpPr/>
          <p:nvPr/>
        </p:nvSpPr>
        <p:spPr>
          <a:xfrm>
            <a:off x="5246532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6ADDD79-408D-192A-C6DA-FCE7AD58EFC3}"/>
              </a:ext>
            </a:extLst>
          </p:cNvPr>
          <p:cNvSpPr/>
          <p:nvPr/>
        </p:nvSpPr>
        <p:spPr>
          <a:xfrm>
            <a:off x="6405469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5C6C006A-4A15-9DF5-1D6E-ED6E2835E8D0}"/>
              </a:ext>
            </a:extLst>
          </p:cNvPr>
          <p:cNvSpPr/>
          <p:nvPr/>
        </p:nvSpPr>
        <p:spPr>
          <a:xfrm>
            <a:off x="7564406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88ACE11-8496-05ED-E6DD-B52694BDC4EC}"/>
              </a:ext>
            </a:extLst>
          </p:cNvPr>
          <p:cNvSpPr/>
          <p:nvPr/>
        </p:nvSpPr>
        <p:spPr>
          <a:xfrm>
            <a:off x="8723343" y="294790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1BBD27-24C4-5515-3977-22F97851EB7B}"/>
              </a:ext>
            </a:extLst>
          </p:cNvPr>
          <p:cNvSpPr/>
          <p:nvPr/>
        </p:nvSpPr>
        <p:spPr>
          <a:xfrm>
            <a:off x="1769721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05A4442-E702-685B-AFB1-1897327200BA}"/>
              </a:ext>
            </a:extLst>
          </p:cNvPr>
          <p:cNvSpPr/>
          <p:nvPr/>
        </p:nvSpPr>
        <p:spPr>
          <a:xfrm>
            <a:off x="2928658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241DE82-7DCA-E26E-1462-F005116DFA6E}"/>
              </a:ext>
            </a:extLst>
          </p:cNvPr>
          <p:cNvSpPr/>
          <p:nvPr/>
        </p:nvSpPr>
        <p:spPr>
          <a:xfrm>
            <a:off x="4087595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E649CF4-C59B-C103-D3CB-CC933B34B3D9}"/>
              </a:ext>
            </a:extLst>
          </p:cNvPr>
          <p:cNvSpPr/>
          <p:nvPr/>
        </p:nvSpPr>
        <p:spPr>
          <a:xfrm>
            <a:off x="5246532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39AF42F-1055-FBAC-3B85-8E316EA96B54}"/>
              </a:ext>
            </a:extLst>
          </p:cNvPr>
          <p:cNvSpPr/>
          <p:nvPr/>
        </p:nvSpPr>
        <p:spPr>
          <a:xfrm>
            <a:off x="640546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773EE8A-EF05-57F1-4E12-B4F4E8503062}"/>
              </a:ext>
            </a:extLst>
          </p:cNvPr>
          <p:cNvSpPr/>
          <p:nvPr/>
        </p:nvSpPr>
        <p:spPr>
          <a:xfrm>
            <a:off x="7564406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D54EB4-5719-E5D4-3A58-348FDC4B9568}"/>
              </a:ext>
            </a:extLst>
          </p:cNvPr>
          <p:cNvSpPr txBox="1"/>
          <p:nvPr/>
        </p:nvSpPr>
        <p:spPr>
          <a:xfrm>
            <a:off x="1812735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9F4E67-A431-DAE4-85F1-5CB0A4C178CF}"/>
              </a:ext>
            </a:extLst>
          </p:cNvPr>
          <p:cNvSpPr txBox="1"/>
          <p:nvPr/>
        </p:nvSpPr>
        <p:spPr>
          <a:xfrm>
            <a:off x="2812975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체력 재생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621BE36-99BD-F54C-E566-10FC7ABB9F8D}"/>
              </a:ext>
            </a:extLst>
          </p:cNvPr>
          <p:cNvSpPr txBox="1"/>
          <p:nvPr/>
        </p:nvSpPr>
        <p:spPr>
          <a:xfrm>
            <a:off x="4063283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피해량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5C58F5-05A0-D6A5-1CC9-12D63C325FBA}"/>
              </a:ext>
            </a:extLst>
          </p:cNvPr>
          <p:cNvSpPr txBox="1"/>
          <p:nvPr/>
        </p:nvSpPr>
        <p:spPr>
          <a:xfrm>
            <a:off x="5130850" y="1924030"/>
            <a:ext cx="77136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이동 속도</a:t>
            </a:r>
            <a:br>
              <a:rPr lang="en-US" altLang="ko-KR" sz="1050" b="1" dirty="0"/>
            </a:br>
            <a:r>
              <a:rPr lang="ko-KR" altLang="en-US" sz="1050" b="1" dirty="0"/>
              <a:t>증가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4768F2-7DFD-509C-2AC5-771092BB4358}"/>
              </a:ext>
            </a:extLst>
          </p:cNvPr>
          <p:cNvSpPr txBox="1"/>
          <p:nvPr/>
        </p:nvSpPr>
        <p:spPr>
          <a:xfrm>
            <a:off x="6381157" y="2037709"/>
            <a:ext cx="58862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방어력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2794E7-23AB-E795-3175-5F9383E36DBF}"/>
              </a:ext>
            </a:extLst>
          </p:cNvPr>
          <p:cNvSpPr txBox="1"/>
          <p:nvPr/>
        </p:nvSpPr>
        <p:spPr>
          <a:xfrm>
            <a:off x="7607420" y="2037709"/>
            <a:ext cx="4539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0B6A95-59E7-D449-1AF6-8738F8E05017}"/>
              </a:ext>
            </a:extLst>
          </p:cNvPr>
          <p:cNvSpPr txBox="1"/>
          <p:nvPr/>
        </p:nvSpPr>
        <p:spPr>
          <a:xfrm>
            <a:off x="8607660" y="2037709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마력 회복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3D92B52-755E-0BC1-41A8-3373017D5832}"/>
              </a:ext>
            </a:extLst>
          </p:cNvPr>
          <p:cNvSpPr txBox="1"/>
          <p:nvPr/>
        </p:nvSpPr>
        <p:spPr>
          <a:xfrm>
            <a:off x="9790641" y="1924030"/>
            <a:ext cx="7232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재사용</a:t>
            </a:r>
            <a:br>
              <a:rPr lang="en-US" altLang="ko-KR" sz="1050" b="1" dirty="0"/>
            </a:br>
            <a:r>
              <a:rPr lang="ko-KR" altLang="en-US" sz="1050" b="1" dirty="0"/>
              <a:t>대기시간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05AD5D-3867-B017-3943-F2B2C82D0578}"/>
              </a:ext>
            </a:extLst>
          </p:cNvPr>
          <p:cNvSpPr txBox="1"/>
          <p:nvPr/>
        </p:nvSpPr>
        <p:spPr>
          <a:xfrm>
            <a:off x="1586712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개수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2B8942A-D271-D4DC-5F72-FB599CB7D936}"/>
              </a:ext>
            </a:extLst>
          </p:cNvPr>
          <p:cNvSpPr txBox="1"/>
          <p:nvPr/>
        </p:nvSpPr>
        <p:spPr>
          <a:xfrm>
            <a:off x="2745650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투사체 크기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8474D0-545B-0F38-3882-B1F7FAA55F32}"/>
              </a:ext>
            </a:extLst>
          </p:cNvPr>
          <p:cNvSpPr txBox="1"/>
          <p:nvPr/>
        </p:nvSpPr>
        <p:spPr>
          <a:xfrm>
            <a:off x="3971912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기술 범위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47C67E-3DDA-CE1C-0A45-6DCE428BDF38}"/>
              </a:ext>
            </a:extLst>
          </p:cNvPr>
          <p:cNvSpPr txBox="1"/>
          <p:nvPr/>
        </p:nvSpPr>
        <p:spPr>
          <a:xfrm>
            <a:off x="5063524" y="3656117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경험치 획득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974829-F158-D3DB-204F-506DAF91A7ED}"/>
              </a:ext>
            </a:extLst>
          </p:cNvPr>
          <p:cNvSpPr txBox="1"/>
          <p:nvPr/>
        </p:nvSpPr>
        <p:spPr>
          <a:xfrm>
            <a:off x="6289786" y="3656117"/>
            <a:ext cx="77136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획득 반경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CACDB-E1CC-EFFB-E1E5-B7AC7EF91639}"/>
              </a:ext>
            </a:extLst>
          </p:cNvPr>
          <p:cNvSpPr txBox="1"/>
          <p:nvPr/>
        </p:nvSpPr>
        <p:spPr>
          <a:xfrm>
            <a:off x="7381397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전체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240AEE-410F-758C-E704-82CB78015FEA}"/>
              </a:ext>
            </a:extLst>
          </p:cNvPr>
          <p:cNvSpPr txBox="1"/>
          <p:nvPr/>
        </p:nvSpPr>
        <p:spPr>
          <a:xfrm>
            <a:off x="8540335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화염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DD5AF1-A8DA-25D3-FE25-90FB99CBEAAB}"/>
              </a:ext>
            </a:extLst>
          </p:cNvPr>
          <p:cNvSpPr txBox="1"/>
          <p:nvPr/>
        </p:nvSpPr>
        <p:spPr>
          <a:xfrm>
            <a:off x="9699270" y="3537542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바람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3D5FCA-09BB-09F6-68FD-8253B3B534CA}"/>
              </a:ext>
            </a:extLst>
          </p:cNvPr>
          <p:cNvSpPr txBox="1"/>
          <p:nvPr/>
        </p:nvSpPr>
        <p:spPr>
          <a:xfrm>
            <a:off x="1586712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DF34A1F-137A-857C-FE95-CED0CD670024}"/>
              </a:ext>
            </a:extLst>
          </p:cNvPr>
          <p:cNvSpPr txBox="1"/>
          <p:nvPr/>
        </p:nvSpPr>
        <p:spPr>
          <a:xfrm>
            <a:off x="2745649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대지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2004FCD-6296-0B06-766C-748CC9027CEF}"/>
              </a:ext>
            </a:extLst>
          </p:cNvPr>
          <p:cNvSpPr txBox="1"/>
          <p:nvPr/>
        </p:nvSpPr>
        <p:spPr>
          <a:xfrm>
            <a:off x="3904586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얼음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7A18C94-518F-731E-91E0-D2FB930B5E0A}"/>
              </a:ext>
            </a:extLst>
          </p:cNvPr>
          <p:cNvSpPr txBox="1"/>
          <p:nvPr/>
        </p:nvSpPr>
        <p:spPr>
          <a:xfrm>
            <a:off x="5063523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전기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0A5DA14-A55F-1CF8-4E54-3CBEFCD1A84E}"/>
              </a:ext>
            </a:extLst>
          </p:cNvPr>
          <p:cNvSpPr txBox="1"/>
          <p:nvPr/>
        </p:nvSpPr>
        <p:spPr>
          <a:xfrm>
            <a:off x="622246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그림자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D5E47D-F14B-169E-9C6A-E4E2C50851F8}"/>
              </a:ext>
            </a:extLst>
          </p:cNvPr>
          <p:cNvSpPr txBox="1"/>
          <p:nvPr/>
        </p:nvSpPr>
        <p:spPr>
          <a:xfrm>
            <a:off x="7381397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에너지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48ACF618-1AE0-BC0C-74CC-363968395A46}"/>
              </a:ext>
            </a:extLst>
          </p:cNvPr>
          <p:cNvSpPr/>
          <p:nvPr/>
        </p:nvSpPr>
        <p:spPr>
          <a:xfrm>
            <a:off x="8689413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2838023-A953-946B-764D-BF8886C42649}"/>
              </a:ext>
            </a:extLst>
          </p:cNvPr>
          <p:cNvSpPr txBox="1"/>
          <p:nvPr/>
        </p:nvSpPr>
        <p:spPr>
          <a:xfrm>
            <a:off x="8506404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물리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F0D957F1-5358-33C1-6194-813F344DDEE2}"/>
              </a:ext>
            </a:extLst>
          </p:cNvPr>
          <p:cNvSpPr/>
          <p:nvPr/>
        </p:nvSpPr>
        <p:spPr>
          <a:xfrm>
            <a:off x="9882279" y="46561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0FE8C66-BCA3-3556-37C1-5281D1B5375D}"/>
              </a:ext>
            </a:extLst>
          </p:cNvPr>
          <p:cNvSpPr txBox="1"/>
          <p:nvPr/>
        </p:nvSpPr>
        <p:spPr>
          <a:xfrm>
            <a:off x="9699270" y="5242205"/>
            <a:ext cx="9060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50" b="1" dirty="0"/>
              <a:t>속성 피해량</a:t>
            </a:r>
            <a:br>
              <a:rPr lang="en-US" altLang="ko-KR" sz="1050" b="1" dirty="0"/>
            </a:br>
            <a:r>
              <a:rPr lang="en-US" altLang="ko-KR" sz="1050" b="1" dirty="0"/>
              <a:t>(</a:t>
            </a:r>
            <a:r>
              <a:rPr lang="ko-KR" altLang="en-US" sz="1050" b="1" dirty="0"/>
              <a:t>독</a:t>
            </a:r>
            <a:r>
              <a:rPr lang="en-US" altLang="ko-KR" sz="1050" b="1" dirty="0"/>
              <a:t>)</a:t>
            </a:r>
            <a:endParaRPr lang="ko-KR" altLang="en-US" sz="1050" b="1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8EAE9A-8DA3-9472-FCCD-981554D92B02}"/>
              </a:ext>
            </a:extLst>
          </p:cNvPr>
          <p:cNvSpPr txBox="1"/>
          <p:nvPr/>
        </p:nvSpPr>
        <p:spPr>
          <a:xfrm>
            <a:off x="171254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B0F01BF-4EBE-3C5F-214A-9861F14A7AB2}"/>
              </a:ext>
            </a:extLst>
          </p:cNvPr>
          <p:cNvSpPr txBox="1"/>
          <p:nvPr/>
        </p:nvSpPr>
        <p:spPr>
          <a:xfrm>
            <a:off x="175663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79CEF22-0E08-453B-656F-C4687BCF86C0}"/>
              </a:ext>
            </a:extLst>
          </p:cNvPr>
          <p:cNvSpPr txBox="1"/>
          <p:nvPr/>
        </p:nvSpPr>
        <p:spPr>
          <a:xfrm>
            <a:off x="2875492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99C3D79-CFE4-D9FB-B7AE-A18CF776C14B}"/>
              </a:ext>
            </a:extLst>
          </p:cNvPr>
          <p:cNvSpPr txBox="1"/>
          <p:nvPr/>
        </p:nvSpPr>
        <p:spPr>
          <a:xfrm>
            <a:off x="2919575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77C9E9E-264A-BC15-1B56-666FE1A638D3}"/>
              </a:ext>
            </a:extLst>
          </p:cNvPr>
          <p:cNvSpPr txBox="1"/>
          <p:nvPr/>
        </p:nvSpPr>
        <p:spPr>
          <a:xfrm>
            <a:off x="4010384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D847C65-05B2-5B57-FCF5-36FE164C2FA2}"/>
              </a:ext>
            </a:extLst>
          </p:cNvPr>
          <p:cNvSpPr txBox="1"/>
          <p:nvPr/>
        </p:nvSpPr>
        <p:spPr>
          <a:xfrm>
            <a:off x="4054467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E9693E80-BB49-AE24-D769-AC25CB80EC8C}"/>
              </a:ext>
            </a:extLst>
          </p:cNvPr>
          <p:cNvSpPr txBox="1"/>
          <p:nvPr/>
        </p:nvSpPr>
        <p:spPr>
          <a:xfrm>
            <a:off x="5145010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5AE397C-ED19-9020-17AF-F3B12B4C9AF0}"/>
              </a:ext>
            </a:extLst>
          </p:cNvPr>
          <p:cNvSpPr txBox="1"/>
          <p:nvPr/>
        </p:nvSpPr>
        <p:spPr>
          <a:xfrm>
            <a:off x="5189093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E8BCEA-AB57-4059-9736-2CDEA1591A37}"/>
              </a:ext>
            </a:extLst>
          </p:cNvPr>
          <p:cNvSpPr txBox="1"/>
          <p:nvPr/>
        </p:nvSpPr>
        <p:spPr>
          <a:xfrm>
            <a:off x="6319711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10A8348-4FC1-F57A-2347-DD227F260DD5}"/>
              </a:ext>
            </a:extLst>
          </p:cNvPr>
          <p:cNvSpPr txBox="1"/>
          <p:nvPr/>
        </p:nvSpPr>
        <p:spPr>
          <a:xfrm>
            <a:off x="6363794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D78F4B6E-0F81-A3C6-D8AA-1FC98F5CC1F7}"/>
              </a:ext>
            </a:extLst>
          </p:cNvPr>
          <p:cNvSpPr txBox="1"/>
          <p:nvPr/>
        </p:nvSpPr>
        <p:spPr>
          <a:xfrm>
            <a:off x="753448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A30FE553-8CDA-375B-36AE-6B0D9D7A354F}"/>
              </a:ext>
            </a:extLst>
          </p:cNvPr>
          <p:cNvSpPr txBox="1"/>
          <p:nvPr/>
        </p:nvSpPr>
        <p:spPr>
          <a:xfrm>
            <a:off x="757857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291C374-E2D3-52FB-E4AA-EE45E334D532}"/>
              </a:ext>
            </a:extLst>
          </p:cNvPr>
          <p:cNvSpPr txBox="1"/>
          <p:nvPr/>
        </p:nvSpPr>
        <p:spPr>
          <a:xfrm>
            <a:off x="8669037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4E4C5AF6-98D6-F5D8-2211-FD91535E4FDF}"/>
              </a:ext>
            </a:extLst>
          </p:cNvPr>
          <p:cNvSpPr txBox="1"/>
          <p:nvPr/>
        </p:nvSpPr>
        <p:spPr>
          <a:xfrm>
            <a:off x="8713120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235CC6F-D787-7057-7DDC-6851A650A9E0}"/>
              </a:ext>
            </a:extLst>
          </p:cNvPr>
          <p:cNvSpPr txBox="1"/>
          <p:nvPr/>
        </p:nvSpPr>
        <p:spPr>
          <a:xfrm>
            <a:off x="9812285" y="23363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85C5695E-A6D5-A627-457D-FD3CAF5D376F}"/>
              </a:ext>
            </a:extLst>
          </p:cNvPr>
          <p:cNvSpPr txBox="1"/>
          <p:nvPr/>
        </p:nvSpPr>
        <p:spPr>
          <a:xfrm>
            <a:off x="9856368" y="25655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BCB89C3-A91F-2804-8F04-DB852AED77ED}"/>
              </a:ext>
            </a:extLst>
          </p:cNvPr>
          <p:cNvSpPr txBox="1"/>
          <p:nvPr/>
        </p:nvSpPr>
        <p:spPr>
          <a:xfrm>
            <a:off x="171254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729885D-38CF-3C5C-5415-658329A88A04}"/>
              </a:ext>
            </a:extLst>
          </p:cNvPr>
          <p:cNvSpPr txBox="1"/>
          <p:nvPr/>
        </p:nvSpPr>
        <p:spPr>
          <a:xfrm>
            <a:off x="175663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E804E47-D5EC-6EB2-9663-23FD83275F15}"/>
              </a:ext>
            </a:extLst>
          </p:cNvPr>
          <p:cNvSpPr txBox="1"/>
          <p:nvPr/>
        </p:nvSpPr>
        <p:spPr>
          <a:xfrm>
            <a:off x="2875492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A12576-9A74-DB55-7792-9923B829C3F7}"/>
              </a:ext>
            </a:extLst>
          </p:cNvPr>
          <p:cNvSpPr txBox="1"/>
          <p:nvPr/>
        </p:nvSpPr>
        <p:spPr>
          <a:xfrm>
            <a:off x="2919575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A50C341-681F-7F25-EE67-C679E7C2FD4E}"/>
              </a:ext>
            </a:extLst>
          </p:cNvPr>
          <p:cNvSpPr txBox="1"/>
          <p:nvPr/>
        </p:nvSpPr>
        <p:spPr>
          <a:xfrm>
            <a:off x="4010384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9864EA7-1CDB-C4C8-2444-805BD8F287A9}"/>
              </a:ext>
            </a:extLst>
          </p:cNvPr>
          <p:cNvSpPr txBox="1"/>
          <p:nvPr/>
        </p:nvSpPr>
        <p:spPr>
          <a:xfrm>
            <a:off x="4054467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C51381DC-2856-E262-4935-4588232C0C2E}"/>
              </a:ext>
            </a:extLst>
          </p:cNvPr>
          <p:cNvSpPr txBox="1"/>
          <p:nvPr/>
        </p:nvSpPr>
        <p:spPr>
          <a:xfrm>
            <a:off x="5145010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E4DBCAF-351B-79EE-87F1-5EE4202A62B2}"/>
              </a:ext>
            </a:extLst>
          </p:cNvPr>
          <p:cNvSpPr txBox="1"/>
          <p:nvPr/>
        </p:nvSpPr>
        <p:spPr>
          <a:xfrm>
            <a:off x="5189093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9264232-3FE5-3884-8A42-AD3C0861D2D8}"/>
              </a:ext>
            </a:extLst>
          </p:cNvPr>
          <p:cNvSpPr txBox="1"/>
          <p:nvPr/>
        </p:nvSpPr>
        <p:spPr>
          <a:xfrm>
            <a:off x="6319711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339C0570-A7B1-2987-D393-D938272C01DA}"/>
              </a:ext>
            </a:extLst>
          </p:cNvPr>
          <p:cNvSpPr txBox="1"/>
          <p:nvPr/>
        </p:nvSpPr>
        <p:spPr>
          <a:xfrm>
            <a:off x="6363794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5C72653C-159F-B525-57A2-E98F9A09629B}"/>
              </a:ext>
            </a:extLst>
          </p:cNvPr>
          <p:cNvSpPr txBox="1"/>
          <p:nvPr/>
        </p:nvSpPr>
        <p:spPr>
          <a:xfrm>
            <a:off x="753448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92D0C763-E922-9371-8A90-15CEF4481DFC}"/>
              </a:ext>
            </a:extLst>
          </p:cNvPr>
          <p:cNvSpPr txBox="1"/>
          <p:nvPr/>
        </p:nvSpPr>
        <p:spPr>
          <a:xfrm>
            <a:off x="757857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4902A06-3D38-5210-3E1E-462DA375FA8D}"/>
              </a:ext>
            </a:extLst>
          </p:cNvPr>
          <p:cNvSpPr txBox="1"/>
          <p:nvPr/>
        </p:nvSpPr>
        <p:spPr>
          <a:xfrm>
            <a:off x="8669037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AE3A0975-B431-6ED1-E978-52C519C7E7A5}"/>
              </a:ext>
            </a:extLst>
          </p:cNvPr>
          <p:cNvSpPr txBox="1"/>
          <p:nvPr/>
        </p:nvSpPr>
        <p:spPr>
          <a:xfrm>
            <a:off x="8713120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561F5369-7C0B-0636-34E0-58C532B99D20}"/>
              </a:ext>
            </a:extLst>
          </p:cNvPr>
          <p:cNvSpPr txBox="1"/>
          <p:nvPr/>
        </p:nvSpPr>
        <p:spPr>
          <a:xfrm>
            <a:off x="9812285" y="3999122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712F68B0-A742-BE80-05FA-EBCAEF8B6BA4}"/>
              </a:ext>
            </a:extLst>
          </p:cNvPr>
          <p:cNvSpPr txBox="1"/>
          <p:nvPr/>
        </p:nvSpPr>
        <p:spPr>
          <a:xfrm>
            <a:off x="9856368" y="4228345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9A4E691B-7113-7F83-E9AE-DAD63D9196C1}"/>
              </a:ext>
            </a:extLst>
          </p:cNvPr>
          <p:cNvSpPr txBox="1"/>
          <p:nvPr/>
        </p:nvSpPr>
        <p:spPr>
          <a:xfrm>
            <a:off x="171254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11FE0DD-2B3B-E644-81DE-077C2BE56437}"/>
              </a:ext>
            </a:extLst>
          </p:cNvPr>
          <p:cNvSpPr txBox="1"/>
          <p:nvPr/>
        </p:nvSpPr>
        <p:spPr>
          <a:xfrm>
            <a:off x="175663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EE5F3B8-AF24-9328-E3A8-DE6E911C7D8D}"/>
              </a:ext>
            </a:extLst>
          </p:cNvPr>
          <p:cNvSpPr txBox="1"/>
          <p:nvPr/>
        </p:nvSpPr>
        <p:spPr>
          <a:xfrm>
            <a:off x="2875492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85559409-13EB-CDEB-1C11-3A4DF273B88F}"/>
              </a:ext>
            </a:extLst>
          </p:cNvPr>
          <p:cNvSpPr txBox="1"/>
          <p:nvPr/>
        </p:nvSpPr>
        <p:spPr>
          <a:xfrm>
            <a:off x="2919575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1610BB8-4BAC-73BA-F338-1E374A9F0431}"/>
              </a:ext>
            </a:extLst>
          </p:cNvPr>
          <p:cNvSpPr txBox="1"/>
          <p:nvPr/>
        </p:nvSpPr>
        <p:spPr>
          <a:xfrm>
            <a:off x="4010384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15950B31-4924-0B10-EA39-D79546312168}"/>
              </a:ext>
            </a:extLst>
          </p:cNvPr>
          <p:cNvSpPr txBox="1"/>
          <p:nvPr/>
        </p:nvSpPr>
        <p:spPr>
          <a:xfrm>
            <a:off x="4054467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CCE967-EAFB-F7FB-9B16-307ECCD27603}"/>
              </a:ext>
            </a:extLst>
          </p:cNvPr>
          <p:cNvSpPr txBox="1"/>
          <p:nvPr/>
        </p:nvSpPr>
        <p:spPr>
          <a:xfrm>
            <a:off x="5145010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A34BFB8A-AAC1-FC59-5C3C-2E2F86EB4D81}"/>
              </a:ext>
            </a:extLst>
          </p:cNvPr>
          <p:cNvSpPr txBox="1"/>
          <p:nvPr/>
        </p:nvSpPr>
        <p:spPr>
          <a:xfrm>
            <a:off x="5189093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D704BA50-B3D6-8351-0D51-3D914CADA9AE}"/>
              </a:ext>
            </a:extLst>
          </p:cNvPr>
          <p:cNvSpPr txBox="1"/>
          <p:nvPr/>
        </p:nvSpPr>
        <p:spPr>
          <a:xfrm>
            <a:off x="6319711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D346DA18-1EC8-483A-134D-38310B7A87B6}"/>
              </a:ext>
            </a:extLst>
          </p:cNvPr>
          <p:cNvSpPr txBox="1"/>
          <p:nvPr/>
        </p:nvSpPr>
        <p:spPr>
          <a:xfrm>
            <a:off x="6363794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E21DA8F4-9832-D3FD-107B-CF1B15CB5670}"/>
              </a:ext>
            </a:extLst>
          </p:cNvPr>
          <p:cNvSpPr txBox="1"/>
          <p:nvPr/>
        </p:nvSpPr>
        <p:spPr>
          <a:xfrm>
            <a:off x="753448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722561FE-BE01-2A7D-951F-24DE198F2F53}"/>
              </a:ext>
            </a:extLst>
          </p:cNvPr>
          <p:cNvSpPr txBox="1"/>
          <p:nvPr/>
        </p:nvSpPr>
        <p:spPr>
          <a:xfrm>
            <a:off x="757857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6A987F28-2EB9-B9FC-F0C5-37430FE9FE70}"/>
              </a:ext>
            </a:extLst>
          </p:cNvPr>
          <p:cNvSpPr txBox="1"/>
          <p:nvPr/>
        </p:nvSpPr>
        <p:spPr>
          <a:xfrm>
            <a:off x="8669037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FD3FAF85-FCC5-0220-6DA0-441A41BAAD41}"/>
              </a:ext>
            </a:extLst>
          </p:cNvPr>
          <p:cNvSpPr txBox="1"/>
          <p:nvPr/>
        </p:nvSpPr>
        <p:spPr>
          <a:xfrm>
            <a:off x="8713120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19979AE0-7E78-D023-488F-D8A6BBBF2E9A}"/>
              </a:ext>
            </a:extLst>
          </p:cNvPr>
          <p:cNvSpPr txBox="1"/>
          <p:nvPr/>
        </p:nvSpPr>
        <p:spPr>
          <a:xfrm>
            <a:off x="9812285" y="5675670"/>
            <a:ext cx="6543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 / 10</a:t>
            </a:r>
            <a:endParaRPr lang="ko-KR" altLang="en-US" sz="1050" b="1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4D971EA-187D-0B62-2A25-59D5EBC348DF}"/>
              </a:ext>
            </a:extLst>
          </p:cNvPr>
          <p:cNvSpPr txBox="1"/>
          <p:nvPr/>
        </p:nvSpPr>
        <p:spPr>
          <a:xfrm>
            <a:off x="9856368" y="5904893"/>
            <a:ext cx="56618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b="1" dirty="0"/>
              <a:t>100 G</a:t>
            </a:r>
            <a:endParaRPr lang="ko-KR" altLang="en-US" sz="1050" b="1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79CD3D39-A1BA-D9CF-D1B7-39F0D94503D4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50128811-F880-45C2-C3E0-05B26CB2B616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46CC0FFE-DA81-5AC3-9308-57560E8EDC2D}"/>
              </a:ext>
            </a:extLst>
          </p:cNvPr>
          <p:cNvCxnSpPr>
            <a:cxnSpLocks/>
          </p:cNvCxnSpPr>
          <p:nvPr/>
        </p:nvCxnSpPr>
        <p:spPr>
          <a:xfrm>
            <a:off x="1518249" y="2819509"/>
            <a:ext cx="9187132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직선 연결선 237">
            <a:extLst>
              <a:ext uri="{FF2B5EF4-FFF2-40B4-BE49-F238E27FC236}">
                <a16:creationId xmlns:a16="http://schemas.microsoft.com/office/drawing/2014/main" id="{FB36496E-42D9-26D5-7146-2FDFB217B162}"/>
              </a:ext>
            </a:extLst>
          </p:cNvPr>
          <p:cNvCxnSpPr>
            <a:cxnSpLocks/>
          </p:cNvCxnSpPr>
          <p:nvPr/>
        </p:nvCxnSpPr>
        <p:spPr>
          <a:xfrm>
            <a:off x="1518249" y="4498185"/>
            <a:ext cx="9169879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B20B403D-7A0D-6365-67FB-0EA61C8CCA89}"/>
              </a:ext>
            </a:extLst>
          </p:cNvPr>
          <p:cNvCxnSpPr>
            <a:cxnSpLocks/>
          </p:cNvCxnSpPr>
          <p:nvPr/>
        </p:nvCxnSpPr>
        <p:spPr>
          <a:xfrm>
            <a:off x="610435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B338AEB3-E612-BDA8-CB5F-AF385A3125E8}"/>
              </a:ext>
            </a:extLst>
          </p:cNvPr>
          <p:cNvCxnSpPr>
            <a:cxnSpLocks/>
          </p:cNvCxnSpPr>
          <p:nvPr/>
        </p:nvCxnSpPr>
        <p:spPr>
          <a:xfrm>
            <a:off x="495265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A7AC91A3-E185-EA6D-41E5-4B76FADBEC4A}"/>
              </a:ext>
            </a:extLst>
          </p:cNvPr>
          <p:cNvCxnSpPr>
            <a:cxnSpLocks/>
          </p:cNvCxnSpPr>
          <p:nvPr/>
        </p:nvCxnSpPr>
        <p:spPr>
          <a:xfrm>
            <a:off x="380096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직선 연결선 249">
            <a:extLst>
              <a:ext uri="{FF2B5EF4-FFF2-40B4-BE49-F238E27FC236}">
                <a16:creationId xmlns:a16="http://schemas.microsoft.com/office/drawing/2014/main" id="{932DC97C-C4B2-124F-4185-717957D910BB}"/>
              </a:ext>
            </a:extLst>
          </p:cNvPr>
          <p:cNvCxnSpPr>
            <a:cxnSpLocks/>
          </p:cNvCxnSpPr>
          <p:nvPr/>
        </p:nvCxnSpPr>
        <p:spPr>
          <a:xfrm>
            <a:off x="264926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직선 연결선 250">
            <a:extLst>
              <a:ext uri="{FF2B5EF4-FFF2-40B4-BE49-F238E27FC236}">
                <a16:creationId xmlns:a16="http://schemas.microsoft.com/office/drawing/2014/main" id="{D705F143-A89E-F93F-7489-A73BA81AB6F5}"/>
              </a:ext>
            </a:extLst>
          </p:cNvPr>
          <p:cNvCxnSpPr>
            <a:cxnSpLocks/>
          </p:cNvCxnSpPr>
          <p:nvPr/>
        </p:nvCxnSpPr>
        <p:spPr>
          <a:xfrm>
            <a:off x="725604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직선 연결선 251">
            <a:extLst>
              <a:ext uri="{FF2B5EF4-FFF2-40B4-BE49-F238E27FC236}">
                <a16:creationId xmlns:a16="http://schemas.microsoft.com/office/drawing/2014/main" id="{8459D73F-E7FC-53E4-BD91-53D2425531A1}"/>
              </a:ext>
            </a:extLst>
          </p:cNvPr>
          <p:cNvCxnSpPr>
            <a:cxnSpLocks/>
          </p:cNvCxnSpPr>
          <p:nvPr/>
        </p:nvCxnSpPr>
        <p:spPr>
          <a:xfrm>
            <a:off x="840774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직선 연결선 252">
            <a:extLst>
              <a:ext uri="{FF2B5EF4-FFF2-40B4-BE49-F238E27FC236}">
                <a16:creationId xmlns:a16="http://schemas.microsoft.com/office/drawing/2014/main" id="{CA020D6F-D6E1-EFBA-3981-2E37F7E31982}"/>
              </a:ext>
            </a:extLst>
          </p:cNvPr>
          <p:cNvCxnSpPr>
            <a:cxnSpLocks/>
          </p:cNvCxnSpPr>
          <p:nvPr/>
        </p:nvCxnSpPr>
        <p:spPr>
          <a:xfrm>
            <a:off x="9559437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직선 연결선 257">
            <a:extLst>
              <a:ext uri="{FF2B5EF4-FFF2-40B4-BE49-F238E27FC236}">
                <a16:creationId xmlns:a16="http://schemas.microsoft.com/office/drawing/2014/main" id="{F9B475F2-D703-64BF-B4F9-229696DB0FC1}"/>
              </a:ext>
            </a:extLst>
          </p:cNvPr>
          <p:cNvCxnSpPr>
            <a:cxnSpLocks/>
          </p:cNvCxnSpPr>
          <p:nvPr/>
        </p:nvCxnSpPr>
        <p:spPr>
          <a:xfrm>
            <a:off x="10711133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직선 연결선 298">
            <a:extLst>
              <a:ext uri="{FF2B5EF4-FFF2-40B4-BE49-F238E27FC236}">
                <a16:creationId xmlns:a16="http://schemas.microsoft.com/office/drawing/2014/main" id="{08713ECA-129B-63BD-C7E3-61A16C4C6162}"/>
              </a:ext>
            </a:extLst>
          </p:cNvPr>
          <p:cNvCxnSpPr>
            <a:cxnSpLocks/>
          </p:cNvCxnSpPr>
          <p:nvPr/>
        </p:nvCxnSpPr>
        <p:spPr>
          <a:xfrm>
            <a:off x="921466" y="6219082"/>
            <a:ext cx="10358534" cy="0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직선 연결선 299">
            <a:extLst>
              <a:ext uri="{FF2B5EF4-FFF2-40B4-BE49-F238E27FC236}">
                <a16:creationId xmlns:a16="http://schemas.microsoft.com/office/drawing/2014/main" id="{9F656FF0-BB2C-A81B-5621-3650571A7134}"/>
              </a:ext>
            </a:extLst>
          </p:cNvPr>
          <p:cNvCxnSpPr>
            <a:cxnSpLocks/>
          </p:cNvCxnSpPr>
          <p:nvPr/>
        </p:nvCxnSpPr>
        <p:spPr>
          <a:xfrm>
            <a:off x="1497572" y="1216083"/>
            <a:ext cx="0" cy="5003562"/>
          </a:xfrm>
          <a:prstGeom prst="line">
            <a:avLst/>
          </a:prstGeom>
          <a:ln w="317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BD7D5015-84AD-B2B8-E207-24B25BE40E93}"/>
              </a:ext>
            </a:extLst>
          </p:cNvPr>
          <p:cNvSpPr txBox="1"/>
          <p:nvPr/>
        </p:nvSpPr>
        <p:spPr>
          <a:xfrm>
            <a:off x="912000" y="67859"/>
            <a:ext cx="3321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업그레이드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42599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3B740-CDD6-2210-8BF3-88EDEDC4E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ECE15B-3221-9812-8EEB-683E3DF8B2CE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A1251E7-A198-9A1A-8626-BFA9C962A9FA}"/>
              </a:ext>
            </a:extLst>
          </p:cNvPr>
          <p:cNvSpPr/>
          <p:nvPr/>
        </p:nvSpPr>
        <p:spPr>
          <a:xfrm>
            <a:off x="1080655" y="3731491"/>
            <a:ext cx="2152072" cy="24568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06DA95-7131-82AF-A4A1-9977411ADAA3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상점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955A903-BF28-6F0F-1679-478CE1556DEB}"/>
              </a:ext>
            </a:extLst>
          </p:cNvPr>
          <p:cNvCxnSpPr>
            <a:cxnSpLocks/>
          </p:cNvCxnSpPr>
          <p:nvPr/>
        </p:nvCxnSpPr>
        <p:spPr>
          <a:xfrm>
            <a:off x="921466" y="1181256"/>
            <a:ext cx="10358534" cy="0"/>
          </a:xfrm>
          <a:prstGeom prst="line">
            <a:avLst/>
          </a:prstGeom>
          <a:ln w="3175">
            <a:solidFill>
              <a:srgbClr val="D5D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F0568E3-66ED-E409-B2BA-DC73B3DA520F}"/>
              </a:ext>
            </a:extLst>
          </p:cNvPr>
          <p:cNvSpPr/>
          <p:nvPr/>
        </p:nvSpPr>
        <p:spPr>
          <a:xfrm>
            <a:off x="3666836" y="1849513"/>
            <a:ext cx="7038109" cy="42441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7E888D0-0CBA-F472-264E-ACEACED0AAA0}"/>
              </a:ext>
            </a:extLst>
          </p:cNvPr>
          <p:cNvSpPr/>
          <p:nvPr/>
        </p:nvSpPr>
        <p:spPr>
          <a:xfrm>
            <a:off x="4408873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A25CAA00-2D2E-745E-7BDA-DA6644942C25}"/>
              </a:ext>
            </a:extLst>
          </p:cNvPr>
          <p:cNvSpPr/>
          <p:nvPr/>
        </p:nvSpPr>
        <p:spPr>
          <a:xfrm>
            <a:off x="7045285" y="2531611"/>
            <a:ext cx="2160000" cy="288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5B9B2FD-225B-0DA3-04ED-A54F32737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7518"/>
          <a:stretch>
            <a:fillRect/>
          </a:stretch>
        </p:blipFill>
        <p:spPr>
          <a:xfrm>
            <a:off x="9780340" y="2531611"/>
            <a:ext cx="924605" cy="2901948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1A0C7CEF-A684-FC73-4479-C49940DCBE3A}"/>
              </a:ext>
            </a:extLst>
          </p:cNvPr>
          <p:cNvCxnSpPr/>
          <p:nvPr/>
        </p:nvCxnSpPr>
        <p:spPr>
          <a:xfrm>
            <a:off x="10704945" y="2531611"/>
            <a:ext cx="0" cy="2880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CBA5D9A-8124-F6B2-D926-373674AAA22A}"/>
              </a:ext>
            </a:extLst>
          </p:cNvPr>
          <p:cNvSpPr/>
          <p:nvPr/>
        </p:nvSpPr>
        <p:spPr>
          <a:xfrm flipV="1">
            <a:off x="3666836" y="5907174"/>
            <a:ext cx="7038109" cy="194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0A202DD-A1E7-C761-CC18-66647596F473}"/>
              </a:ext>
            </a:extLst>
          </p:cNvPr>
          <p:cNvSpPr/>
          <p:nvPr/>
        </p:nvSpPr>
        <p:spPr>
          <a:xfrm flipV="1">
            <a:off x="3851192" y="5907174"/>
            <a:ext cx="1392452" cy="19464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B81C93F-CDB5-4E39-A352-99E3631D5E7B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2C3EF7F-445D-8EE6-BB46-50B1C173C3DE}"/>
              </a:ext>
            </a:extLst>
          </p:cNvPr>
          <p:cNvSpPr/>
          <p:nvPr/>
        </p:nvSpPr>
        <p:spPr>
          <a:xfrm>
            <a:off x="1265382" y="2070992"/>
            <a:ext cx="1826399" cy="4996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705A3A-0661-ECF4-B857-00D6E9566EC8}"/>
              </a:ext>
            </a:extLst>
          </p:cNvPr>
          <p:cNvSpPr/>
          <p:nvPr/>
        </p:nvSpPr>
        <p:spPr>
          <a:xfrm>
            <a:off x="1265382" y="2968381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6699122-D6BF-65FB-E430-113FC44C79B7}"/>
              </a:ext>
            </a:extLst>
          </p:cNvPr>
          <p:cNvSpPr/>
          <p:nvPr/>
        </p:nvSpPr>
        <p:spPr>
          <a:xfrm>
            <a:off x="1265382" y="4064660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4E8715C-B920-4E53-188C-E0003AA5E62A}"/>
              </a:ext>
            </a:extLst>
          </p:cNvPr>
          <p:cNvSpPr/>
          <p:nvPr/>
        </p:nvSpPr>
        <p:spPr>
          <a:xfrm>
            <a:off x="1265382" y="4763159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22BCA32-F5B8-CB13-665D-25244936C979}"/>
              </a:ext>
            </a:extLst>
          </p:cNvPr>
          <p:cNvSpPr/>
          <p:nvPr/>
        </p:nvSpPr>
        <p:spPr>
          <a:xfrm>
            <a:off x="1265382" y="5461658"/>
            <a:ext cx="1826399" cy="49961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CD56BF-7819-3CBA-F0BA-3D06AC18DFBA}"/>
              </a:ext>
            </a:extLst>
          </p:cNvPr>
          <p:cNvSpPr txBox="1"/>
          <p:nvPr/>
        </p:nvSpPr>
        <p:spPr>
          <a:xfrm>
            <a:off x="1855415" y="213613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장비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4688AD6-C951-0BC0-6DED-DA91A8333408}"/>
              </a:ext>
            </a:extLst>
          </p:cNvPr>
          <p:cNvSpPr txBox="1"/>
          <p:nvPr/>
        </p:nvSpPr>
        <p:spPr>
          <a:xfrm>
            <a:off x="1739999" y="303352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소모품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C5AD19-B97A-2BAB-29A3-996F7E5BC701}"/>
              </a:ext>
            </a:extLst>
          </p:cNvPr>
          <p:cNvSpPr txBox="1"/>
          <p:nvPr/>
        </p:nvSpPr>
        <p:spPr>
          <a:xfrm>
            <a:off x="1855414" y="4129799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스킬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96D86-E984-DC4A-525E-036E495C123A}"/>
              </a:ext>
            </a:extLst>
          </p:cNvPr>
          <p:cNvSpPr txBox="1"/>
          <p:nvPr/>
        </p:nvSpPr>
        <p:spPr>
          <a:xfrm>
            <a:off x="1855414" y="48282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유물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5C85587-6FAA-431D-94B0-B6EF4F70C466}"/>
              </a:ext>
            </a:extLst>
          </p:cNvPr>
          <p:cNvSpPr txBox="1"/>
          <p:nvPr/>
        </p:nvSpPr>
        <p:spPr>
          <a:xfrm>
            <a:off x="1855415" y="552548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장비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7897A3F-0021-326D-8169-6D36447BA8B9}"/>
              </a:ext>
            </a:extLst>
          </p:cNvPr>
          <p:cNvGrpSpPr/>
          <p:nvPr/>
        </p:nvGrpSpPr>
        <p:grpSpPr>
          <a:xfrm>
            <a:off x="1174207" y="3546825"/>
            <a:ext cx="886896" cy="369332"/>
            <a:chOff x="4572000" y="-25086"/>
            <a:chExt cx="1182255" cy="369332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490280EC-09FA-0BF4-63C9-80F4DDBACE2F}"/>
                </a:ext>
              </a:extLst>
            </p:cNvPr>
            <p:cNvSpPr/>
            <p:nvPr/>
          </p:nvSpPr>
          <p:spPr>
            <a:xfrm>
              <a:off x="4572000" y="0"/>
              <a:ext cx="1182255" cy="291521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93012F8-ADC4-3A50-F56F-970B329B78FA}"/>
                </a:ext>
              </a:extLst>
            </p:cNvPr>
            <p:cNvSpPr txBox="1"/>
            <p:nvPr/>
          </p:nvSpPr>
          <p:spPr>
            <a:xfrm>
              <a:off x="4732339" y="-25086"/>
              <a:ext cx="8615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/>
                <a:t>해금</a:t>
              </a:r>
            </a:p>
          </p:txBody>
        </p:sp>
      </p:grp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0F7BC496-A621-3BA2-075B-0D0BC7249C0A}"/>
              </a:ext>
            </a:extLst>
          </p:cNvPr>
          <p:cNvSpPr/>
          <p:nvPr/>
        </p:nvSpPr>
        <p:spPr>
          <a:xfrm>
            <a:off x="5218873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1E4A07DC-B545-EE76-3034-07A3E3B724F3}"/>
              </a:ext>
            </a:extLst>
          </p:cNvPr>
          <p:cNvSpPr/>
          <p:nvPr/>
        </p:nvSpPr>
        <p:spPr>
          <a:xfrm>
            <a:off x="7855285" y="2919376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C7FD0D67-6409-0229-7E20-3031CA30D9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0427553" y="2908935"/>
            <a:ext cx="277391" cy="560881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0860B08B-BB02-7C43-135E-2C0F4CBA59E8}"/>
              </a:ext>
            </a:extLst>
          </p:cNvPr>
          <p:cNvSpPr txBox="1"/>
          <p:nvPr/>
        </p:nvSpPr>
        <p:spPr>
          <a:xfrm>
            <a:off x="4893998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화염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5013E43-FA89-9B62-C9EF-0BB231260A3E}"/>
              </a:ext>
            </a:extLst>
          </p:cNvPr>
          <p:cNvSpPr txBox="1"/>
          <p:nvPr/>
        </p:nvSpPr>
        <p:spPr>
          <a:xfrm>
            <a:off x="7530410" y="353300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얼음 </a:t>
            </a:r>
            <a:r>
              <a:rPr lang="ko-KR" altLang="en-US" dirty="0" err="1"/>
              <a:t>보주</a:t>
            </a:r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CFF763D-FF26-A79E-F370-7F56EA9CA3C6}"/>
              </a:ext>
            </a:extLst>
          </p:cNvPr>
          <p:cNvSpPr txBox="1"/>
          <p:nvPr/>
        </p:nvSpPr>
        <p:spPr>
          <a:xfrm>
            <a:off x="10118738" y="35330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전기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8137359-8ED5-7D10-0FCF-2031C3139CAC}"/>
              </a:ext>
            </a:extLst>
          </p:cNvPr>
          <p:cNvSpPr txBox="1"/>
          <p:nvPr/>
        </p:nvSpPr>
        <p:spPr>
          <a:xfrm>
            <a:off x="4669467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불꽃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619D4DD-3FE1-5BD7-D254-051262D98C29}"/>
              </a:ext>
            </a:extLst>
          </p:cNvPr>
          <p:cNvSpPr txBox="1"/>
          <p:nvPr/>
        </p:nvSpPr>
        <p:spPr>
          <a:xfrm>
            <a:off x="7308393" y="4064660"/>
            <a:ext cx="1875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스킬 </a:t>
            </a:r>
            <a:r>
              <a:rPr lang="en-US" altLang="ko-KR" sz="1200" dirty="0"/>
              <a:t>: </a:t>
            </a:r>
            <a:r>
              <a:rPr lang="ko-KR" altLang="en-US" sz="1200" dirty="0"/>
              <a:t>얼음 탄환을 지닌 </a:t>
            </a:r>
            <a:br>
              <a:rPr lang="en-US" altLang="ko-KR" sz="1200" dirty="0"/>
            </a:br>
            <a:r>
              <a:rPr lang="ko-KR" altLang="en-US" sz="1200" dirty="0"/>
              <a:t>채 게임을 시작합니다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5BAB7D23-19AE-300F-CAEF-0333C3F26D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425"/>
          <a:stretch>
            <a:fillRect/>
          </a:stretch>
        </p:blipFill>
        <p:spPr>
          <a:xfrm>
            <a:off x="9952995" y="4064660"/>
            <a:ext cx="751949" cy="51210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3458A56C-C6EB-0DC8-E558-688DD6D2CA73}"/>
              </a:ext>
            </a:extLst>
          </p:cNvPr>
          <p:cNvSpPr txBox="1"/>
          <p:nvPr/>
        </p:nvSpPr>
        <p:spPr>
          <a:xfrm>
            <a:off x="5084754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62F0E6D-0F0B-7CFD-7A22-DD816324D113}"/>
              </a:ext>
            </a:extLst>
          </p:cNvPr>
          <p:cNvSpPr txBox="1"/>
          <p:nvPr/>
        </p:nvSpPr>
        <p:spPr>
          <a:xfrm>
            <a:off x="7721166" y="4784302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500 G</a:t>
            </a:r>
            <a:endParaRPr lang="ko-KR" altLang="en-US" dirty="0"/>
          </a:p>
        </p:txBody>
      </p:sp>
      <p:pic>
        <p:nvPicPr>
          <p:cNvPr id="93" name="그림 92">
            <a:extLst>
              <a:ext uri="{FF2B5EF4-FFF2-40B4-BE49-F238E27FC236}">
                <a16:creationId xmlns:a16="http://schemas.microsoft.com/office/drawing/2014/main" id="{60A03881-D105-3583-0472-A2775A7192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4167"/>
          <a:stretch>
            <a:fillRect/>
          </a:stretch>
        </p:blipFill>
        <p:spPr>
          <a:xfrm>
            <a:off x="10383811" y="4802786"/>
            <a:ext cx="321133" cy="481626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7491665A-7736-A58B-E85A-239F016F4EDD}"/>
              </a:ext>
            </a:extLst>
          </p:cNvPr>
          <p:cNvSpPr txBox="1"/>
          <p:nvPr/>
        </p:nvSpPr>
        <p:spPr>
          <a:xfrm>
            <a:off x="9875033" y="63105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3250</a:t>
            </a:r>
            <a:endParaRPr lang="ko-KR" altLang="en-US" dirty="0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20DFE3F-854F-8FF5-8E0D-49D1F544E83D}"/>
              </a:ext>
            </a:extLst>
          </p:cNvPr>
          <p:cNvGrpSpPr/>
          <p:nvPr/>
        </p:nvGrpSpPr>
        <p:grpSpPr>
          <a:xfrm>
            <a:off x="9395687" y="677422"/>
            <a:ext cx="527673" cy="363888"/>
            <a:chOff x="9395687" y="677422"/>
            <a:chExt cx="527673" cy="363888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68A977E6-7AC1-4E1B-FEFC-31A6E173FDD7}"/>
                </a:ext>
              </a:extLst>
            </p:cNvPr>
            <p:cNvSpPr/>
            <p:nvPr/>
          </p:nvSpPr>
          <p:spPr>
            <a:xfrm>
              <a:off x="9492340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2F0F9C85-2ACF-540A-231A-110CDF4E64C5}"/>
                </a:ext>
              </a:extLst>
            </p:cNvPr>
            <p:cNvSpPr/>
            <p:nvPr/>
          </p:nvSpPr>
          <p:spPr>
            <a:xfrm>
              <a:off x="9395687" y="938072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56785F3E-9A03-341B-DC4C-8B4B2855A398}"/>
                </a:ext>
              </a:extLst>
            </p:cNvPr>
            <p:cNvSpPr/>
            <p:nvPr/>
          </p:nvSpPr>
          <p:spPr>
            <a:xfrm>
              <a:off x="9635360" y="892830"/>
              <a:ext cx="288000" cy="103238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0E52D431-681F-1C8C-E110-56F7DDA7B672}"/>
                </a:ext>
              </a:extLst>
            </p:cNvPr>
            <p:cNvSpPr/>
            <p:nvPr/>
          </p:nvSpPr>
          <p:spPr>
            <a:xfrm>
              <a:off x="9587033" y="677422"/>
              <a:ext cx="288000" cy="288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chemeClr val="tx1"/>
                  </a:solidFill>
                </a:rPr>
                <a:t>G</a:t>
              </a:r>
              <a:endParaRPr lang="ko-KR" alt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00C5721D-5AA1-968A-5CB7-96CBFD9ED86F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상점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5509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6F1F3-E9E7-8A74-B154-F9C24DA3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7824A2F-1D49-A3A0-1461-5E41ACFAD83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A0E89A-AEA2-79D3-37C1-A892666EFE23}"/>
              </a:ext>
            </a:extLst>
          </p:cNvPr>
          <p:cNvSpPr/>
          <p:nvPr/>
        </p:nvSpPr>
        <p:spPr>
          <a:xfrm>
            <a:off x="1219200" y="23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030AE8B-77CE-8C38-89E8-AE04A50FEF5E}"/>
              </a:ext>
            </a:extLst>
          </p:cNvPr>
          <p:cNvSpPr/>
          <p:nvPr/>
        </p:nvSpPr>
        <p:spPr>
          <a:xfrm>
            <a:off x="1219200" y="290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368AEC6-5F2A-BB16-34B4-E607518D04DE}"/>
              </a:ext>
            </a:extLst>
          </p:cNvPr>
          <p:cNvSpPr/>
          <p:nvPr/>
        </p:nvSpPr>
        <p:spPr>
          <a:xfrm>
            <a:off x="1219200" y="344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330BB09-2A06-6A0E-5F4B-A93DF366673E}"/>
              </a:ext>
            </a:extLst>
          </p:cNvPr>
          <p:cNvSpPr/>
          <p:nvPr/>
        </p:nvSpPr>
        <p:spPr>
          <a:xfrm>
            <a:off x="1219200" y="398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6BBACC-8534-33B2-5C8A-1FFED96D29B1}"/>
              </a:ext>
            </a:extLst>
          </p:cNvPr>
          <p:cNvSpPr/>
          <p:nvPr/>
        </p:nvSpPr>
        <p:spPr>
          <a:xfrm>
            <a:off x="1219200" y="452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4785D04-C13E-F720-2651-920AAB520293}"/>
              </a:ext>
            </a:extLst>
          </p:cNvPr>
          <p:cNvSpPr/>
          <p:nvPr/>
        </p:nvSpPr>
        <p:spPr>
          <a:xfrm>
            <a:off x="1219200" y="506886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A2F171FA-CEB3-9FDB-5997-99EC5316B293}"/>
              </a:ext>
            </a:extLst>
          </p:cNvPr>
          <p:cNvGrpSpPr/>
          <p:nvPr/>
        </p:nvGrpSpPr>
        <p:grpSpPr>
          <a:xfrm>
            <a:off x="1034472" y="1626646"/>
            <a:ext cx="1239239" cy="507339"/>
            <a:chOff x="1219199" y="1838036"/>
            <a:chExt cx="1057421" cy="31403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A1A8221-83B0-1596-146F-954A20A46C29}"/>
                </a:ext>
              </a:extLst>
            </p:cNvPr>
            <p:cNvSpPr/>
            <p:nvPr/>
          </p:nvSpPr>
          <p:spPr>
            <a:xfrm>
              <a:off x="1219199" y="1838036"/>
              <a:ext cx="1057421" cy="314037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EE615C-298D-2E3E-32BA-4E80FDFDEA97}"/>
                </a:ext>
              </a:extLst>
            </p:cNvPr>
            <p:cNvSpPr txBox="1"/>
            <p:nvPr/>
          </p:nvSpPr>
          <p:spPr>
            <a:xfrm>
              <a:off x="1315791" y="1881297"/>
              <a:ext cx="933124" cy="1905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스킬 </a:t>
              </a:r>
              <a:r>
                <a:rPr lang="en-US" altLang="ko-KR" sz="1400" b="1" dirty="0"/>
                <a:t>(</a:t>
              </a:r>
              <a:r>
                <a:rPr lang="ko-KR" altLang="en-US" sz="1400" b="1" dirty="0"/>
                <a:t>일반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8BC7B653-B53F-FB7C-1578-FD0AB46AD233}"/>
              </a:ext>
            </a:extLst>
          </p:cNvPr>
          <p:cNvSpPr txBox="1"/>
          <p:nvPr/>
        </p:nvSpPr>
        <p:spPr>
          <a:xfrm>
            <a:off x="1219199" y="2376579"/>
            <a:ext cx="11288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100" b="1" dirty="0"/>
              <a:t>(</a:t>
            </a:r>
            <a:r>
              <a:rPr lang="ko-KR" altLang="en-US" sz="1100" b="1" dirty="0"/>
              <a:t>캐스트</a:t>
            </a:r>
            <a:r>
              <a:rPr lang="en-US" altLang="ko-KR" sz="1100" b="1" dirty="0"/>
              <a:t>)</a:t>
            </a:r>
            <a:endParaRPr lang="ko-KR" altLang="en-US" sz="12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381CF6-BAEE-B430-4BAE-6D3ABBF63937}"/>
              </a:ext>
            </a:extLst>
          </p:cNvPr>
          <p:cNvSpPr txBox="1"/>
          <p:nvPr/>
        </p:nvSpPr>
        <p:spPr>
          <a:xfrm>
            <a:off x="1219199" y="2899688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스킬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보조</a:t>
            </a:r>
            <a:r>
              <a:rPr lang="en-US" altLang="ko-KR" sz="1400" b="1" dirty="0"/>
              <a:t>)</a:t>
            </a:r>
            <a:endParaRPr lang="ko-KR" altLang="en-US" sz="1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D6AE70-AD08-5575-3458-E69C865D0914}"/>
              </a:ext>
            </a:extLst>
          </p:cNvPr>
          <p:cNvSpPr txBox="1"/>
          <p:nvPr/>
        </p:nvSpPr>
        <p:spPr>
          <a:xfrm>
            <a:off x="1431247" y="3433428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유물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C4C65-C73C-7F11-A8DD-FF411AE39905}"/>
              </a:ext>
            </a:extLst>
          </p:cNvPr>
          <p:cNvSpPr txBox="1"/>
          <p:nvPr/>
        </p:nvSpPr>
        <p:spPr>
          <a:xfrm>
            <a:off x="1431247" y="398091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증강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6D2982-568D-9A09-4FC0-A045D07AA204}"/>
              </a:ext>
            </a:extLst>
          </p:cNvPr>
          <p:cNvSpPr txBox="1"/>
          <p:nvPr/>
        </p:nvSpPr>
        <p:spPr>
          <a:xfrm>
            <a:off x="1463965" y="4524887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퓨전</a:t>
            </a:r>
            <a:endParaRPr lang="ko-KR" altLang="en-US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3AA95C-AE1E-4BB8-3CC5-1EC056A6B85F}"/>
              </a:ext>
            </a:extLst>
          </p:cNvPr>
          <p:cNvSpPr txBox="1"/>
          <p:nvPr/>
        </p:nvSpPr>
        <p:spPr>
          <a:xfrm>
            <a:off x="1332819" y="506886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/>
              <a:t>몬스터</a:t>
            </a:r>
            <a:endParaRPr lang="ko-KR" altLang="en-US" sz="1400" b="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AC740C-DDB1-CB8C-3A38-DDEF1FF68975}"/>
              </a:ext>
            </a:extLst>
          </p:cNvPr>
          <p:cNvSpPr/>
          <p:nvPr/>
        </p:nvSpPr>
        <p:spPr>
          <a:xfrm>
            <a:off x="2273711" y="1347589"/>
            <a:ext cx="8812696" cy="4830619"/>
          </a:xfrm>
          <a:prstGeom prst="rect">
            <a:avLst/>
          </a:prstGeom>
          <a:solidFill>
            <a:srgbClr val="F8E8C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EB01730-5C49-4B13-6DD4-0B1337411D6C}"/>
              </a:ext>
            </a:extLst>
          </p:cNvPr>
          <p:cNvSpPr/>
          <p:nvPr/>
        </p:nvSpPr>
        <p:spPr>
          <a:xfrm>
            <a:off x="1219200" y="5602602"/>
            <a:ext cx="1057420" cy="31403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C5E341-ECAF-6288-F0E6-1CB03498C446}"/>
              </a:ext>
            </a:extLst>
          </p:cNvPr>
          <p:cNvSpPr txBox="1"/>
          <p:nvPr/>
        </p:nvSpPr>
        <p:spPr>
          <a:xfrm>
            <a:off x="1463964" y="560260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보스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3ABBAEC-36DF-3B25-874D-213345D5E1C5}"/>
              </a:ext>
            </a:extLst>
          </p:cNvPr>
          <p:cNvSpPr/>
          <p:nvPr/>
        </p:nvSpPr>
        <p:spPr>
          <a:xfrm>
            <a:off x="268775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AAEBAD7-B411-61AB-EAC6-0206EFB40274}"/>
              </a:ext>
            </a:extLst>
          </p:cNvPr>
          <p:cNvSpPr/>
          <p:nvPr/>
        </p:nvSpPr>
        <p:spPr>
          <a:xfrm>
            <a:off x="337179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E38B9D7-F810-BC40-36EA-45775D409862}"/>
              </a:ext>
            </a:extLst>
          </p:cNvPr>
          <p:cNvSpPr/>
          <p:nvPr/>
        </p:nvSpPr>
        <p:spPr>
          <a:xfrm>
            <a:off x="405583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6D6657C-14E9-F551-269A-0DDC4FF090F5}"/>
              </a:ext>
            </a:extLst>
          </p:cNvPr>
          <p:cNvSpPr/>
          <p:nvPr/>
        </p:nvSpPr>
        <p:spPr>
          <a:xfrm>
            <a:off x="473987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AC33186-2560-538D-B6ED-F7C20730E8C8}"/>
              </a:ext>
            </a:extLst>
          </p:cNvPr>
          <p:cNvSpPr/>
          <p:nvPr/>
        </p:nvSpPr>
        <p:spPr>
          <a:xfrm>
            <a:off x="542392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B84C921-3854-863E-568D-46C760282960}"/>
              </a:ext>
            </a:extLst>
          </p:cNvPr>
          <p:cNvSpPr/>
          <p:nvPr/>
        </p:nvSpPr>
        <p:spPr>
          <a:xfrm>
            <a:off x="610796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D86CAE1-0C42-6C0B-9E23-42CB693C402E}"/>
              </a:ext>
            </a:extLst>
          </p:cNvPr>
          <p:cNvSpPr/>
          <p:nvPr/>
        </p:nvSpPr>
        <p:spPr>
          <a:xfrm>
            <a:off x="679200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632A580-E713-2569-B050-DB9E5358A1BB}"/>
              </a:ext>
            </a:extLst>
          </p:cNvPr>
          <p:cNvSpPr/>
          <p:nvPr/>
        </p:nvSpPr>
        <p:spPr>
          <a:xfrm>
            <a:off x="7476047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3A57C07-8B87-FE74-B5E7-D4FE8BF2A061}"/>
              </a:ext>
            </a:extLst>
          </p:cNvPr>
          <p:cNvSpPr/>
          <p:nvPr/>
        </p:nvSpPr>
        <p:spPr>
          <a:xfrm>
            <a:off x="8160089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AFC1CCA-99FE-5873-0F28-446B9C5AC7FD}"/>
              </a:ext>
            </a:extLst>
          </p:cNvPr>
          <p:cNvSpPr/>
          <p:nvPr/>
        </p:nvSpPr>
        <p:spPr>
          <a:xfrm>
            <a:off x="8844131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9C6C49A2-C95B-8B03-105D-A9517C77F377}"/>
              </a:ext>
            </a:extLst>
          </p:cNvPr>
          <p:cNvSpPr/>
          <p:nvPr/>
        </p:nvSpPr>
        <p:spPr>
          <a:xfrm>
            <a:off x="9528173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EDCD5824-5E28-B789-CF78-A8CBC5FA1C41}"/>
              </a:ext>
            </a:extLst>
          </p:cNvPr>
          <p:cNvSpPr/>
          <p:nvPr/>
        </p:nvSpPr>
        <p:spPr>
          <a:xfrm>
            <a:off x="10212215" y="168732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ECEF2EE-0AC6-D0F3-D37D-6F54EA7AC9AF}"/>
              </a:ext>
            </a:extLst>
          </p:cNvPr>
          <p:cNvSpPr/>
          <p:nvPr/>
        </p:nvSpPr>
        <p:spPr>
          <a:xfrm>
            <a:off x="268775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AA7D5E97-AAB9-BA26-892D-0DCDFF3911E7}"/>
              </a:ext>
            </a:extLst>
          </p:cNvPr>
          <p:cNvSpPr/>
          <p:nvPr/>
        </p:nvSpPr>
        <p:spPr>
          <a:xfrm>
            <a:off x="337179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FB97B62-DBD7-A193-8FE3-7824354540E8}"/>
              </a:ext>
            </a:extLst>
          </p:cNvPr>
          <p:cNvSpPr/>
          <p:nvPr/>
        </p:nvSpPr>
        <p:spPr>
          <a:xfrm>
            <a:off x="405583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5F0BE9C-DAAB-FDCF-8313-45FDA0D7F336}"/>
              </a:ext>
            </a:extLst>
          </p:cNvPr>
          <p:cNvSpPr/>
          <p:nvPr/>
        </p:nvSpPr>
        <p:spPr>
          <a:xfrm>
            <a:off x="473987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76DAD38A-554F-CE01-11EF-12EF416F024A}"/>
              </a:ext>
            </a:extLst>
          </p:cNvPr>
          <p:cNvSpPr/>
          <p:nvPr/>
        </p:nvSpPr>
        <p:spPr>
          <a:xfrm>
            <a:off x="542392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0B9E5698-4FB8-80A8-23C0-9F950FF34546}"/>
              </a:ext>
            </a:extLst>
          </p:cNvPr>
          <p:cNvSpPr/>
          <p:nvPr/>
        </p:nvSpPr>
        <p:spPr>
          <a:xfrm>
            <a:off x="610796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E8B577B5-8A6E-0DDD-CFFA-A6276D192E03}"/>
              </a:ext>
            </a:extLst>
          </p:cNvPr>
          <p:cNvSpPr/>
          <p:nvPr/>
        </p:nvSpPr>
        <p:spPr>
          <a:xfrm>
            <a:off x="679200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1B09CB8A-9912-1126-2606-45E153F7AEE5}"/>
              </a:ext>
            </a:extLst>
          </p:cNvPr>
          <p:cNvSpPr/>
          <p:nvPr/>
        </p:nvSpPr>
        <p:spPr>
          <a:xfrm>
            <a:off x="7476047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610755B5-90CB-9D77-5585-19D98A9BE063}"/>
              </a:ext>
            </a:extLst>
          </p:cNvPr>
          <p:cNvSpPr/>
          <p:nvPr/>
        </p:nvSpPr>
        <p:spPr>
          <a:xfrm>
            <a:off x="8160089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8DBA99C-8096-4B0C-1ECA-A54E8ADD1F73}"/>
              </a:ext>
            </a:extLst>
          </p:cNvPr>
          <p:cNvSpPr/>
          <p:nvPr/>
        </p:nvSpPr>
        <p:spPr>
          <a:xfrm>
            <a:off x="8844131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6E63851-5A9F-FCF4-E25A-CB52B75C05FF}"/>
              </a:ext>
            </a:extLst>
          </p:cNvPr>
          <p:cNvSpPr/>
          <p:nvPr/>
        </p:nvSpPr>
        <p:spPr>
          <a:xfrm>
            <a:off x="9528173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064EF128-7414-0551-8559-E859D21DDD16}"/>
              </a:ext>
            </a:extLst>
          </p:cNvPr>
          <p:cNvSpPr/>
          <p:nvPr/>
        </p:nvSpPr>
        <p:spPr>
          <a:xfrm>
            <a:off x="10212215" y="2359688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F31A7883-49E4-2658-81DA-1FC1E9EC094E}"/>
              </a:ext>
            </a:extLst>
          </p:cNvPr>
          <p:cNvSpPr/>
          <p:nvPr/>
        </p:nvSpPr>
        <p:spPr>
          <a:xfrm>
            <a:off x="268775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4924660-6B45-3097-31F5-CEFEB010127D}"/>
              </a:ext>
            </a:extLst>
          </p:cNvPr>
          <p:cNvSpPr/>
          <p:nvPr/>
        </p:nvSpPr>
        <p:spPr>
          <a:xfrm>
            <a:off x="337179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9BA11E46-7C75-852E-14F4-CF34AB05C20C}"/>
              </a:ext>
            </a:extLst>
          </p:cNvPr>
          <p:cNvSpPr/>
          <p:nvPr/>
        </p:nvSpPr>
        <p:spPr>
          <a:xfrm>
            <a:off x="405583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7B5B1D77-5A09-3EE7-493C-8EBDE69C24BA}"/>
              </a:ext>
            </a:extLst>
          </p:cNvPr>
          <p:cNvSpPr/>
          <p:nvPr/>
        </p:nvSpPr>
        <p:spPr>
          <a:xfrm>
            <a:off x="473987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6EBC49B8-12B5-E121-F158-11B85DE8C0CE}"/>
              </a:ext>
            </a:extLst>
          </p:cNvPr>
          <p:cNvSpPr/>
          <p:nvPr/>
        </p:nvSpPr>
        <p:spPr>
          <a:xfrm>
            <a:off x="542392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B293F592-D247-86EF-8218-D33AAA5E47BC}"/>
              </a:ext>
            </a:extLst>
          </p:cNvPr>
          <p:cNvSpPr/>
          <p:nvPr/>
        </p:nvSpPr>
        <p:spPr>
          <a:xfrm>
            <a:off x="610796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92FBEC3F-ECBB-7BE7-10F4-C2B678B345EB}"/>
              </a:ext>
            </a:extLst>
          </p:cNvPr>
          <p:cNvSpPr/>
          <p:nvPr/>
        </p:nvSpPr>
        <p:spPr>
          <a:xfrm>
            <a:off x="679200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A6D7C82C-415E-6839-6B3C-E53651B4B395}"/>
              </a:ext>
            </a:extLst>
          </p:cNvPr>
          <p:cNvSpPr/>
          <p:nvPr/>
        </p:nvSpPr>
        <p:spPr>
          <a:xfrm>
            <a:off x="7476047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0E51112C-FCD4-4198-FBBA-275BDF6AB940}"/>
              </a:ext>
            </a:extLst>
          </p:cNvPr>
          <p:cNvSpPr/>
          <p:nvPr/>
        </p:nvSpPr>
        <p:spPr>
          <a:xfrm>
            <a:off x="8160089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DDE3955-5A6A-4D75-AAB7-8A0A741374D1}"/>
              </a:ext>
            </a:extLst>
          </p:cNvPr>
          <p:cNvSpPr/>
          <p:nvPr/>
        </p:nvSpPr>
        <p:spPr>
          <a:xfrm>
            <a:off x="8844131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F2404499-93F2-78D0-BC08-645EB348C8BC}"/>
              </a:ext>
            </a:extLst>
          </p:cNvPr>
          <p:cNvSpPr/>
          <p:nvPr/>
        </p:nvSpPr>
        <p:spPr>
          <a:xfrm>
            <a:off x="9528173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D097B29F-DA96-E4B7-852D-14F76BEED6DC}"/>
              </a:ext>
            </a:extLst>
          </p:cNvPr>
          <p:cNvSpPr/>
          <p:nvPr/>
        </p:nvSpPr>
        <p:spPr>
          <a:xfrm>
            <a:off x="10212215" y="303205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89DCCF98-DDCA-1F8B-B69C-8409568ED0CA}"/>
              </a:ext>
            </a:extLst>
          </p:cNvPr>
          <p:cNvSpPr/>
          <p:nvPr/>
        </p:nvSpPr>
        <p:spPr>
          <a:xfrm>
            <a:off x="268775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E00E89B6-E216-751C-9CCB-D23146034A2E}"/>
              </a:ext>
            </a:extLst>
          </p:cNvPr>
          <p:cNvSpPr/>
          <p:nvPr/>
        </p:nvSpPr>
        <p:spPr>
          <a:xfrm>
            <a:off x="337179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F08B63A-A910-5EC4-DED6-857539B9AB03}"/>
              </a:ext>
            </a:extLst>
          </p:cNvPr>
          <p:cNvSpPr/>
          <p:nvPr/>
        </p:nvSpPr>
        <p:spPr>
          <a:xfrm>
            <a:off x="405583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A20A017-A0FD-DAAB-091D-E788EE2064B1}"/>
              </a:ext>
            </a:extLst>
          </p:cNvPr>
          <p:cNvSpPr/>
          <p:nvPr/>
        </p:nvSpPr>
        <p:spPr>
          <a:xfrm>
            <a:off x="473987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F54A95B0-093C-2556-D4E8-BD048D6D05D1}"/>
              </a:ext>
            </a:extLst>
          </p:cNvPr>
          <p:cNvSpPr/>
          <p:nvPr/>
        </p:nvSpPr>
        <p:spPr>
          <a:xfrm>
            <a:off x="542392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E8F9DB15-3845-6335-4DB6-E2F7DD87D261}"/>
              </a:ext>
            </a:extLst>
          </p:cNvPr>
          <p:cNvSpPr/>
          <p:nvPr/>
        </p:nvSpPr>
        <p:spPr>
          <a:xfrm>
            <a:off x="610796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B146ADD8-73BF-7869-EF7B-7427A9DB479A}"/>
              </a:ext>
            </a:extLst>
          </p:cNvPr>
          <p:cNvSpPr/>
          <p:nvPr/>
        </p:nvSpPr>
        <p:spPr>
          <a:xfrm>
            <a:off x="679200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16C7E285-8FAC-01A9-AE39-260BFB272C88}"/>
              </a:ext>
            </a:extLst>
          </p:cNvPr>
          <p:cNvSpPr/>
          <p:nvPr/>
        </p:nvSpPr>
        <p:spPr>
          <a:xfrm>
            <a:off x="7476047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DF4E2B48-3EB3-65F8-6D96-451B826DC6AA}"/>
              </a:ext>
            </a:extLst>
          </p:cNvPr>
          <p:cNvSpPr/>
          <p:nvPr/>
        </p:nvSpPr>
        <p:spPr>
          <a:xfrm>
            <a:off x="8160089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4894C08A-B1E0-D07B-FC4F-F293E6F3B67B}"/>
              </a:ext>
            </a:extLst>
          </p:cNvPr>
          <p:cNvSpPr/>
          <p:nvPr/>
        </p:nvSpPr>
        <p:spPr>
          <a:xfrm>
            <a:off x="8844131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18F115AA-B626-7F94-684A-5612259A74A7}"/>
              </a:ext>
            </a:extLst>
          </p:cNvPr>
          <p:cNvSpPr/>
          <p:nvPr/>
        </p:nvSpPr>
        <p:spPr>
          <a:xfrm>
            <a:off x="9528173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12C4B122-8990-4F41-6361-ABCD0FCCD42C}"/>
              </a:ext>
            </a:extLst>
          </p:cNvPr>
          <p:cNvSpPr/>
          <p:nvPr/>
        </p:nvSpPr>
        <p:spPr>
          <a:xfrm>
            <a:off x="10212215" y="3705893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6D4A310-C132-FF67-F8A8-CA2EF3971184}"/>
              </a:ext>
            </a:extLst>
          </p:cNvPr>
          <p:cNvSpPr/>
          <p:nvPr/>
        </p:nvSpPr>
        <p:spPr>
          <a:xfrm>
            <a:off x="268775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B47DEE06-9037-F57E-721B-053BD8C9144E}"/>
              </a:ext>
            </a:extLst>
          </p:cNvPr>
          <p:cNvSpPr/>
          <p:nvPr/>
        </p:nvSpPr>
        <p:spPr>
          <a:xfrm>
            <a:off x="337179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6117BB6-18BC-6950-6D1F-AE1F9BB9C123}"/>
              </a:ext>
            </a:extLst>
          </p:cNvPr>
          <p:cNvSpPr/>
          <p:nvPr/>
        </p:nvSpPr>
        <p:spPr>
          <a:xfrm>
            <a:off x="405583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49935185-23FA-BF7E-A11F-B19E525F8944}"/>
              </a:ext>
            </a:extLst>
          </p:cNvPr>
          <p:cNvSpPr/>
          <p:nvPr/>
        </p:nvSpPr>
        <p:spPr>
          <a:xfrm>
            <a:off x="473987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041885B7-1BCD-8066-3DD8-8C9541A1A645}"/>
              </a:ext>
            </a:extLst>
          </p:cNvPr>
          <p:cNvSpPr/>
          <p:nvPr/>
        </p:nvSpPr>
        <p:spPr>
          <a:xfrm>
            <a:off x="542392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0F06B21E-CD41-0338-18F1-F91D54E15526}"/>
              </a:ext>
            </a:extLst>
          </p:cNvPr>
          <p:cNvSpPr/>
          <p:nvPr/>
        </p:nvSpPr>
        <p:spPr>
          <a:xfrm>
            <a:off x="610796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CD21D355-C3AA-CFEF-B70A-D35FA7DF74B7}"/>
              </a:ext>
            </a:extLst>
          </p:cNvPr>
          <p:cNvSpPr/>
          <p:nvPr/>
        </p:nvSpPr>
        <p:spPr>
          <a:xfrm>
            <a:off x="679200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AD2A296A-F25A-1E22-E85C-539AF0BC83A7}"/>
              </a:ext>
            </a:extLst>
          </p:cNvPr>
          <p:cNvSpPr/>
          <p:nvPr/>
        </p:nvSpPr>
        <p:spPr>
          <a:xfrm>
            <a:off x="7476047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71696A0-0741-3546-DF69-254B4C2E1609}"/>
              </a:ext>
            </a:extLst>
          </p:cNvPr>
          <p:cNvSpPr/>
          <p:nvPr/>
        </p:nvSpPr>
        <p:spPr>
          <a:xfrm>
            <a:off x="8160089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1EBC63C3-373F-ADC8-B98E-AB451A1A5022}"/>
              </a:ext>
            </a:extLst>
          </p:cNvPr>
          <p:cNvSpPr/>
          <p:nvPr/>
        </p:nvSpPr>
        <p:spPr>
          <a:xfrm>
            <a:off x="8844131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0F467319-7CB8-A653-55E8-DB7788AD33AA}"/>
              </a:ext>
            </a:extLst>
          </p:cNvPr>
          <p:cNvSpPr/>
          <p:nvPr/>
        </p:nvSpPr>
        <p:spPr>
          <a:xfrm>
            <a:off x="9528173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304A163-C343-F572-D568-CE3D51DF0E7E}"/>
              </a:ext>
            </a:extLst>
          </p:cNvPr>
          <p:cNvSpPr/>
          <p:nvPr/>
        </p:nvSpPr>
        <p:spPr>
          <a:xfrm>
            <a:off x="10212215" y="4406642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AF0213A9-19E0-611F-9103-64A9962A0B01}"/>
              </a:ext>
            </a:extLst>
          </p:cNvPr>
          <p:cNvSpPr/>
          <p:nvPr/>
        </p:nvSpPr>
        <p:spPr>
          <a:xfrm>
            <a:off x="268775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BAC508DB-2576-2BBC-690D-7821214E62DA}"/>
              </a:ext>
            </a:extLst>
          </p:cNvPr>
          <p:cNvSpPr/>
          <p:nvPr/>
        </p:nvSpPr>
        <p:spPr>
          <a:xfrm>
            <a:off x="337179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52015590-499D-5004-FB45-DE2802701EFD}"/>
              </a:ext>
            </a:extLst>
          </p:cNvPr>
          <p:cNvSpPr/>
          <p:nvPr/>
        </p:nvSpPr>
        <p:spPr>
          <a:xfrm>
            <a:off x="405583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06293FA7-138B-B8C4-3647-835277F2B92A}"/>
              </a:ext>
            </a:extLst>
          </p:cNvPr>
          <p:cNvSpPr/>
          <p:nvPr/>
        </p:nvSpPr>
        <p:spPr>
          <a:xfrm>
            <a:off x="473987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9132E485-523C-27CB-033D-4F40CC4E5D89}"/>
              </a:ext>
            </a:extLst>
          </p:cNvPr>
          <p:cNvSpPr/>
          <p:nvPr/>
        </p:nvSpPr>
        <p:spPr>
          <a:xfrm>
            <a:off x="542392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E1A4FB39-7564-60B4-811A-DB71B86A2A1F}"/>
              </a:ext>
            </a:extLst>
          </p:cNvPr>
          <p:cNvSpPr/>
          <p:nvPr/>
        </p:nvSpPr>
        <p:spPr>
          <a:xfrm>
            <a:off x="610796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D53F51B4-788E-EDC9-1CC6-EBDC7E2F7341}"/>
              </a:ext>
            </a:extLst>
          </p:cNvPr>
          <p:cNvSpPr/>
          <p:nvPr/>
        </p:nvSpPr>
        <p:spPr>
          <a:xfrm>
            <a:off x="679200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4D69C9F-C7F8-3C5F-9B48-A3B8283D8DF1}"/>
              </a:ext>
            </a:extLst>
          </p:cNvPr>
          <p:cNvSpPr/>
          <p:nvPr/>
        </p:nvSpPr>
        <p:spPr>
          <a:xfrm>
            <a:off x="7476047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9678594A-D1D5-1037-59CF-E63F8FCBC396}"/>
              </a:ext>
            </a:extLst>
          </p:cNvPr>
          <p:cNvSpPr/>
          <p:nvPr/>
        </p:nvSpPr>
        <p:spPr>
          <a:xfrm>
            <a:off x="8160089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E00B0A77-F2DF-EEE9-FC75-8002E75C2818}"/>
              </a:ext>
            </a:extLst>
          </p:cNvPr>
          <p:cNvSpPr/>
          <p:nvPr/>
        </p:nvSpPr>
        <p:spPr>
          <a:xfrm>
            <a:off x="8844131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44842488-D5BB-0379-ECF6-6EF4E4C7004B}"/>
              </a:ext>
            </a:extLst>
          </p:cNvPr>
          <p:cNvSpPr/>
          <p:nvPr/>
        </p:nvSpPr>
        <p:spPr>
          <a:xfrm>
            <a:off x="9528173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D0320AF1-D73C-12BA-8737-B9F749588228}"/>
              </a:ext>
            </a:extLst>
          </p:cNvPr>
          <p:cNvSpPr/>
          <p:nvPr/>
        </p:nvSpPr>
        <p:spPr>
          <a:xfrm>
            <a:off x="10212215" y="5090310"/>
            <a:ext cx="540000" cy="5400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1" name="그림 120">
            <a:extLst>
              <a:ext uri="{FF2B5EF4-FFF2-40B4-BE49-F238E27FC236}">
                <a16:creationId xmlns:a16="http://schemas.microsoft.com/office/drawing/2014/main" id="{2900C09C-078E-85D3-16F5-7096C7C7D9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599"/>
          <a:stretch>
            <a:fillRect/>
          </a:stretch>
        </p:blipFill>
        <p:spPr>
          <a:xfrm>
            <a:off x="2668218" y="5749693"/>
            <a:ext cx="8083997" cy="428516"/>
          </a:xfrm>
          <a:prstGeom prst="rect">
            <a:avLst/>
          </a:prstGeom>
        </p:spPr>
      </p:pic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D89C5AE5-A26D-E16B-86B9-8D2828922DAF}"/>
              </a:ext>
            </a:extLst>
          </p:cNvPr>
          <p:cNvCxnSpPr/>
          <p:nvPr/>
        </p:nvCxnSpPr>
        <p:spPr>
          <a:xfrm>
            <a:off x="2273711" y="6178208"/>
            <a:ext cx="881269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B1840C47-84DA-DB50-53DF-29AEE5400605}"/>
              </a:ext>
            </a:extLst>
          </p:cNvPr>
          <p:cNvSpPr/>
          <p:nvPr/>
        </p:nvSpPr>
        <p:spPr>
          <a:xfrm>
            <a:off x="10994695" y="1369148"/>
            <a:ext cx="91712" cy="47840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FFF4F09C-FD74-573D-0D27-D4E5F354BB3F}"/>
              </a:ext>
            </a:extLst>
          </p:cNvPr>
          <p:cNvSpPr/>
          <p:nvPr/>
        </p:nvSpPr>
        <p:spPr>
          <a:xfrm>
            <a:off x="10994695" y="1373852"/>
            <a:ext cx="91712" cy="583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1EC87C1-FE4D-68F3-9BF6-A474E2F94F35}"/>
              </a:ext>
            </a:extLst>
          </p:cNvPr>
          <p:cNvSpPr txBox="1"/>
          <p:nvPr/>
        </p:nvSpPr>
        <p:spPr>
          <a:xfrm>
            <a:off x="962147" y="560081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도감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7579808E-70DC-8A55-430A-4CF6DB9A22A9}"/>
              </a:ext>
            </a:extLst>
          </p:cNvPr>
          <p:cNvSpPr txBox="1"/>
          <p:nvPr/>
        </p:nvSpPr>
        <p:spPr>
          <a:xfrm rot="10800000">
            <a:off x="10734945" y="611663"/>
            <a:ext cx="469089" cy="408623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ln w="6350">
                  <a:solidFill>
                    <a:schemeClr val="tx1"/>
                  </a:solidFill>
                </a:ln>
                <a:sym typeface="Wingdings" panose="05000000000000000000" pitchFamily="2" charset="2"/>
              </a:rPr>
              <a:t></a:t>
            </a:r>
            <a:endParaRPr lang="ko-KR" altLang="en-US" dirty="0">
              <a:ln w="6350">
                <a:solidFill>
                  <a:schemeClr val="tx1"/>
                </a:solidFill>
              </a:ln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1A57EFB-38BE-2AA6-A2FA-92D6E1484BBA}"/>
              </a:ext>
            </a:extLst>
          </p:cNvPr>
          <p:cNvSpPr txBox="1"/>
          <p:nvPr/>
        </p:nvSpPr>
        <p:spPr>
          <a:xfrm>
            <a:off x="912000" y="67859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- </a:t>
            </a:r>
            <a:r>
              <a:rPr lang="ko-KR" altLang="en-US" dirty="0"/>
              <a:t>도감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0970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5DA6-78F8-1277-F69A-428F50BA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8067FD-42EF-86EA-1CF3-FA7FF8747D51}"/>
              </a:ext>
            </a:extLst>
          </p:cNvPr>
          <p:cNvGrpSpPr/>
          <p:nvPr/>
        </p:nvGrpSpPr>
        <p:grpSpPr>
          <a:xfrm>
            <a:off x="912000" y="513000"/>
            <a:ext cx="10368000" cy="5831999"/>
            <a:chOff x="912000" y="513000"/>
            <a:chExt cx="10368000" cy="5831999"/>
          </a:xfrm>
        </p:grpSpPr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CBCC566-6C46-C329-17FC-FBE9EC5C10E5}"/>
                </a:ext>
              </a:extLst>
            </p:cNvPr>
            <p:cNvGrpSpPr/>
            <p:nvPr/>
          </p:nvGrpSpPr>
          <p:grpSpPr>
            <a:xfrm>
              <a:off x="912000" y="513000"/>
              <a:ext cx="10368000" cy="5831999"/>
              <a:chOff x="912000" y="513000"/>
              <a:chExt cx="10368000" cy="583199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BBC1FD1B-48E8-104D-DE19-5C8EB099D7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2000" y="513000"/>
                <a:ext cx="10368000" cy="583199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7D78A366-4295-4257-CDCF-B62FB3DF3A7A}"/>
                  </a:ext>
                </a:extLst>
              </p:cNvPr>
              <p:cNvSpPr/>
              <p:nvPr/>
            </p:nvSpPr>
            <p:spPr>
              <a:xfrm>
                <a:off x="1219200" y="23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41C10235-8E6E-EC78-180C-04CB27AB48AA}"/>
                  </a:ext>
                </a:extLst>
              </p:cNvPr>
              <p:cNvSpPr/>
              <p:nvPr/>
            </p:nvSpPr>
            <p:spPr>
              <a:xfrm>
                <a:off x="1219200" y="290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27E8C125-539F-0D69-BC05-81209314A500}"/>
                  </a:ext>
                </a:extLst>
              </p:cNvPr>
              <p:cNvSpPr/>
              <p:nvPr/>
            </p:nvSpPr>
            <p:spPr>
              <a:xfrm>
                <a:off x="1219200" y="344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B3D953-209B-E091-3B64-601DC274E58C}"/>
                  </a:ext>
                </a:extLst>
              </p:cNvPr>
              <p:cNvSpPr/>
              <p:nvPr/>
            </p:nvSpPr>
            <p:spPr>
              <a:xfrm>
                <a:off x="1219200" y="398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B157E200-E400-7B7A-CBAE-94C77FDA5D49}"/>
                  </a:ext>
                </a:extLst>
              </p:cNvPr>
              <p:cNvSpPr/>
              <p:nvPr/>
            </p:nvSpPr>
            <p:spPr>
              <a:xfrm>
                <a:off x="1219200" y="452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3A806EFE-F1D1-3880-7C6B-5633AD2DE4C3}"/>
                  </a:ext>
                </a:extLst>
              </p:cNvPr>
              <p:cNvSpPr/>
              <p:nvPr/>
            </p:nvSpPr>
            <p:spPr>
              <a:xfrm>
                <a:off x="1219200" y="50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423FDEB0-B87D-015F-23E0-A1A514FCFAB9}"/>
                  </a:ext>
                </a:extLst>
              </p:cNvPr>
              <p:cNvGrpSpPr/>
              <p:nvPr/>
            </p:nvGrpSpPr>
            <p:grpSpPr>
              <a:xfrm>
                <a:off x="1034472" y="1626646"/>
                <a:ext cx="1239239" cy="507339"/>
                <a:chOff x="1219199" y="1838036"/>
                <a:chExt cx="1057421" cy="314037"/>
              </a:xfrm>
            </p:grpSpPr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CC7211F2-DC1E-29B1-F767-C8571877EB6E}"/>
                    </a:ext>
                  </a:extLst>
                </p:cNvPr>
                <p:cNvSpPr/>
                <p:nvPr/>
              </p:nvSpPr>
              <p:spPr>
                <a:xfrm>
                  <a:off x="1219199" y="1838036"/>
                  <a:ext cx="1057421" cy="314037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EE267A4-2DCD-B1ED-B062-78DC6FFD8C58}"/>
                    </a:ext>
                  </a:extLst>
                </p:cNvPr>
                <p:cNvSpPr txBox="1"/>
                <p:nvPr/>
              </p:nvSpPr>
              <p:spPr>
                <a:xfrm>
                  <a:off x="1315791" y="1881297"/>
                  <a:ext cx="933124" cy="1905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400" b="1" dirty="0"/>
                    <a:t>스킬 </a:t>
                  </a:r>
                  <a:r>
                    <a:rPr lang="en-US" altLang="ko-KR" sz="1400" b="1" dirty="0"/>
                    <a:t>(</a:t>
                  </a:r>
                  <a:r>
                    <a:rPr lang="ko-KR" altLang="en-US" sz="1400" b="1" dirty="0"/>
                    <a:t>일반</a:t>
                  </a:r>
                  <a:r>
                    <a:rPr lang="en-US" altLang="ko-KR" sz="1400" b="1" dirty="0"/>
                    <a:t>)</a:t>
                  </a:r>
                  <a:endParaRPr lang="ko-KR" altLang="en-US" sz="1400" b="1" dirty="0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E134E7C-A96A-D10B-9837-9EA7C36B32B2}"/>
                  </a:ext>
                </a:extLst>
              </p:cNvPr>
              <p:cNvSpPr txBox="1"/>
              <p:nvPr/>
            </p:nvSpPr>
            <p:spPr>
              <a:xfrm>
                <a:off x="1219199" y="2376579"/>
                <a:ext cx="11288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100" b="1" dirty="0"/>
                  <a:t>(</a:t>
                </a:r>
                <a:r>
                  <a:rPr lang="ko-KR" altLang="en-US" sz="1100" b="1" dirty="0"/>
                  <a:t>캐스트</a:t>
                </a:r>
                <a:r>
                  <a:rPr lang="en-US" altLang="ko-KR" sz="1100" b="1" dirty="0"/>
                  <a:t>)</a:t>
                </a:r>
                <a:endParaRPr lang="ko-KR" altLang="en-US" sz="12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90EB3C7-89C0-AE1F-AAAE-F9A35821D9D0}"/>
                  </a:ext>
                </a:extLst>
              </p:cNvPr>
              <p:cNvSpPr txBox="1"/>
              <p:nvPr/>
            </p:nvSpPr>
            <p:spPr>
              <a:xfrm>
                <a:off x="1219199" y="2899688"/>
                <a:ext cx="109356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dirty="0"/>
                  <a:t>보조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BEB20D1-3B4A-ADE9-5C99-017768227E2F}"/>
                  </a:ext>
                </a:extLst>
              </p:cNvPr>
              <p:cNvSpPr txBox="1"/>
              <p:nvPr/>
            </p:nvSpPr>
            <p:spPr>
              <a:xfrm>
                <a:off x="1431247" y="3433428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유물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1012530-CC64-4BF2-727B-AEB5F9C8E203}"/>
                  </a:ext>
                </a:extLst>
              </p:cNvPr>
              <p:cNvSpPr txBox="1"/>
              <p:nvPr/>
            </p:nvSpPr>
            <p:spPr>
              <a:xfrm>
                <a:off x="1431247" y="398091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증강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EBE7FD8-19B6-7CD6-3213-318D051CD0B2}"/>
                  </a:ext>
                </a:extLst>
              </p:cNvPr>
              <p:cNvSpPr txBox="1"/>
              <p:nvPr/>
            </p:nvSpPr>
            <p:spPr>
              <a:xfrm>
                <a:off x="1463965" y="452488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퓨전</a:t>
                </a:r>
                <a:endParaRPr lang="ko-KR" altLang="en-US" sz="1400" b="1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EB58F4D-4665-6CC4-C5C7-69B7C9A33C6C}"/>
                  </a:ext>
                </a:extLst>
              </p:cNvPr>
              <p:cNvSpPr txBox="1"/>
              <p:nvPr/>
            </p:nvSpPr>
            <p:spPr>
              <a:xfrm>
                <a:off x="1332819" y="5068862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몬스터</a:t>
                </a:r>
                <a:endParaRPr lang="ko-KR" altLang="en-US" sz="1400" b="1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FCFF9DC8-4A5F-D248-ADCD-A6DE50CCFCD1}"/>
                  </a:ext>
                </a:extLst>
              </p:cNvPr>
              <p:cNvSpPr/>
              <p:nvPr/>
            </p:nvSpPr>
            <p:spPr>
              <a:xfrm>
                <a:off x="2273711" y="1347589"/>
                <a:ext cx="8812696" cy="4830619"/>
              </a:xfrm>
              <a:prstGeom prst="rect">
                <a:avLst/>
              </a:prstGeom>
              <a:solidFill>
                <a:srgbClr val="F8E8C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0DAC8B6-CF87-3442-C01E-2760E12356E4}"/>
                  </a:ext>
                </a:extLst>
              </p:cNvPr>
              <p:cNvSpPr/>
              <p:nvPr/>
            </p:nvSpPr>
            <p:spPr>
              <a:xfrm>
                <a:off x="1219200" y="560260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3726014-9E17-2252-5EA1-2F4D0CA80F1A}"/>
                  </a:ext>
                </a:extLst>
              </p:cNvPr>
              <p:cNvSpPr txBox="1"/>
              <p:nvPr/>
            </p:nvSpPr>
            <p:spPr>
              <a:xfrm>
                <a:off x="1463964" y="560260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보스</a:t>
                </a:r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A512D894-5787-EAC6-4CB1-5A1B4084FCEC}"/>
                  </a:ext>
                </a:extLst>
              </p:cNvPr>
              <p:cNvSpPr/>
              <p:nvPr/>
            </p:nvSpPr>
            <p:spPr>
              <a:xfrm>
                <a:off x="268775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E4932439-0FCE-7975-41F3-A9414C64FF82}"/>
                  </a:ext>
                </a:extLst>
              </p:cNvPr>
              <p:cNvSpPr/>
              <p:nvPr/>
            </p:nvSpPr>
            <p:spPr>
              <a:xfrm>
                <a:off x="337179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A5110ABD-DFE9-BB73-A857-52FBA56A4999}"/>
                  </a:ext>
                </a:extLst>
              </p:cNvPr>
              <p:cNvSpPr/>
              <p:nvPr/>
            </p:nvSpPr>
            <p:spPr>
              <a:xfrm>
                <a:off x="405583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74F4F69F-EA38-96CE-75CC-FA079CA4ECA2}"/>
                  </a:ext>
                </a:extLst>
              </p:cNvPr>
              <p:cNvSpPr/>
              <p:nvPr/>
            </p:nvSpPr>
            <p:spPr>
              <a:xfrm>
                <a:off x="473987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AA8A14C2-BE64-0BC8-8752-78C96BA6CAE3}"/>
                  </a:ext>
                </a:extLst>
              </p:cNvPr>
              <p:cNvSpPr/>
              <p:nvPr/>
            </p:nvSpPr>
            <p:spPr>
              <a:xfrm>
                <a:off x="542392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사각형: 둥근 모서리 39">
                <a:extLst>
                  <a:ext uri="{FF2B5EF4-FFF2-40B4-BE49-F238E27FC236}">
                    <a16:creationId xmlns:a16="http://schemas.microsoft.com/office/drawing/2014/main" id="{B38D8C84-0EE7-A79D-F2BD-C69B6E8F910D}"/>
                  </a:ext>
                </a:extLst>
              </p:cNvPr>
              <p:cNvSpPr/>
              <p:nvPr/>
            </p:nvSpPr>
            <p:spPr>
              <a:xfrm>
                <a:off x="610796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A7D0083A-E190-885E-9758-9844A10402B4}"/>
                  </a:ext>
                </a:extLst>
              </p:cNvPr>
              <p:cNvSpPr/>
              <p:nvPr/>
            </p:nvSpPr>
            <p:spPr>
              <a:xfrm>
                <a:off x="679200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5706C89A-2660-A1D1-A2AD-F52E7087C179}"/>
                  </a:ext>
                </a:extLst>
              </p:cNvPr>
              <p:cNvSpPr/>
              <p:nvPr/>
            </p:nvSpPr>
            <p:spPr>
              <a:xfrm>
                <a:off x="747604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06A60793-F095-C99C-C6CF-CB54B8639E7E}"/>
                  </a:ext>
                </a:extLst>
              </p:cNvPr>
              <p:cNvSpPr/>
              <p:nvPr/>
            </p:nvSpPr>
            <p:spPr>
              <a:xfrm>
                <a:off x="816008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4E83F5FA-3630-8841-5879-97D1DA3A52D8}"/>
                  </a:ext>
                </a:extLst>
              </p:cNvPr>
              <p:cNvSpPr/>
              <p:nvPr/>
            </p:nvSpPr>
            <p:spPr>
              <a:xfrm>
                <a:off x="884413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5CA00C7D-5F6A-619B-6661-6466BFF144AB}"/>
                  </a:ext>
                </a:extLst>
              </p:cNvPr>
              <p:cNvSpPr/>
              <p:nvPr/>
            </p:nvSpPr>
            <p:spPr>
              <a:xfrm>
                <a:off x="952817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9D0F091-DAA3-3000-E531-6CDED94FFFA7}"/>
                  </a:ext>
                </a:extLst>
              </p:cNvPr>
              <p:cNvSpPr/>
              <p:nvPr/>
            </p:nvSpPr>
            <p:spPr>
              <a:xfrm>
                <a:off x="1021221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사각형: 둥근 모서리 47">
                <a:extLst>
                  <a:ext uri="{FF2B5EF4-FFF2-40B4-BE49-F238E27FC236}">
                    <a16:creationId xmlns:a16="http://schemas.microsoft.com/office/drawing/2014/main" id="{7A219C42-15D0-D3B4-9A51-1CDD7B342E55}"/>
                  </a:ext>
                </a:extLst>
              </p:cNvPr>
              <p:cNvSpPr/>
              <p:nvPr/>
            </p:nvSpPr>
            <p:spPr>
              <a:xfrm>
                <a:off x="268775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D3DAEB25-4605-D2D5-482E-2A8B0B64488F}"/>
                  </a:ext>
                </a:extLst>
              </p:cNvPr>
              <p:cNvSpPr/>
              <p:nvPr/>
            </p:nvSpPr>
            <p:spPr>
              <a:xfrm>
                <a:off x="337179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66474A2F-2EA2-8EFD-12F0-3990DC2F9C43}"/>
                  </a:ext>
                </a:extLst>
              </p:cNvPr>
              <p:cNvSpPr/>
              <p:nvPr/>
            </p:nvSpPr>
            <p:spPr>
              <a:xfrm>
                <a:off x="405583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사각형: 둥근 모서리 50">
                <a:extLst>
                  <a:ext uri="{FF2B5EF4-FFF2-40B4-BE49-F238E27FC236}">
                    <a16:creationId xmlns:a16="http://schemas.microsoft.com/office/drawing/2014/main" id="{6AAEFDAD-5ADF-EB3B-4B14-DD3A3725FE33}"/>
                  </a:ext>
                </a:extLst>
              </p:cNvPr>
              <p:cNvSpPr/>
              <p:nvPr/>
            </p:nvSpPr>
            <p:spPr>
              <a:xfrm>
                <a:off x="473987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AB8D524F-CE69-F63F-205D-A97D88BA00A6}"/>
                  </a:ext>
                </a:extLst>
              </p:cNvPr>
              <p:cNvSpPr/>
              <p:nvPr/>
            </p:nvSpPr>
            <p:spPr>
              <a:xfrm>
                <a:off x="542392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EAFFF704-8126-62A5-556C-C2563437A88E}"/>
                  </a:ext>
                </a:extLst>
              </p:cNvPr>
              <p:cNvSpPr/>
              <p:nvPr/>
            </p:nvSpPr>
            <p:spPr>
              <a:xfrm>
                <a:off x="610796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F9F09EAE-DF9B-4CB9-B4F2-432E5F4D1BDB}"/>
                  </a:ext>
                </a:extLst>
              </p:cNvPr>
              <p:cNvSpPr/>
              <p:nvPr/>
            </p:nvSpPr>
            <p:spPr>
              <a:xfrm>
                <a:off x="679200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104E8A09-A48A-FCB9-9CEB-7904AB88A8BD}"/>
                  </a:ext>
                </a:extLst>
              </p:cNvPr>
              <p:cNvSpPr/>
              <p:nvPr/>
            </p:nvSpPr>
            <p:spPr>
              <a:xfrm>
                <a:off x="747604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3197A75E-E3D8-0D44-F351-926B40AF7AC0}"/>
                  </a:ext>
                </a:extLst>
              </p:cNvPr>
              <p:cNvSpPr/>
              <p:nvPr/>
            </p:nvSpPr>
            <p:spPr>
              <a:xfrm>
                <a:off x="816008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3111AA7B-C77C-0239-8F20-7695A1E8EB1A}"/>
                  </a:ext>
                </a:extLst>
              </p:cNvPr>
              <p:cNvSpPr/>
              <p:nvPr/>
            </p:nvSpPr>
            <p:spPr>
              <a:xfrm>
                <a:off x="884413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48AA667F-34D6-1E2C-CCF4-4AC3EECB1E0E}"/>
                  </a:ext>
                </a:extLst>
              </p:cNvPr>
              <p:cNvSpPr/>
              <p:nvPr/>
            </p:nvSpPr>
            <p:spPr>
              <a:xfrm>
                <a:off x="952817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CCAAE59B-1217-B5D3-BCA0-9EDA2F5AD19F}"/>
                  </a:ext>
                </a:extLst>
              </p:cNvPr>
              <p:cNvSpPr/>
              <p:nvPr/>
            </p:nvSpPr>
            <p:spPr>
              <a:xfrm>
                <a:off x="1021221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AE391191-D53D-1A73-52E5-2131CEEC5908}"/>
                  </a:ext>
                </a:extLst>
              </p:cNvPr>
              <p:cNvSpPr/>
              <p:nvPr/>
            </p:nvSpPr>
            <p:spPr>
              <a:xfrm>
                <a:off x="268775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B2AFB0EB-8303-1BDD-6A32-E334CD7C14BD}"/>
                  </a:ext>
                </a:extLst>
              </p:cNvPr>
              <p:cNvSpPr/>
              <p:nvPr/>
            </p:nvSpPr>
            <p:spPr>
              <a:xfrm>
                <a:off x="337179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5E926D30-E4EB-A902-2C15-5DCDF2D91DD6}"/>
                  </a:ext>
                </a:extLst>
              </p:cNvPr>
              <p:cNvSpPr/>
              <p:nvPr/>
            </p:nvSpPr>
            <p:spPr>
              <a:xfrm>
                <a:off x="405583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4519A56-AC86-A8DB-B5B4-8B09ACB28396}"/>
                  </a:ext>
                </a:extLst>
              </p:cNvPr>
              <p:cNvSpPr/>
              <p:nvPr/>
            </p:nvSpPr>
            <p:spPr>
              <a:xfrm>
                <a:off x="473987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E7A0C948-5747-D378-D097-7B151DAFCF6C}"/>
                  </a:ext>
                </a:extLst>
              </p:cNvPr>
              <p:cNvSpPr/>
              <p:nvPr/>
            </p:nvSpPr>
            <p:spPr>
              <a:xfrm>
                <a:off x="542392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482976CF-B255-C106-33DF-E0EC2DCF452A}"/>
                  </a:ext>
                </a:extLst>
              </p:cNvPr>
              <p:cNvSpPr/>
              <p:nvPr/>
            </p:nvSpPr>
            <p:spPr>
              <a:xfrm>
                <a:off x="610796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E2CB6ABD-D340-AC7C-BE05-861BD349AF3A}"/>
                  </a:ext>
                </a:extLst>
              </p:cNvPr>
              <p:cNvSpPr/>
              <p:nvPr/>
            </p:nvSpPr>
            <p:spPr>
              <a:xfrm>
                <a:off x="679200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10519D9A-57C6-603D-7BFE-DA6BACD378C0}"/>
                  </a:ext>
                </a:extLst>
              </p:cNvPr>
              <p:cNvSpPr/>
              <p:nvPr/>
            </p:nvSpPr>
            <p:spPr>
              <a:xfrm>
                <a:off x="747604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3FA02D4A-E756-58A2-9ECB-2D6C51DEE611}"/>
                  </a:ext>
                </a:extLst>
              </p:cNvPr>
              <p:cNvSpPr/>
              <p:nvPr/>
            </p:nvSpPr>
            <p:spPr>
              <a:xfrm>
                <a:off x="816008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7A683612-1CD0-6998-CF02-5D37DE0EA825}"/>
                  </a:ext>
                </a:extLst>
              </p:cNvPr>
              <p:cNvSpPr/>
              <p:nvPr/>
            </p:nvSpPr>
            <p:spPr>
              <a:xfrm>
                <a:off x="884413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39DEFB57-8D85-6B13-B1DD-B512F6FC259B}"/>
                  </a:ext>
                </a:extLst>
              </p:cNvPr>
              <p:cNvSpPr/>
              <p:nvPr/>
            </p:nvSpPr>
            <p:spPr>
              <a:xfrm>
                <a:off x="952817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6880DE38-070B-156C-013E-8CE3A90DC5CC}"/>
                  </a:ext>
                </a:extLst>
              </p:cNvPr>
              <p:cNvSpPr/>
              <p:nvPr/>
            </p:nvSpPr>
            <p:spPr>
              <a:xfrm>
                <a:off x="1021221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CC49C1DA-B08B-DE39-FB6B-4398712243BE}"/>
                  </a:ext>
                </a:extLst>
              </p:cNvPr>
              <p:cNvSpPr/>
              <p:nvPr/>
            </p:nvSpPr>
            <p:spPr>
              <a:xfrm>
                <a:off x="268775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710FD231-8057-55B9-FA00-E0BEBCED631C}"/>
                  </a:ext>
                </a:extLst>
              </p:cNvPr>
              <p:cNvSpPr/>
              <p:nvPr/>
            </p:nvSpPr>
            <p:spPr>
              <a:xfrm>
                <a:off x="337179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A01DD990-709F-476F-35C9-68C50A3059E0}"/>
                  </a:ext>
                </a:extLst>
              </p:cNvPr>
              <p:cNvSpPr/>
              <p:nvPr/>
            </p:nvSpPr>
            <p:spPr>
              <a:xfrm>
                <a:off x="405583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CB969E66-C4D5-0E12-1C63-1246326BC7AA}"/>
                  </a:ext>
                </a:extLst>
              </p:cNvPr>
              <p:cNvSpPr/>
              <p:nvPr/>
            </p:nvSpPr>
            <p:spPr>
              <a:xfrm>
                <a:off x="473987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6BACF48E-7C22-F4B3-184D-60ABC3AE9167}"/>
                  </a:ext>
                </a:extLst>
              </p:cNvPr>
              <p:cNvSpPr/>
              <p:nvPr/>
            </p:nvSpPr>
            <p:spPr>
              <a:xfrm>
                <a:off x="542392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ED4B9963-4713-BF88-2F26-FB022D0C93B1}"/>
                  </a:ext>
                </a:extLst>
              </p:cNvPr>
              <p:cNvSpPr/>
              <p:nvPr/>
            </p:nvSpPr>
            <p:spPr>
              <a:xfrm>
                <a:off x="610796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432E5440-B30E-6446-2C1C-B0BD28E10809}"/>
                  </a:ext>
                </a:extLst>
              </p:cNvPr>
              <p:cNvSpPr/>
              <p:nvPr/>
            </p:nvSpPr>
            <p:spPr>
              <a:xfrm>
                <a:off x="679200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07F7602A-3428-21D8-F5AD-48A62A2D41B8}"/>
                  </a:ext>
                </a:extLst>
              </p:cNvPr>
              <p:cNvSpPr/>
              <p:nvPr/>
            </p:nvSpPr>
            <p:spPr>
              <a:xfrm>
                <a:off x="747604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6BA9056D-0123-327B-AED4-CAE154F39DEA}"/>
                  </a:ext>
                </a:extLst>
              </p:cNvPr>
              <p:cNvSpPr/>
              <p:nvPr/>
            </p:nvSpPr>
            <p:spPr>
              <a:xfrm>
                <a:off x="816008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ED74C93C-CFF3-ACC5-B466-D3D26BA716AB}"/>
                  </a:ext>
                </a:extLst>
              </p:cNvPr>
              <p:cNvSpPr/>
              <p:nvPr/>
            </p:nvSpPr>
            <p:spPr>
              <a:xfrm>
                <a:off x="884413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E0B4D192-FE28-DBFA-6E52-C6A8CB0945FF}"/>
                  </a:ext>
                </a:extLst>
              </p:cNvPr>
              <p:cNvSpPr/>
              <p:nvPr/>
            </p:nvSpPr>
            <p:spPr>
              <a:xfrm>
                <a:off x="952817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1DA6D259-BC05-9168-B66F-AE57F86F14A8}"/>
                  </a:ext>
                </a:extLst>
              </p:cNvPr>
              <p:cNvSpPr/>
              <p:nvPr/>
            </p:nvSpPr>
            <p:spPr>
              <a:xfrm>
                <a:off x="1021221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2F051E51-E96C-4674-F3FF-824F8BE6A01F}"/>
                  </a:ext>
                </a:extLst>
              </p:cNvPr>
              <p:cNvSpPr/>
              <p:nvPr/>
            </p:nvSpPr>
            <p:spPr>
              <a:xfrm>
                <a:off x="268775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9EB094DF-BC93-660C-278E-9B1C1D2645FA}"/>
                  </a:ext>
                </a:extLst>
              </p:cNvPr>
              <p:cNvSpPr/>
              <p:nvPr/>
            </p:nvSpPr>
            <p:spPr>
              <a:xfrm>
                <a:off x="337179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415CB160-CA5F-DEE6-3972-D2A34DD6CC0F}"/>
                  </a:ext>
                </a:extLst>
              </p:cNvPr>
              <p:cNvSpPr/>
              <p:nvPr/>
            </p:nvSpPr>
            <p:spPr>
              <a:xfrm>
                <a:off x="405583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530DDD63-FDCB-4772-F148-972902DB6D14}"/>
                  </a:ext>
                </a:extLst>
              </p:cNvPr>
              <p:cNvSpPr/>
              <p:nvPr/>
            </p:nvSpPr>
            <p:spPr>
              <a:xfrm>
                <a:off x="473987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44FDA560-EE48-F720-812A-269A48588968}"/>
                  </a:ext>
                </a:extLst>
              </p:cNvPr>
              <p:cNvSpPr/>
              <p:nvPr/>
            </p:nvSpPr>
            <p:spPr>
              <a:xfrm>
                <a:off x="542392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BF68A35B-FD8E-97D5-0279-59E087C60633}"/>
                  </a:ext>
                </a:extLst>
              </p:cNvPr>
              <p:cNvSpPr/>
              <p:nvPr/>
            </p:nvSpPr>
            <p:spPr>
              <a:xfrm>
                <a:off x="610796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13D574E7-5C45-B166-32C2-D4CD326C37A1}"/>
                  </a:ext>
                </a:extLst>
              </p:cNvPr>
              <p:cNvSpPr/>
              <p:nvPr/>
            </p:nvSpPr>
            <p:spPr>
              <a:xfrm>
                <a:off x="679200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27A0E7A5-4D98-F6BA-4DD0-1701B10C9704}"/>
                  </a:ext>
                </a:extLst>
              </p:cNvPr>
              <p:cNvSpPr/>
              <p:nvPr/>
            </p:nvSpPr>
            <p:spPr>
              <a:xfrm>
                <a:off x="747604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8A8F76EE-5982-8842-D9AF-5DA3CA0B11AF}"/>
                  </a:ext>
                </a:extLst>
              </p:cNvPr>
              <p:cNvSpPr/>
              <p:nvPr/>
            </p:nvSpPr>
            <p:spPr>
              <a:xfrm>
                <a:off x="816008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5BD0D914-9C55-174E-248F-F872FA4EA83C}"/>
                  </a:ext>
                </a:extLst>
              </p:cNvPr>
              <p:cNvSpPr/>
              <p:nvPr/>
            </p:nvSpPr>
            <p:spPr>
              <a:xfrm>
                <a:off x="884413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7E46B0EC-681C-440C-7818-123BCEFB29B3}"/>
                  </a:ext>
                </a:extLst>
              </p:cNvPr>
              <p:cNvSpPr/>
              <p:nvPr/>
            </p:nvSpPr>
            <p:spPr>
              <a:xfrm>
                <a:off x="952817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2081BDEE-8004-E472-1540-D1FC24235618}"/>
                  </a:ext>
                </a:extLst>
              </p:cNvPr>
              <p:cNvSpPr/>
              <p:nvPr/>
            </p:nvSpPr>
            <p:spPr>
              <a:xfrm>
                <a:off x="1021221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C29BC5B1-A9AD-3573-817D-BA6C7BDB134B}"/>
                  </a:ext>
                </a:extLst>
              </p:cNvPr>
              <p:cNvSpPr/>
              <p:nvPr/>
            </p:nvSpPr>
            <p:spPr>
              <a:xfrm>
                <a:off x="268775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EB52C847-7081-DE2A-692A-02B7D1A65098}"/>
                  </a:ext>
                </a:extLst>
              </p:cNvPr>
              <p:cNvSpPr/>
              <p:nvPr/>
            </p:nvSpPr>
            <p:spPr>
              <a:xfrm>
                <a:off x="337179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6EA1A0CE-0EEC-DA87-0955-FB1E66190C51}"/>
                  </a:ext>
                </a:extLst>
              </p:cNvPr>
              <p:cNvSpPr/>
              <p:nvPr/>
            </p:nvSpPr>
            <p:spPr>
              <a:xfrm>
                <a:off x="405583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사각형: 둥근 모서리 98">
                <a:extLst>
                  <a:ext uri="{FF2B5EF4-FFF2-40B4-BE49-F238E27FC236}">
                    <a16:creationId xmlns:a16="http://schemas.microsoft.com/office/drawing/2014/main" id="{846BE6E7-9269-C96B-379F-67BEB00F7F64}"/>
                  </a:ext>
                </a:extLst>
              </p:cNvPr>
              <p:cNvSpPr/>
              <p:nvPr/>
            </p:nvSpPr>
            <p:spPr>
              <a:xfrm>
                <a:off x="473987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사각형: 둥근 모서리 99">
                <a:extLst>
                  <a:ext uri="{FF2B5EF4-FFF2-40B4-BE49-F238E27FC236}">
                    <a16:creationId xmlns:a16="http://schemas.microsoft.com/office/drawing/2014/main" id="{DD9B3C5B-510D-D378-191C-30FA1D748CBB}"/>
                  </a:ext>
                </a:extLst>
              </p:cNvPr>
              <p:cNvSpPr/>
              <p:nvPr/>
            </p:nvSpPr>
            <p:spPr>
              <a:xfrm>
                <a:off x="542392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F1400607-7097-8093-B135-A1D38567C81C}"/>
                  </a:ext>
                </a:extLst>
              </p:cNvPr>
              <p:cNvSpPr/>
              <p:nvPr/>
            </p:nvSpPr>
            <p:spPr>
              <a:xfrm>
                <a:off x="610796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2DD9BA77-68A5-BEC9-9C3E-7FE504B24C92}"/>
                  </a:ext>
                </a:extLst>
              </p:cNvPr>
              <p:cNvSpPr/>
              <p:nvPr/>
            </p:nvSpPr>
            <p:spPr>
              <a:xfrm>
                <a:off x="679200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312CFB19-7DF1-EE0A-1083-F1A84A935180}"/>
                  </a:ext>
                </a:extLst>
              </p:cNvPr>
              <p:cNvSpPr/>
              <p:nvPr/>
            </p:nvSpPr>
            <p:spPr>
              <a:xfrm>
                <a:off x="747604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1F84BE14-8A86-4A92-3362-360B4A263E5C}"/>
                  </a:ext>
                </a:extLst>
              </p:cNvPr>
              <p:cNvSpPr/>
              <p:nvPr/>
            </p:nvSpPr>
            <p:spPr>
              <a:xfrm>
                <a:off x="816008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7A207385-D4FB-AE5B-3313-934C660EF6C6}"/>
                  </a:ext>
                </a:extLst>
              </p:cNvPr>
              <p:cNvSpPr/>
              <p:nvPr/>
            </p:nvSpPr>
            <p:spPr>
              <a:xfrm>
                <a:off x="884413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8733F293-7281-92A5-E283-655ED5EA135F}"/>
                  </a:ext>
                </a:extLst>
              </p:cNvPr>
              <p:cNvSpPr/>
              <p:nvPr/>
            </p:nvSpPr>
            <p:spPr>
              <a:xfrm>
                <a:off x="952817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A34C3405-D902-A003-AC48-429D7D2C0902}"/>
                  </a:ext>
                </a:extLst>
              </p:cNvPr>
              <p:cNvSpPr/>
              <p:nvPr/>
            </p:nvSpPr>
            <p:spPr>
              <a:xfrm>
                <a:off x="1021221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1" name="그림 120">
                <a:extLst>
                  <a:ext uri="{FF2B5EF4-FFF2-40B4-BE49-F238E27FC236}">
                    <a16:creationId xmlns:a16="http://schemas.microsoft.com/office/drawing/2014/main" id="{AC040863-7A33-6B8D-B6B1-A654AFC9D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3599"/>
              <a:stretch>
                <a:fillRect/>
              </a:stretch>
            </p:blipFill>
            <p:spPr>
              <a:xfrm>
                <a:off x="2668218" y="5749693"/>
                <a:ext cx="8083997" cy="428516"/>
              </a:xfrm>
              <a:prstGeom prst="rect">
                <a:avLst/>
              </a:prstGeom>
            </p:spPr>
          </p:pic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477DF2A9-7BBF-344B-7A83-27F445E56C9E}"/>
                  </a:ext>
                </a:extLst>
              </p:cNvPr>
              <p:cNvCxnSpPr/>
              <p:nvPr/>
            </p:nvCxnSpPr>
            <p:spPr>
              <a:xfrm>
                <a:off x="2273711" y="6178208"/>
                <a:ext cx="881269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105F4043-757D-1E43-C969-A551EA64BE59}"/>
                  </a:ext>
                </a:extLst>
              </p:cNvPr>
              <p:cNvSpPr/>
              <p:nvPr/>
            </p:nvSpPr>
            <p:spPr>
              <a:xfrm>
                <a:off x="10994695" y="1369148"/>
                <a:ext cx="91712" cy="478400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64BB7096-C8D0-6E47-D69F-125F904217A7}"/>
                  </a:ext>
                </a:extLst>
              </p:cNvPr>
              <p:cNvSpPr/>
              <p:nvPr/>
            </p:nvSpPr>
            <p:spPr>
              <a:xfrm>
                <a:off x="10994695" y="1373852"/>
                <a:ext cx="91712" cy="58380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5E303035-C066-472B-CF60-24E3B307EE99}"/>
                  </a:ext>
                </a:extLst>
              </p:cNvPr>
              <p:cNvSpPr txBox="1"/>
              <p:nvPr/>
            </p:nvSpPr>
            <p:spPr>
              <a:xfrm>
                <a:off x="962147" y="560081"/>
                <a:ext cx="100540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200" b="1" dirty="0"/>
                  <a:t>도감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87615D4-10F4-69C4-0E18-27CBE17A04F4}"/>
                </a:ext>
              </a:extLst>
            </p:cNvPr>
            <p:cNvSpPr txBox="1"/>
            <p:nvPr/>
          </p:nvSpPr>
          <p:spPr>
            <a:xfrm rot="10800000">
              <a:off x="10734945" y="611663"/>
              <a:ext cx="469089" cy="40862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63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n w="6350">
                    <a:solidFill>
                      <a:schemeClr val="tx1"/>
                    </a:solidFill>
                  </a:ln>
                  <a:sym typeface="Wingdings" panose="05000000000000000000" pitchFamily="2" charset="2"/>
                </a:rPr>
                <a:t></a:t>
              </a:r>
              <a:endParaRPr lang="ko-KR" altLang="en-US" dirty="0">
                <a:ln w="63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E68B7D04-FBCB-48F8-F4C5-B2988DA08385}"/>
                </a:ext>
              </a:extLst>
            </p:cNvPr>
            <p:cNvSpPr/>
            <p:nvPr/>
          </p:nvSpPr>
          <p:spPr>
            <a:xfrm>
              <a:off x="912000" y="513000"/>
              <a:ext cx="10368000" cy="5831999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C896A67-143F-7D89-3587-5DBC25E1F53E}"/>
              </a:ext>
            </a:extLst>
          </p:cNvPr>
          <p:cNvGrpSpPr/>
          <p:nvPr/>
        </p:nvGrpSpPr>
        <p:grpSpPr>
          <a:xfrm>
            <a:off x="4683392" y="2031158"/>
            <a:ext cx="2825216" cy="3964082"/>
            <a:chOff x="1560000" y="1160999"/>
            <a:chExt cx="2825216" cy="396408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55F23CC-802D-0739-C5B8-6DC9EE12749C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299754CB-F115-2792-AAFA-178DDFE87EA7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188C6D01-37FE-AC54-955C-3109D8CCA870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불꽃 탄환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77337611-393A-7B4E-D603-410A436D3949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626F83-B74F-6C05-555B-3E0268A1A5D9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2A2B002-F4F5-D567-00DC-3782D189D280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E250307-116B-C2BD-2E24-53BC014431A9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786069D-1B07-1DD8-8FDD-C82F65C14B5C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4485D28-F6B7-850E-D52B-03725E9FD965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36" name="사각형: 둥근 모서리 35">
                <a:extLst>
                  <a:ext uri="{FF2B5EF4-FFF2-40B4-BE49-F238E27FC236}">
                    <a16:creationId xmlns:a16="http://schemas.microsoft.com/office/drawing/2014/main" id="{E383192D-218D-0FC4-C6DD-5B48E074CDFC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478B5221-E03C-8DAC-17C0-D7DA149E4251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54E840B8-A2C8-7937-E121-FD0A5F832A78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E3B14202-103D-1AF9-5E49-FE23F44FDB5F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5BE49685-474C-F5D7-BBF3-AA1F849EBDBF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3FBABCA-9D53-E35F-3CF3-EB4036A00EB1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10E1E44-59D4-F788-167F-3091C15244BF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불꽃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4D600272-8BF7-3584-5D5A-AD4F01D7E381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C53514BB-1B6F-7AC9-B2FE-F1E75FCA346D}"/>
              </a:ext>
            </a:extLst>
          </p:cNvPr>
          <p:cNvSpPr/>
          <p:nvPr/>
        </p:nvSpPr>
        <p:spPr>
          <a:xfrm>
            <a:off x="3513536" y="1117600"/>
            <a:ext cx="5163312" cy="457200"/>
          </a:xfrm>
          <a:prstGeom prst="rect">
            <a:avLst/>
          </a:prstGeom>
          <a:solidFill>
            <a:srgbClr val="F1FA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8659229-245C-FF39-C75D-EB5DF766100A}"/>
              </a:ext>
            </a:extLst>
          </p:cNvPr>
          <p:cNvSpPr txBox="1"/>
          <p:nvPr/>
        </p:nvSpPr>
        <p:spPr>
          <a:xfrm>
            <a:off x="4997776" y="1161534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>
                <a:solidFill>
                  <a:srgbClr val="FF0000"/>
                </a:solidFill>
              </a:rPr>
              <a:t>상점에서 해금 가능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3353EE6-7DF9-2584-00EB-1C9F2CF4C833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2931861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7C0AC-0D19-A0B4-3964-3D2CC364B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326259-64CB-0BF7-AF60-97E3A0DE400D}"/>
              </a:ext>
            </a:extLst>
          </p:cNvPr>
          <p:cNvGrpSpPr/>
          <p:nvPr/>
        </p:nvGrpSpPr>
        <p:grpSpPr>
          <a:xfrm>
            <a:off x="912000" y="513000"/>
            <a:ext cx="10368000" cy="5831999"/>
            <a:chOff x="912000" y="513000"/>
            <a:chExt cx="10368000" cy="5831999"/>
          </a:xfrm>
        </p:grpSpPr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4E36025A-7BEA-02DD-D15B-172A4FD851C6}"/>
                </a:ext>
              </a:extLst>
            </p:cNvPr>
            <p:cNvGrpSpPr/>
            <p:nvPr/>
          </p:nvGrpSpPr>
          <p:grpSpPr>
            <a:xfrm>
              <a:off x="912000" y="513000"/>
              <a:ext cx="10368000" cy="5831999"/>
              <a:chOff x="912000" y="513000"/>
              <a:chExt cx="10368000" cy="583199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DA9FD35-D55F-4162-E013-F28CD8A75F8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12000" y="513000"/>
                <a:ext cx="10368000" cy="5831999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64FE5CC8-0800-2610-6B54-7CFDAFD5C7E7}"/>
                  </a:ext>
                </a:extLst>
              </p:cNvPr>
              <p:cNvSpPr/>
              <p:nvPr/>
            </p:nvSpPr>
            <p:spPr>
              <a:xfrm>
                <a:off x="1219200" y="23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9BAF7DD9-27E4-43FB-6DBA-49BD950204AD}"/>
                  </a:ext>
                </a:extLst>
              </p:cNvPr>
              <p:cNvSpPr/>
              <p:nvPr/>
            </p:nvSpPr>
            <p:spPr>
              <a:xfrm>
                <a:off x="1219200" y="290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52393465-72C1-68EC-C77E-B0B058D2C9F6}"/>
                  </a:ext>
                </a:extLst>
              </p:cNvPr>
              <p:cNvSpPr/>
              <p:nvPr/>
            </p:nvSpPr>
            <p:spPr>
              <a:xfrm>
                <a:off x="1219200" y="344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7E8DE9A8-93AC-7CCE-6288-99A36B30CC0C}"/>
                  </a:ext>
                </a:extLst>
              </p:cNvPr>
              <p:cNvSpPr/>
              <p:nvPr/>
            </p:nvSpPr>
            <p:spPr>
              <a:xfrm>
                <a:off x="1219200" y="398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2030A7FF-7492-1017-AAA1-0889AA51EA7F}"/>
                  </a:ext>
                </a:extLst>
              </p:cNvPr>
              <p:cNvSpPr/>
              <p:nvPr/>
            </p:nvSpPr>
            <p:spPr>
              <a:xfrm>
                <a:off x="1219200" y="452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5FA58DB0-65DE-F8DD-95CA-5EF31C318CDB}"/>
                  </a:ext>
                </a:extLst>
              </p:cNvPr>
              <p:cNvSpPr/>
              <p:nvPr/>
            </p:nvSpPr>
            <p:spPr>
              <a:xfrm>
                <a:off x="1219200" y="506886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6060044B-AA3F-2A67-F00A-0EA524CF7CD4}"/>
                  </a:ext>
                </a:extLst>
              </p:cNvPr>
              <p:cNvGrpSpPr/>
              <p:nvPr/>
            </p:nvGrpSpPr>
            <p:grpSpPr>
              <a:xfrm>
                <a:off x="1034472" y="1626646"/>
                <a:ext cx="1239239" cy="507339"/>
                <a:chOff x="1219199" y="1838036"/>
                <a:chExt cx="1057421" cy="314037"/>
              </a:xfrm>
            </p:grpSpPr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B682EAF7-425B-DB90-A311-B341459EA972}"/>
                    </a:ext>
                  </a:extLst>
                </p:cNvPr>
                <p:cNvSpPr/>
                <p:nvPr/>
              </p:nvSpPr>
              <p:spPr>
                <a:xfrm>
                  <a:off x="1219199" y="1838036"/>
                  <a:ext cx="1057421" cy="314037"/>
                </a:xfrm>
                <a:prstGeom prst="rect">
                  <a:avLst/>
                </a:prstGeom>
                <a:solidFill>
                  <a:srgbClr val="FFFF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D92719C-91C2-32BD-166E-8BE7BB726C09}"/>
                    </a:ext>
                  </a:extLst>
                </p:cNvPr>
                <p:cNvSpPr txBox="1"/>
                <p:nvPr/>
              </p:nvSpPr>
              <p:spPr>
                <a:xfrm>
                  <a:off x="1315791" y="1881297"/>
                  <a:ext cx="933124" cy="1905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ko-KR" altLang="en-US" sz="1400" b="1" dirty="0"/>
                    <a:t>스킬 </a:t>
                  </a:r>
                  <a:r>
                    <a:rPr lang="en-US" altLang="ko-KR" sz="1400" b="1" dirty="0"/>
                    <a:t>(</a:t>
                  </a:r>
                  <a:r>
                    <a:rPr lang="ko-KR" altLang="en-US" sz="1400" b="1" dirty="0"/>
                    <a:t>일반</a:t>
                  </a:r>
                  <a:r>
                    <a:rPr lang="en-US" altLang="ko-KR" sz="1400" b="1" dirty="0"/>
                    <a:t>)</a:t>
                  </a:r>
                  <a:endParaRPr lang="ko-KR" altLang="en-US" sz="1400" b="1" dirty="0"/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70317A-5C71-3E69-A836-C418BE580E71}"/>
                  </a:ext>
                </a:extLst>
              </p:cNvPr>
              <p:cNvSpPr txBox="1"/>
              <p:nvPr/>
            </p:nvSpPr>
            <p:spPr>
              <a:xfrm>
                <a:off x="1219199" y="2376579"/>
                <a:ext cx="11288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100" b="1" dirty="0"/>
                  <a:t>(</a:t>
                </a:r>
                <a:r>
                  <a:rPr lang="ko-KR" altLang="en-US" sz="1100" b="1" dirty="0"/>
                  <a:t>캐스트</a:t>
                </a:r>
                <a:r>
                  <a:rPr lang="en-US" altLang="ko-KR" sz="1100" b="1" dirty="0"/>
                  <a:t>)</a:t>
                </a:r>
                <a:endParaRPr lang="ko-KR" altLang="en-US" sz="1200" b="1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676BED2-54D5-2305-FF02-99C045430717}"/>
                  </a:ext>
                </a:extLst>
              </p:cNvPr>
              <p:cNvSpPr txBox="1"/>
              <p:nvPr/>
            </p:nvSpPr>
            <p:spPr>
              <a:xfrm>
                <a:off x="1219199" y="2899688"/>
                <a:ext cx="109356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스킬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dirty="0"/>
                  <a:t>보조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7E65363-5825-3EA2-E10A-E90603C50D01}"/>
                  </a:ext>
                </a:extLst>
              </p:cNvPr>
              <p:cNvSpPr txBox="1"/>
              <p:nvPr/>
            </p:nvSpPr>
            <p:spPr>
              <a:xfrm>
                <a:off x="1431247" y="3433428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유물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703BF29-0843-B35B-4F27-751C1C80F645}"/>
                  </a:ext>
                </a:extLst>
              </p:cNvPr>
              <p:cNvSpPr txBox="1"/>
              <p:nvPr/>
            </p:nvSpPr>
            <p:spPr>
              <a:xfrm>
                <a:off x="1431247" y="398091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증강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2B5E847-0D59-FE16-4A9F-43F83E6F9BA1}"/>
                  </a:ext>
                </a:extLst>
              </p:cNvPr>
              <p:cNvSpPr txBox="1"/>
              <p:nvPr/>
            </p:nvSpPr>
            <p:spPr>
              <a:xfrm>
                <a:off x="1463965" y="452488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퓨전</a:t>
                </a:r>
                <a:endParaRPr lang="ko-KR" altLang="en-US" sz="1400" b="1" dirty="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E2C66F5-407F-F35D-5C41-6B1EFB6AC19C}"/>
                  </a:ext>
                </a:extLst>
              </p:cNvPr>
              <p:cNvSpPr txBox="1"/>
              <p:nvPr/>
            </p:nvSpPr>
            <p:spPr>
              <a:xfrm>
                <a:off x="1332819" y="5068862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/>
                  <a:t>몬스터</a:t>
                </a:r>
                <a:endParaRPr lang="ko-KR" altLang="en-US" sz="1400" b="1" dirty="0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645D054-4845-700A-DBCD-9A46BE96D278}"/>
                  </a:ext>
                </a:extLst>
              </p:cNvPr>
              <p:cNvSpPr/>
              <p:nvPr/>
            </p:nvSpPr>
            <p:spPr>
              <a:xfrm>
                <a:off x="2273711" y="1347589"/>
                <a:ext cx="8812696" cy="4830619"/>
              </a:xfrm>
              <a:prstGeom prst="rect">
                <a:avLst/>
              </a:prstGeom>
              <a:solidFill>
                <a:srgbClr val="F8E8C8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DFDF4431-AF37-2765-E650-3E0E0ED5701F}"/>
                  </a:ext>
                </a:extLst>
              </p:cNvPr>
              <p:cNvSpPr/>
              <p:nvPr/>
            </p:nvSpPr>
            <p:spPr>
              <a:xfrm>
                <a:off x="1219200" y="5602602"/>
                <a:ext cx="1057420" cy="31403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33DD765-66F2-A14F-8CFB-D021701D2633}"/>
                  </a:ext>
                </a:extLst>
              </p:cNvPr>
              <p:cNvSpPr txBox="1"/>
              <p:nvPr/>
            </p:nvSpPr>
            <p:spPr>
              <a:xfrm>
                <a:off x="1463964" y="560260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/>
                  <a:t>보스</a:t>
                </a:r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D821493B-EBAF-93ED-3396-3F2187D86464}"/>
                  </a:ext>
                </a:extLst>
              </p:cNvPr>
              <p:cNvSpPr/>
              <p:nvPr/>
            </p:nvSpPr>
            <p:spPr>
              <a:xfrm>
                <a:off x="268775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4" name="사각형: 둥근 모서리 33">
                <a:extLst>
                  <a:ext uri="{FF2B5EF4-FFF2-40B4-BE49-F238E27FC236}">
                    <a16:creationId xmlns:a16="http://schemas.microsoft.com/office/drawing/2014/main" id="{D8431C6A-9191-07AF-838F-2C15A1A16D54}"/>
                  </a:ext>
                </a:extLst>
              </p:cNvPr>
              <p:cNvSpPr/>
              <p:nvPr/>
            </p:nvSpPr>
            <p:spPr>
              <a:xfrm>
                <a:off x="337179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B6AEFE06-F379-D4FA-33C8-0B536DC6133D}"/>
                  </a:ext>
                </a:extLst>
              </p:cNvPr>
              <p:cNvSpPr/>
              <p:nvPr/>
            </p:nvSpPr>
            <p:spPr>
              <a:xfrm>
                <a:off x="405583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02AEC114-7A84-0AB4-8B75-ADCECD9CAB9C}"/>
                  </a:ext>
                </a:extLst>
              </p:cNvPr>
              <p:cNvSpPr/>
              <p:nvPr/>
            </p:nvSpPr>
            <p:spPr>
              <a:xfrm>
                <a:off x="473987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2BF73DEB-E555-E80A-CB9D-49C9CC8B53BF}"/>
                  </a:ext>
                </a:extLst>
              </p:cNvPr>
              <p:cNvSpPr/>
              <p:nvPr/>
            </p:nvSpPr>
            <p:spPr>
              <a:xfrm>
                <a:off x="542392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0" name="사각형: 둥근 모서리 39">
                <a:extLst>
                  <a:ext uri="{FF2B5EF4-FFF2-40B4-BE49-F238E27FC236}">
                    <a16:creationId xmlns:a16="http://schemas.microsoft.com/office/drawing/2014/main" id="{A5178C9A-4A92-F764-E91D-5A1470D13934}"/>
                  </a:ext>
                </a:extLst>
              </p:cNvPr>
              <p:cNvSpPr/>
              <p:nvPr/>
            </p:nvSpPr>
            <p:spPr>
              <a:xfrm>
                <a:off x="610796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사각형: 둥근 모서리 40">
                <a:extLst>
                  <a:ext uri="{FF2B5EF4-FFF2-40B4-BE49-F238E27FC236}">
                    <a16:creationId xmlns:a16="http://schemas.microsoft.com/office/drawing/2014/main" id="{9619F2F8-1F73-D7D9-4146-E747F845C8D0}"/>
                  </a:ext>
                </a:extLst>
              </p:cNvPr>
              <p:cNvSpPr/>
              <p:nvPr/>
            </p:nvSpPr>
            <p:spPr>
              <a:xfrm>
                <a:off x="679200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ED8BC40D-6955-6634-3AF1-240E7C8D39C2}"/>
                  </a:ext>
                </a:extLst>
              </p:cNvPr>
              <p:cNvSpPr/>
              <p:nvPr/>
            </p:nvSpPr>
            <p:spPr>
              <a:xfrm>
                <a:off x="7476047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45B808C9-89A1-6394-092C-F6EF77088CC7}"/>
                  </a:ext>
                </a:extLst>
              </p:cNvPr>
              <p:cNvSpPr/>
              <p:nvPr/>
            </p:nvSpPr>
            <p:spPr>
              <a:xfrm>
                <a:off x="8160089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0EC09DB7-6602-6B74-E71B-459111D038A3}"/>
                  </a:ext>
                </a:extLst>
              </p:cNvPr>
              <p:cNvSpPr/>
              <p:nvPr/>
            </p:nvSpPr>
            <p:spPr>
              <a:xfrm>
                <a:off x="8844131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C5CF8701-5BD3-8124-F363-63809A747611}"/>
                  </a:ext>
                </a:extLst>
              </p:cNvPr>
              <p:cNvSpPr/>
              <p:nvPr/>
            </p:nvSpPr>
            <p:spPr>
              <a:xfrm>
                <a:off x="9528173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5FC3EF0-6B3F-791A-AC32-A5A11AA6BC89}"/>
                  </a:ext>
                </a:extLst>
              </p:cNvPr>
              <p:cNvSpPr/>
              <p:nvPr/>
            </p:nvSpPr>
            <p:spPr>
              <a:xfrm>
                <a:off x="10212215" y="168732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8" name="사각형: 둥근 모서리 47">
                <a:extLst>
                  <a:ext uri="{FF2B5EF4-FFF2-40B4-BE49-F238E27FC236}">
                    <a16:creationId xmlns:a16="http://schemas.microsoft.com/office/drawing/2014/main" id="{71B45C8F-3E4A-159B-93D0-33409506C25E}"/>
                  </a:ext>
                </a:extLst>
              </p:cNvPr>
              <p:cNvSpPr/>
              <p:nvPr/>
            </p:nvSpPr>
            <p:spPr>
              <a:xfrm>
                <a:off x="268775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E850D014-B1B9-3507-5EA9-64C8B3E8EDFB}"/>
                  </a:ext>
                </a:extLst>
              </p:cNvPr>
              <p:cNvSpPr/>
              <p:nvPr/>
            </p:nvSpPr>
            <p:spPr>
              <a:xfrm>
                <a:off x="337179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2B862AA2-5398-29B2-2983-A7713667A2F0}"/>
                  </a:ext>
                </a:extLst>
              </p:cNvPr>
              <p:cNvSpPr/>
              <p:nvPr/>
            </p:nvSpPr>
            <p:spPr>
              <a:xfrm>
                <a:off x="405583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사각형: 둥근 모서리 50">
                <a:extLst>
                  <a:ext uri="{FF2B5EF4-FFF2-40B4-BE49-F238E27FC236}">
                    <a16:creationId xmlns:a16="http://schemas.microsoft.com/office/drawing/2014/main" id="{6245B449-72F9-D20A-920A-5417B925DE92}"/>
                  </a:ext>
                </a:extLst>
              </p:cNvPr>
              <p:cNvSpPr/>
              <p:nvPr/>
            </p:nvSpPr>
            <p:spPr>
              <a:xfrm>
                <a:off x="473987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2" name="사각형: 둥근 모서리 51">
                <a:extLst>
                  <a:ext uri="{FF2B5EF4-FFF2-40B4-BE49-F238E27FC236}">
                    <a16:creationId xmlns:a16="http://schemas.microsoft.com/office/drawing/2014/main" id="{EB4B9421-4B70-77D3-233C-50C56FF8AA91}"/>
                  </a:ext>
                </a:extLst>
              </p:cNvPr>
              <p:cNvSpPr/>
              <p:nvPr/>
            </p:nvSpPr>
            <p:spPr>
              <a:xfrm>
                <a:off x="542392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D137F56E-8C33-6CA4-A669-5A40157A5DD7}"/>
                  </a:ext>
                </a:extLst>
              </p:cNvPr>
              <p:cNvSpPr/>
              <p:nvPr/>
            </p:nvSpPr>
            <p:spPr>
              <a:xfrm>
                <a:off x="610796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855ACC22-E36C-2596-1A9C-528FB8EE0658}"/>
                  </a:ext>
                </a:extLst>
              </p:cNvPr>
              <p:cNvSpPr/>
              <p:nvPr/>
            </p:nvSpPr>
            <p:spPr>
              <a:xfrm>
                <a:off x="679200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사각형: 둥근 모서리 54">
                <a:extLst>
                  <a:ext uri="{FF2B5EF4-FFF2-40B4-BE49-F238E27FC236}">
                    <a16:creationId xmlns:a16="http://schemas.microsoft.com/office/drawing/2014/main" id="{349676CB-5B03-A54A-AE2A-925A59AD5AFF}"/>
                  </a:ext>
                </a:extLst>
              </p:cNvPr>
              <p:cNvSpPr/>
              <p:nvPr/>
            </p:nvSpPr>
            <p:spPr>
              <a:xfrm>
                <a:off x="7476047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BE795D9F-C614-7EF5-DEA7-D394569E0E2A}"/>
                  </a:ext>
                </a:extLst>
              </p:cNvPr>
              <p:cNvSpPr/>
              <p:nvPr/>
            </p:nvSpPr>
            <p:spPr>
              <a:xfrm>
                <a:off x="8160089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CA79FAF4-4F04-4D9A-F48E-B6D322925413}"/>
                  </a:ext>
                </a:extLst>
              </p:cNvPr>
              <p:cNvSpPr/>
              <p:nvPr/>
            </p:nvSpPr>
            <p:spPr>
              <a:xfrm>
                <a:off x="8844131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사각형: 둥근 모서리 57">
                <a:extLst>
                  <a:ext uri="{FF2B5EF4-FFF2-40B4-BE49-F238E27FC236}">
                    <a16:creationId xmlns:a16="http://schemas.microsoft.com/office/drawing/2014/main" id="{843047D1-0D21-FD33-0C72-C416ADED125C}"/>
                  </a:ext>
                </a:extLst>
              </p:cNvPr>
              <p:cNvSpPr/>
              <p:nvPr/>
            </p:nvSpPr>
            <p:spPr>
              <a:xfrm>
                <a:off x="9528173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A79A83AE-C88B-BBCD-68EA-D436827E3781}"/>
                  </a:ext>
                </a:extLst>
              </p:cNvPr>
              <p:cNvSpPr/>
              <p:nvPr/>
            </p:nvSpPr>
            <p:spPr>
              <a:xfrm>
                <a:off x="10212215" y="2359688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0" name="사각형: 둥근 모서리 59">
                <a:extLst>
                  <a:ext uri="{FF2B5EF4-FFF2-40B4-BE49-F238E27FC236}">
                    <a16:creationId xmlns:a16="http://schemas.microsoft.com/office/drawing/2014/main" id="{0E6715C6-A5F0-37EF-CADB-7406CCAFA93B}"/>
                  </a:ext>
                </a:extLst>
              </p:cNvPr>
              <p:cNvSpPr/>
              <p:nvPr/>
            </p:nvSpPr>
            <p:spPr>
              <a:xfrm>
                <a:off x="268775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1" name="사각형: 둥근 모서리 60">
                <a:extLst>
                  <a:ext uri="{FF2B5EF4-FFF2-40B4-BE49-F238E27FC236}">
                    <a16:creationId xmlns:a16="http://schemas.microsoft.com/office/drawing/2014/main" id="{76D0B200-4F82-5BD6-7A18-28BFDE5BC968}"/>
                  </a:ext>
                </a:extLst>
              </p:cNvPr>
              <p:cNvSpPr/>
              <p:nvPr/>
            </p:nvSpPr>
            <p:spPr>
              <a:xfrm>
                <a:off x="337179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E26B6428-1E54-D380-D3AA-C03D2DCC29DB}"/>
                  </a:ext>
                </a:extLst>
              </p:cNvPr>
              <p:cNvSpPr/>
              <p:nvPr/>
            </p:nvSpPr>
            <p:spPr>
              <a:xfrm>
                <a:off x="405583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A17C1FB5-C75C-FC17-EF17-2ED547F0092D}"/>
                  </a:ext>
                </a:extLst>
              </p:cNvPr>
              <p:cNvSpPr/>
              <p:nvPr/>
            </p:nvSpPr>
            <p:spPr>
              <a:xfrm>
                <a:off x="473987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ED30E0B2-D668-E329-B3F1-E7C45D531EA3}"/>
                  </a:ext>
                </a:extLst>
              </p:cNvPr>
              <p:cNvSpPr/>
              <p:nvPr/>
            </p:nvSpPr>
            <p:spPr>
              <a:xfrm>
                <a:off x="542392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5" name="사각형: 둥근 모서리 64">
                <a:extLst>
                  <a:ext uri="{FF2B5EF4-FFF2-40B4-BE49-F238E27FC236}">
                    <a16:creationId xmlns:a16="http://schemas.microsoft.com/office/drawing/2014/main" id="{75EA57BC-2BD9-9238-051F-EB70259A1D7E}"/>
                  </a:ext>
                </a:extLst>
              </p:cNvPr>
              <p:cNvSpPr/>
              <p:nvPr/>
            </p:nvSpPr>
            <p:spPr>
              <a:xfrm>
                <a:off x="610796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7A47D9-62BD-3A55-52DB-BC1F245CC9BF}"/>
                  </a:ext>
                </a:extLst>
              </p:cNvPr>
              <p:cNvSpPr/>
              <p:nvPr/>
            </p:nvSpPr>
            <p:spPr>
              <a:xfrm>
                <a:off x="679200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130BEC1B-09C4-AFC9-A031-0B82F777886A}"/>
                  </a:ext>
                </a:extLst>
              </p:cNvPr>
              <p:cNvSpPr/>
              <p:nvPr/>
            </p:nvSpPr>
            <p:spPr>
              <a:xfrm>
                <a:off x="7476047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사각형: 둥근 모서리 67">
                <a:extLst>
                  <a:ext uri="{FF2B5EF4-FFF2-40B4-BE49-F238E27FC236}">
                    <a16:creationId xmlns:a16="http://schemas.microsoft.com/office/drawing/2014/main" id="{5DE32D24-453B-53E6-EBE6-15054374EB25}"/>
                  </a:ext>
                </a:extLst>
              </p:cNvPr>
              <p:cNvSpPr/>
              <p:nvPr/>
            </p:nvSpPr>
            <p:spPr>
              <a:xfrm>
                <a:off x="8160089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7AF83EC1-3593-8D3A-5196-0FB2140F4552}"/>
                  </a:ext>
                </a:extLst>
              </p:cNvPr>
              <p:cNvSpPr/>
              <p:nvPr/>
            </p:nvSpPr>
            <p:spPr>
              <a:xfrm>
                <a:off x="8844131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사각형: 둥근 모서리 69">
                <a:extLst>
                  <a:ext uri="{FF2B5EF4-FFF2-40B4-BE49-F238E27FC236}">
                    <a16:creationId xmlns:a16="http://schemas.microsoft.com/office/drawing/2014/main" id="{37C996F7-A4AE-E5A8-A586-0A9E99610BB2}"/>
                  </a:ext>
                </a:extLst>
              </p:cNvPr>
              <p:cNvSpPr/>
              <p:nvPr/>
            </p:nvSpPr>
            <p:spPr>
              <a:xfrm>
                <a:off x="9528173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5A95B51D-8427-A589-6576-51E7EE4BC3F4}"/>
                  </a:ext>
                </a:extLst>
              </p:cNvPr>
              <p:cNvSpPr/>
              <p:nvPr/>
            </p:nvSpPr>
            <p:spPr>
              <a:xfrm>
                <a:off x="10212215" y="303205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F3A67AE5-DF30-EEED-6AAD-F4A527B3180E}"/>
                  </a:ext>
                </a:extLst>
              </p:cNvPr>
              <p:cNvSpPr/>
              <p:nvPr/>
            </p:nvSpPr>
            <p:spPr>
              <a:xfrm>
                <a:off x="268775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FB0446C8-F8C3-A196-41DF-0D4E03213A28}"/>
                  </a:ext>
                </a:extLst>
              </p:cNvPr>
              <p:cNvSpPr/>
              <p:nvPr/>
            </p:nvSpPr>
            <p:spPr>
              <a:xfrm>
                <a:off x="337179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79BB12C0-209F-A593-6940-9AAE024228BC}"/>
                  </a:ext>
                </a:extLst>
              </p:cNvPr>
              <p:cNvSpPr/>
              <p:nvPr/>
            </p:nvSpPr>
            <p:spPr>
              <a:xfrm>
                <a:off x="405583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0377E19E-0556-AB09-C03E-585590F9781B}"/>
                  </a:ext>
                </a:extLst>
              </p:cNvPr>
              <p:cNvSpPr/>
              <p:nvPr/>
            </p:nvSpPr>
            <p:spPr>
              <a:xfrm>
                <a:off x="473987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사각형: 둥근 모서리 75">
                <a:extLst>
                  <a:ext uri="{FF2B5EF4-FFF2-40B4-BE49-F238E27FC236}">
                    <a16:creationId xmlns:a16="http://schemas.microsoft.com/office/drawing/2014/main" id="{B8A3F9D1-2514-B027-6A2D-F05E19C84801}"/>
                  </a:ext>
                </a:extLst>
              </p:cNvPr>
              <p:cNvSpPr/>
              <p:nvPr/>
            </p:nvSpPr>
            <p:spPr>
              <a:xfrm>
                <a:off x="542392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7" name="사각형: 둥근 모서리 76">
                <a:extLst>
                  <a:ext uri="{FF2B5EF4-FFF2-40B4-BE49-F238E27FC236}">
                    <a16:creationId xmlns:a16="http://schemas.microsoft.com/office/drawing/2014/main" id="{14266927-9BD1-9ED7-C375-30CF215A6A3D}"/>
                  </a:ext>
                </a:extLst>
              </p:cNvPr>
              <p:cNvSpPr/>
              <p:nvPr/>
            </p:nvSpPr>
            <p:spPr>
              <a:xfrm>
                <a:off x="610796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사각형: 둥근 모서리 77">
                <a:extLst>
                  <a:ext uri="{FF2B5EF4-FFF2-40B4-BE49-F238E27FC236}">
                    <a16:creationId xmlns:a16="http://schemas.microsoft.com/office/drawing/2014/main" id="{1289DD46-76CD-EEAA-F273-42B0B86CC66D}"/>
                  </a:ext>
                </a:extLst>
              </p:cNvPr>
              <p:cNvSpPr/>
              <p:nvPr/>
            </p:nvSpPr>
            <p:spPr>
              <a:xfrm>
                <a:off x="679200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사각형: 둥근 모서리 78">
                <a:extLst>
                  <a:ext uri="{FF2B5EF4-FFF2-40B4-BE49-F238E27FC236}">
                    <a16:creationId xmlns:a16="http://schemas.microsoft.com/office/drawing/2014/main" id="{D89C72E4-C16E-071A-58E0-1145E15F3A3A}"/>
                  </a:ext>
                </a:extLst>
              </p:cNvPr>
              <p:cNvSpPr/>
              <p:nvPr/>
            </p:nvSpPr>
            <p:spPr>
              <a:xfrm>
                <a:off x="7476047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사각형: 둥근 모서리 79">
                <a:extLst>
                  <a:ext uri="{FF2B5EF4-FFF2-40B4-BE49-F238E27FC236}">
                    <a16:creationId xmlns:a16="http://schemas.microsoft.com/office/drawing/2014/main" id="{1CC21CEB-B244-78B9-825A-DD1B25218826}"/>
                  </a:ext>
                </a:extLst>
              </p:cNvPr>
              <p:cNvSpPr/>
              <p:nvPr/>
            </p:nvSpPr>
            <p:spPr>
              <a:xfrm>
                <a:off x="8160089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0A4027D3-46D2-A0E1-23A6-1F34E5BBE3F7}"/>
                  </a:ext>
                </a:extLst>
              </p:cNvPr>
              <p:cNvSpPr/>
              <p:nvPr/>
            </p:nvSpPr>
            <p:spPr>
              <a:xfrm>
                <a:off x="8844131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B08802A4-E153-CF12-C19D-A39D6E229C8D}"/>
                  </a:ext>
                </a:extLst>
              </p:cNvPr>
              <p:cNvSpPr/>
              <p:nvPr/>
            </p:nvSpPr>
            <p:spPr>
              <a:xfrm>
                <a:off x="9528173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6E866274-4B44-DAF6-979A-A700717CF6DE}"/>
                  </a:ext>
                </a:extLst>
              </p:cNvPr>
              <p:cNvSpPr/>
              <p:nvPr/>
            </p:nvSpPr>
            <p:spPr>
              <a:xfrm>
                <a:off x="10212215" y="3705893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94A73F13-DF64-6582-72FA-578B77364378}"/>
                  </a:ext>
                </a:extLst>
              </p:cNvPr>
              <p:cNvSpPr/>
              <p:nvPr/>
            </p:nvSpPr>
            <p:spPr>
              <a:xfrm>
                <a:off x="268775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5" name="사각형: 둥근 모서리 84">
                <a:extLst>
                  <a:ext uri="{FF2B5EF4-FFF2-40B4-BE49-F238E27FC236}">
                    <a16:creationId xmlns:a16="http://schemas.microsoft.com/office/drawing/2014/main" id="{03E362E0-528E-9536-8EEE-AA25A132BFE8}"/>
                  </a:ext>
                </a:extLst>
              </p:cNvPr>
              <p:cNvSpPr/>
              <p:nvPr/>
            </p:nvSpPr>
            <p:spPr>
              <a:xfrm>
                <a:off x="337179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6" name="사각형: 둥근 모서리 85">
                <a:extLst>
                  <a:ext uri="{FF2B5EF4-FFF2-40B4-BE49-F238E27FC236}">
                    <a16:creationId xmlns:a16="http://schemas.microsoft.com/office/drawing/2014/main" id="{D6BA19BD-3AA4-F0DB-9295-20DCB7255847}"/>
                  </a:ext>
                </a:extLst>
              </p:cNvPr>
              <p:cNvSpPr/>
              <p:nvPr/>
            </p:nvSpPr>
            <p:spPr>
              <a:xfrm>
                <a:off x="405583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F94576C0-753A-C220-AB92-F81C5E1BA1ED}"/>
                  </a:ext>
                </a:extLst>
              </p:cNvPr>
              <p:cNvSpPr/>
              <p:nvPr/>
            </p:nvSpPr>
            <p:spPr>
              <a:xfrm>
                <a:off x="473987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8" name="사각형: 둥근 모서리 87">
                <a:extLst>
                  <a:ext uri="{FF2B5EF4-FFF2-40B4-BE49-F238E27FC236}">
                    <a16:creationId xmlns:a16="http://schemas.microsoft.com/office/drawing/2014/main" id="{F582B00B-178D-8527-0947-86A3C0EEC71D}"/>
                  </a:ext>
                </a:extLst>
              </p:cNvPr>
              <p:cNvSpPr/>
              <p:nvPr/>
            </p:nvSpPr>
            <p:spPr>
              <a:xfrm>
                <a:off x="542392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4BB33F6A-13B7-FA3C-6E17-FAFC6208EE92}"/>
                  </a:ext>
                </a:extLst>
              </p:cNvPr>
              <p:cNvSpPr/>
              <p:nvPr/>
            </p:nvSpPr>
            <p:spPr>
              <a:xfrm>
                <a:off x="610796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8F0763CC-0D00-7430-2F21-697CDAEFAC83}"/>
                  </a:ext>
                </a:extLst>
              </p:cNvPr>
              <p:cNvSpPr/>
              <p:nvPr/>
            </p:nvSpPr>
            <p:spPr>
              <a:xfrm>
                <a:off x="679200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42110B9A-5AD4-68DC-3054-2DEC92136C5B}"/>
                  </a:ext>
                </a:extLst>
              </p:cNvPr>
              <p:cNvSpPr/>
              <p:nvPr/>
            </p:nvSpPr>
            <p:spPr>
              <a:xfrm>
                <a:off x="7476047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84EDCF4D-D55C-0C0C-D58B-757AEDBD1B16}"/>
                  </a:ext>
                </a:extLst>
              </p:cNvPr>
              <p:cNvSpPr/>
              <p:nvPr/>
            </p:nvSpPr>
            <p:spPr>
              <a:xfrm>
                <a:off x="8160089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사각형: 둥근 모서리 92">
                <a:extLst>
                  <a:ext uri="{FF2B5EF4-FFF2-40B4-BE49-F238E27FC236}">
                    <a16:creationId xmlns:a16="http://schemas.microsoft.com/office/drawing/2014/main" id="{DF6FA948-8B0F-3FAD-7505-AB71A5701F4E}"/>
                  </a:ext>
                </a:extLst>
              </p:cNvPr>
              <p:cNvSpPr/>
              <p:nvPr/>
            </p:nvSpPr>
            <p:spPr>
              <a:xfrm>
                <a:off x="8844131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4" name="사각형: 둥근 모서리 93">
                <a:extLst>
                  <a:ext uri="{FF2B5EF4-FFF2-40B4-BE49-F238E27FC236}">
                    <a16:creationId xmlns:a16="http://schemas.microsoft.com/office/drawing/2014/main" id="{C782BCF2-CCA8-16FE-9E29-A48B209B90EE}"/>
                  </a:ext>
                </a:extLst>
              </p:cNvPr>
              <p:cNvSpPr/>
              <p:nvPr/>
            </p:nvSpPr>
            <p:spPr>
              <a:xfrm>
                <a:off x="9528173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5" name="사각형: 둥근 모서리 94">
                <a:extLst>
                  <a:ext uri="{FF2B5EF4-FFF2-40B4-BE49-F238E27FC236}">
                    <a16:creationId xmlns:a16="http://schemas.microsoft.com/office/drawing/2014/main" id="{6B831C7E-AC41-84A3-03BA-97A689D3E4CB}"/>
                  </a:ext>
                </a:extLst>
              </p:cNvPr>
              <p:cNvSpPr/>
              <p:nvPr/>
            </p:nvSpPr>
            <p:spPr>
              <a:xfrm>
                <a:off x="10212215" y="4406642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6" name="사각형: 둥근 모서리 95">
                <a:extLst>
                  <a:ext uri="{FF2B5EF4-FFF2-40B4-BE49-F238E27FC236}">
                    <a16:creationId xmlns:a16="http://schemas.microsoft.com/office/drawing/2014/main" id="{D6C38C26-1B47-CA6B-75F4-69FD32ECFBEC}"/>
                  </a:ext>
                </a:extLst>
              </p:cNvPr>
              <p:cNvSpPr/>
              <p:nvPr/>
            </p:nvSpPr>
            <p:spPr>
              <a:xfrm>
                <a:off x="268775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7" name="사각형: 둥근 모서리 96">
                <a:extLst>
                  <a:ext uri="{FF2B5EF4-FFF2-40B4-BE49-F238E27FC236}">
                    <a16:creationId xmlns:a16="http://schemas.microsoft.com/office/drawing/2014/main" id="{D07CE1CF-6F95-6099-70A1-B71042F2BCC3}"/>
                  </a:ext>
                </a:extLst>
              </p:cNvPr>
              <p:cNvSpPr/>
              <p:nvPr/>
            </p:nvSpPr>
            <p:spPr>
              <a:xfrm>
                <a:off x="337179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4F61D9FB-E09C-2023-FCE5-A5A3C9324DC2}"/>
                  </a:ext>
                </a:extLst>
              </p:cNvPr>
              <p:cNvSpPr/>
              <p:nvPr/>
            </p:nvSpPr>
            <p:spPr>
              <a:xfrm>
                <a:off x="405583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" name="사각형: 둥근 모서리 98">
                <a:extLst>
                  <a:ext uri="{FF2B5EF4-FFF2-40B4-BE49-F238E27FC236}">
                    <a16:creationId xmlns:a16="http://schemas.microsoft.com/office/drawing/2014/main" id="{5EB6E17B-75EB-036A-10CC-6A545B839601}"/>
                  </a:ext>
                </a:extLst>
              </p:cNvPr>
              <p:cNvSpPr/>
              <p:nvPr/>
            </p:nvSpPr>
            <p:spPr>
              <a:xfrm>
                <a:off x="473987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" name="사각형: 둥근 모서리 99">
                <a:extLst>
                  <a:ext uri="{FF2B5EF4-FFF2-40B4-BE49-F238E27FC236}">
                    <a16:creationId xmlns:a16="http://schemas.microsoft.com/office/drawing/2014/main" id="{E7824432-3503-69E9-8F74-1D66233F81AE}"/>
                  </a:ext>
                </a:extLst>
              </p:cNvPr>
              <p:cNvSpPr/>
              <p:nvPr/>
            </p:nvSpPr>
            <p:spPr>
              <a:xfrm>
                <a:off x="542392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사각형: 둥근 모서리 100">
                <a:extLst>
                  <a:ext uri="{FF2B5EF4-FFF2-40B4-BE49-F238E27FC236}">
                    <a16:creationId xmlns:a16="http://schemas.microsoft.com/office/drawing/2014/main" id="{C6B9827B-4806-C9AE-C26F-F104D89D556C}"/>
                  </a:ext>
                </a:extLst>
              </p:cNvPr>
              <p:cNvSpPr/>
              <p:nvPr/>
            </p:nvSpPr>
            <p:spPr>
              <a:xfrm>
                <a:off x="610796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" name="사각형: 둥근 모서리 101">
                <a:extLst>
                  <a:ext uri="{FF2B5EF4-FFF2-40B4-BE49-F238E27FC236}">
                    <a16:creationId xmlns:a16="http://schemas.microsoft.com/office/drawing/2014/main" id="{18586011-5EC2-8742-29E7-B176F0C411D8}"/>
                  </a:ext>
                </a:extLst>
              </p:cNvPr>
              <p:cNvSpPr/>
              <p:nvPr/>
            </p:nvSpPr>
            <p:spPr>
              <a:xfrm>
                <a:off x="679200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3" name="사각형: 둥근 모서리 102">
                <a:extLst>
                  <a:ext uri="{FF2B5EF4-FFF2-40B4-BE49-F238E27FC236}">
                    <a16:creationId xmlns:a16="http://schemas.microsoft.com/office/drawing/2014/main" id="{17A27509-4610-7BFB-90B3-1A2686979891}"/>
                  </a:ext>
                </a:extLst>
              </p:cNvPr>
              <p:cNvSpPr/>
              <p:nvPr/>
            </p:nvSpPr>
            <p:spPr>
              <a:xfrm>
                <a:off x="7476047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333E11CD-FE0C-251D-7170-E0C0884406A1}"/>
                  </a:ext>
                </a:extLst>
              </p:cNvPr>
              <p:cNvSpPr/>
              <p:nvPr/>
            </p:nvSpPr>
            <p:spPr>
              <a:xfrm>
                <a:off x="8160089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5" name="사각형: 둥근 모서리 104">
                <a:extLst>
                  <a:ext uri="{FF2B5EF4-FFF2-40B4-BE49-F238E27FC236}">
                    <a16:creationId xmlns:a16="http://schemas.microsoft.com/office/drawing/2014/main" id="{4409ABF2-7D16-B41C-EA8F-BEAE61D307A3}"/>
                  </a:ext>
                </a:extLst>
              </p:cNvPr>
              <p:cNvSpPr/>
              <p:nvPr/>
            </p:nvSpPr>
            <p:spPr>
              <a:xfrm>
                <a:off x="8844131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A3F36764-5000-F198-D57C-B43077030011}"/>
                  </a:ext>
                </a:extLst>
              </p:cNvPr>
              <p:cNvSpPr/>
              <p:nvPr/>
            </p:nvSpPr>
            <p:spPr>
              <a:xfrm>
                <a:off x="9528173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B23B0364-B497-A794-CECB-FF6047ECE4DA}"/>
                  </a:ext>
                </a:extLst>
              </p:cNvPr>
              <p:cNvSpPr/>
              <p:nvPr/>
            </p:nvSpPr>
            <p:spPr>
              <a:xfrm>
                <a:off x="10212215" y="5090310"/>
                <a:ext cx="540000" cy="540000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121" name="그림 120">
                <a:extLst>
                  <a:ext uri="{FF2B5EF4-FFF2-40B4-BE49-F238E27FC236}">
                    <a16:creationId xmlns:a16="http://schemas.microsoft.com/office/drawing/2014/main" id="{63813BAC-4ABE-6FEE-19AF-F9EA58A1AB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3599"/>
              <a:stretch>
                <a:fillRect/>
              </a:stretch>
            </p:blipFill>
            <p:spPr>
              <a:xfrm>
                <a:off x="2668218" y="5749693"/>
                <a:ext cx="8083997" cy="428516"/>
              </a:xfrm>
              <a:prstGeom prst="rect">
                <a:avLst/>
              </a:prstGeom>
            </p:spPr>
          </p:pic>
          <p:cxnSp>
            <p:nvCxnSpPr>
              <p:cNvPr id="123" name="직선 연결선 122">
                <a:extLst>
                  <a:ext uri="{FF2B5EF4-FFF2-40B4-BE49-F238E27FC236}">
                    <a16:creationId xmlns:a16="http://schemas.microsoft.com/office/drawing/2014/main" id="{41B60E7A-8DD0-6762-B543-F1D95686103B}"/>
                  </a:ext>
                </a:extLst>
              </p:cNvPr>
              <p:cNvCxnSpPr/>
              <p:nvPr/>
            </p:nvCxnSpPr>
            <p:spPr>
              <a:xfrm>
                <a:off x="2273711" y="6178208"/>
                <a:ext cx="8812696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5" name="직사각형 124">
                <a:extLst>
                  <a:ext uri="{FF2B5EF4-FFF2-40B4-BE49-F238E27FC236}">
                    <a16:creationId xmlns:a16="http://schemas.microsoft.com/office/drawing/2014/main" id="{624D0245-4391-1B23-6D43-E916F7EE223D}"/>
                  </a:ext>
                </a:extLst>
              </p:cNvPr>
              <p:cNvSpPr/>
              <p:nvPr/>
            </p:nvSpPr>
            <p:spPr>
              <a:xfrm>
                <a:off x="10994695" y="1369148"/>
                <a:ext cx="91712" cy="4784002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7" name="직사각형 126">
                <a:extLst>
                  <a:ext uri="{FF2B5EF4-FFF2-40B4-BE49-F238E27FC236}">
                    <a16:creationId xmlns:a16="http://schemas.microsoft.com/office/drawing/2014/main" id="{214EF63A-5B1F-1617-66B1-84D3F6434FFC}"/>
                  </a:ext>
                </a:extLst>
              </p:cNvPr>
              <p:cNvSpPr/>
              <p:nvPr/>
            </p:nvSpPr>
            <p:spPr>
              <a:xfrm>
                <a:off x="10994695" y="1373852"/>
                <a:ext cx="91712" cy="58380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6B07F1-529F-69E3-2EEC-5D73697192CE}"/>
                  </a:ext>
                </a:extLst>
              </p:cNvPr>
              <p:cNvSpPr txBox="1"/>
              <p:nvPr/>
            </p:nvSpPr>
            <p:spPr>
              <a:xfrm>
                <a:off x="962147" y="560081"/>
                <a:ext cx="100540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200" b="1" dirty="0"/>
                  <a:t>도감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243D35C-4FB9-1D50-179D-A8E2D58AE5C1}"/>
                </a:ext>
              </a:extLst>
            </p:cNvPr>
            <p:cNvSpPr txBox="1"/>
            <p:nvPr/>
          </p:nvSpPr>
          <p:spPr>
            <a:xfrm rot="10800000">
              <a:off x="10734945" y="611663"/>
              <a:ext cx="469089" cy="40862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63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>
                  <a:ln w="6350">
                    <a:solidFill>
                      <a:schemeClr val="tx1"/>
                    </a:solidFill>
                  </a:ln>
                  <a:sym typeface="Wingdings" panose="05000000000000000000" pitchFamily="2" charset="2"/>
                </a:rPr>
                <a:t></a:t>
              </a:r>
              <a:endParaRPr lang="ko-KR" altLang="en-US" dirty="0">
                <a:ln w="6350">
                  <a:solidFill>
                    <a:schemeClr val="tx1"/>
                  </a:solidFill>
                </a:ln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7FF50128-C1BF-0FE7-6196-5DCA031D4DF5}"/>
                </a:ext>
              </a:extLst>
            </p:cNvPr>
            <p:cNvSpPr/>
            <p:nvPr/>
          </p:nvSpPr>
          <p:spPr>
            <a:xfrm>
              <a:off x="912000" y="513000"/>
              <a:ext cx="10368000" cy="5831999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9AD7B2E-A2F6-294B-0E0B-96D9B1CA61F3}"/>
              </a:ext>
            </a:extLst>
          </p:cNvPr>
          <p:cNvGrpSpPr/>
          <p:nvPr/>
        </p:nvGrpSpPr>
        <p:grpSpPr>
          <a:xfrm>
            <a:off x="4683392" y="2031158"/>
            <a:ext cx="2825216" cy="3964082"/>
            <a:chOff x="1560000" y="1160999"/>
            <a:chExt cx="2825216" cy="3964082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D1DBBB1-6BF9-3DA1-7D3F-E5D2FE0D8AB2}"/>
                </a:ext>
              </a:extLst>
            </p:cNvPr>
            <p:cNvGrpSpPr/>
            <p:nvPr/>
          </p:nvGrpSpPr>
          <p:grpSpPr>
            <a:xfrm>
              <a:off x="1560000" y="1160999"/>
              <a:ext cx="2825216" cy="3964082"/>
              <a:chOff x="1560000" y="1160999"/>
              <a:chExt cx="2825216" cy="3964082"/>
            </a:xfrm>
          </p:grpSpPr>
          <p:sp>
            <p:nvSpPr>
              <p:cNvPr id="109" name="직사각형 108">
                <a:extLst>
                  <a:ext uri="{FF2B5EF4-FFF2-40B4-BE49-F238E27FC236}">
                    <a16:creationId xmlns:a16="http://schemas.microsoft.com/office/drawing/2014/main" id="{70B5ADCD-4F7D-D258-9D64-65F89FE3C66B}"/>
                  </a:ext>
                </a:extLst>
              </p:cNvPr>
              <p:cNvSpPr/>
              <p:nvPr/>
            </p:nvSpPr>
            <p:spPr>
              <a:xfrm>
                <a:off x="1560000" y="1160999"/>
                <a:ext cx="2825216" cy="3964082"/>
              </a:xfrm>
              <a:prstGeom prst="rect">
                <a:avLst/>
              </a:prstGeom>
              <a:solidFill>
                <a:srgbClr val="F8E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5625E14-732A-B076-5E9D-E592592392EB}"/>
                  </a:ext>
                </a:extLst>
              </p:cNvPr>
              <p:cNvSpPr txBox="1"/>
              <p:nvPr/>
            </p:nvSpPr>
            <p:spPr>
              <a:xfrm>
                <a:off x="2210220" y="1833128"/>
                <a:ext cx="15247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2400" dirty="0"/>
                  <a:t>얼음 탄환</a:t>
                </a: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88338D2-350B-4AEB-7FBA-D09560F44BF6}"/>
                  </a:ext>
                </a:extLst>
              </p:cNvPr>
              <p:cNvSpPr txBox="1"/>
              <p:nvPr/>
            </p:nvSpPr>
            <p:spPr>
              <a:xfrm>
                <a:off x="2584520" y="2299051"/>
                <a:ext cx="776175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1100" b="1" dirty="0">
                    <a:solidFill>
                      <a:schemeClr val="bg2">
                        <a:lumMod val="50000"/>
                      </a:schemeClr>
                    </a:solidFill>
                  </a:rPr>
                  <a:t>common</a:t>
                </a:r>
              </a:p>
            </p:txBody>
          </p:sp>
        </p:grp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F8F3FCD-39D7-75F1-A7B7-0D8E5577F9F1}"/>
                </a:ext>
              </a:extLst>
            </p:cNvPr>
            <p:cNvSpPr/>
            <p:nvPr/>
          </p:nvSpPr>
          <p:spPr>
            <a:xfrm>
              <a:off x="1560000" y="1160999"/>
              <a:ext cx="2825216" cy="3960000"/>
            </a:xfrm>
            <a:prstGeom prst="rect">
              <a:avLst/>
            </a:prstGeom>
            <a:noFill/>
            <a:ln w="381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7767EDB-7361-5192-3312-154ECA42AE46}"/>
                </a:ext>
              </a:extLst>
            </p:cNvPr>
            <p:cNvSpPr/>
            <p:nvPr/>
          </p:nvSpPr>
          <p:spPr>
            <a:xfrm>
              <a:off x="4149306" y="1199471"/>
              <a:ext cx="196120" cy="215261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>
                  <a:solidFill>
                    <a:srgbClr val="FF0000"/>
                  </a:solidFill>
                </a:rPr>
                <a:t>i</a:t>
              </a:r>
              <a:endParaRPr lang="ko-KR" altLang="en-US" sz="14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661EB61-04C9-0BFD-E6A4-CAB87F9B3AD0}"/>
                </a:ext>
              </a:extLst>
            </p:cNvPr>
            <p:cNvSpPr txBox="1"/>
            <p:nvPr/>
          </p:nvSpPr>
          <p:spPr>
            <a:xfrm>
              <a:off x="1560000" y="4882177"/>
              <a:ext cx="282521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사원의 열정은 불꽃과 같아서 금새 </a:t>
              </a:r>
              <a:r>
                <a:rPr lang="ko-KR" altLang="en-US" sz="700" dirty="0" err="1">
                  <a:solidFill>
                    <a:schemeClr val="bg1">
                      <a:lumMod val="75000"/>
                    </a:schemeClr>
                  </a:solidFill>
                </a:rPr>
                <a:t>사그라든다</a:t>
              </a:r>
              <a:r>
                <a:rPr lang="en-US" altLang="ko-KR" sz="700" dirty="0">
                  <a:solidFill>
                    <a:schemeClr val="bg1">
                      <a:lumMod val="75000"/>
                    </a:schemeClr>
                  </a:solidFill>
                </a:rPr>
                <a:t>.</a:t>
              </a: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</a:rPr>
                <a:t> 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160718B-9FC1-BEB0-748D-1B61B0BE5249}"/>
                </a:ext>
              </a:extLst>
            </p:cNvPr>
            <p:cNvSpPr txBox="1"/>
            <p:nvPr/>
          </p:nvSpPr>
          <p:spPr>
            <a:xfrm>
              <a:off x="1690777" y="2993042"/>
              <a:ext cx="2562046" cy="5674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얼음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0.8)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70CE2CE8-4E64-74C4-E4C4-DBAE5A2AABFC}"/>
                </a:ext>
              </a:extLst>
            </p:cNvPr>
            <p:cNvGrpSpPr/>
            <p:nvPr/>
          </p:nvGrpSpPr>
          <p:grpSpPr>
            <a:xfrm>
              <a:off x="1638555" y="2662227"/>
              <a:ext cx="881189" cy="287632"/>
              <a:chOff x="1625586" y="2309542"/>
              <a:chExt cx="881189" cy="287632"/>
            </a:xfrm>
          </p:grpSpPr>
          <p:sp>
            <p:nvSpPr>
              <p:cNvPr id="36" name="사각형: 둥근 모서리 35">
                <a:extLst>
                  <a:ext uri="{FF2B5EF4-FFF2-40B4-BE49-F238E27FC236}">
                    <a16:creationId xmlns:a16="http://schemas.microsoft.com/office/drawing/2014/main" id="{728DFEF4-A7E8-593B-91DC-83813FAEAD83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858469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63BFFE8D-38AF-0C40-18B6-F442088FD3B0}"/>
                  </a:ext>
                </a:extLst>
              </p:cNvPr>
              <p:cNvSpPr/>
              <p:nvPr/>
            </p:nvSpPr>
            <p:spPr>
              <a:xfrm>
                <a:off x="2233565" y="2363358"/>
                <a:ext cx="180000" cy="1800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dirty="0">
                    <a:solidFill>
                      <a:schemeClr val="tx1"/>
                    </a:solidFill>
                  </a:rPr>
                  <a:t>N</a:t>
                </a:r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40BD093E-6C9F-1EE4-0F47-FA7EBD54B623}"/>
                  </a:ext>
                </a:extLst>
              </p:cNvPr>
              <p:cNvSpPr txBox="1"/>
              <p:nvPr/>
            </p:nvSpPr>
            <p:spPr>
              <a:xfrm>
                <a:off x="1625586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액티브</a:t>
                </a:r>
              </a:p>
            </p:txBody>
          </p: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A82DA444-6684-B5B7-C03E-366F0DC29344}"/>
                </a:ext>
              </a:extLst>
            </p:cNvPr>
            <p:cNvGrpSpPr/>
            <p:nvPr/>
          </p:nvGrpSpPr>
          <p:grpSpPr>
            <a:xfrm>
              <a:off x="1643317" y="3757402"/>
              <a:ext cx="689353" cy="287632"/>
              <a:chOff x="1630348" y="2309542"/>
              <a:chExt cx="689353" cy="287632"/>
            </a:xfrm>
          </p:grpSpPr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CE0287E3-6200-AC4D-93E8-D1CA0776ADC9}"/>
                  </a:ext>
                </a:extLst>
              </p:cNvPr>
              <p:cNvSpPr/>
              <p:nvPr/>
            </p:nvSpPr>
            <p:spPr>
              <a:xfrm>
                <a:off x="1648306" y="2309542"/>
                <a:ext cx="666633" cy="287632"/>
              </a:xfrm>
              <a:prstGeom prst="roundRect">
                <a:avLst/>
              </a:prstGeom>
              <a:solidFill>
                <a:srgbClr val="FFFFC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BF5875D-699B-D622-04D5-5DE8A5C2A33F}"/>
                  </a:ext>
                </a:extLst>
              </p:cNvPr>
              <p:cNvSpPr txBox="1"/>
              <p:nvPr/>
            </p:nvSpPr>
            <p:spPr>
              <a:xfrm>
                <a:off x="1630348" y="2315142"/>
                <a:ext cx="68935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200" b="1" dirty="0"/>
                  <a:t>패시브</a:t>
                </a: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F8DBCD1-1AA9-6751-47D4-E39C757D9F60}"/>
                </a:ext>
              </a:extLst>
            </p:cNvPr>
            <p:cNvSpPr txBox="1"/>
            <p:nvPr/>
          </p:nvSpPr>
          <p:spPr>
            <a:xfrm>
              <a:off x="1690777" y="4093706"/>
              <a:ext cx="2562046" cy="821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100" b="1" dirty="0"/>
                <a:t>얼음 탄환</a:t>
              </a:r>
              <a:r>
                <a:rPr lang="en-US" altLang="ko-KR" sz="1100" b="1" dirty="0"/>
                <a:t>(1*</a:t>
              </a:r>
              <a:r>
                <a:rPr lang="ko-KR" altLang="en-US" sz="1100" b="1" dirty="0"/>
                <a:t>피해량</a:t>
              </a:r>
              <a:r>
                <a:rPr lang="en-US" altLang="ko-KR" sz="1100" b="1" dirty="0"/>
                <a:t> 0.2)</a:t>
              </a:r>
              <a:r>
                <a:rPr lang="ko-KR" altLang="en-US" sz="1100" b="1" dirty="0"/>
                <a:t>으로 이루어진 탄환 </a:t>
              </a:r>
              <a:r>
                <a:rPr lang="en-US" altLang="ko-KR" sz="1100" b="1" dirty="0"/>
                <a:t>1</a:t>
              </a:r>
              <a:r>
                <a:rPr lang="ko-KR" altLang="en-US" sz="1100" b="1" dirty="0"/>
                <a:t>발을 적에게 </a:t>
              </a:r>
              <a:r>
                <a:rPr lang="en-US" altLang="ko-KR" sz="1100" b="1" dirty="0"/>
                <a:t>4</a:t>
              </a:r>
              <a:r>
                <a:rPr lang="ko-KR" altLang="en-US" sz="1100" b="1" dirty="0"/>
                <a:t>초에 한 번 쏜다</a:t>
              </a:r>
              <a:r>
                <a:rPr lang="en-US" altLang="ko-KR" sz="1100" b="1" dirty="0"/>
                <a:t>.</a:t>
              </a:r>
              <a:endParaRPr lang="ko-KR" altLang="en-US" sz="1100" b="1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39CAD311-4727-744E-9C51-B598EED854B9}"/>
                </a:ext>
              </a:extLst>
            </p:cNvPr>
            <p:cNvSpPr/>
            <p:nvPr/>
          </p:nvSpPr>
          <p:spPr>
            <a:xfrm>
              <a:off x="2701800" y="1230991"/>
              <a:ext cx="540000" cy="540000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A2335201-1D13-5C0A-604C-D9F3EF38CCB9}"/>
              </a:ext>
            </a:extLst>
          </p:cNvPr>
          <p:cNvSpPr/>
          <p:nvPr/>
        </p:nvSpPr>
        <p:spPr>
          <a:xfrm>
            <a:off x="3513536" y="1117600"/>
            <a:ext cx="5163312" cy="457200"/>
          </a:xfrm>
          <a:prstGeom prst="rect">
            <a:avLst/>
          </a:prstGeom>
          <a:solidFill>
            <a:srgbClr val="F1FAC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7F9C2E0-0CF0-FB78-69AC-53B10743202C}"/>
              </a:ext>
            </a:extLst>
          </p:cNvPr>
          <p:cNvSpPr txBox="1"/>
          <p:nvPr/>
        </p:nvSpPr>
        <p:spPr>
          <a:xfrm>
            <a:off x="912000" y="67859"/>
            <a:ext cx="5064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팝업 </a:t>
            </a:r>
            <a:r>
              <a:rPr lang="en-US" altLang="ko-KR" dirty="0"/>
              <a:t>- </a:t>
            </a:r>
            <a:r>
              <a:rPr lang="ko-KR" altLang="en-US" dirty="0"/>
              <a:t>게임 외부 </a:t>
            </a:r>
            <a:r>
              <a:rPr lang="en-US" altLang="ko-KR" dirty="0"/>
              <a:t>– </a:t>
            </a:r>
            <a:r>
              <a:rPr lang="ko-KR" altLang="en-US" dirty="0"/>
              <a:t>도감 </a:t>
            </a:r>
            <a:r>
              <a:rPr lang="en-US" altLang="ko-KR" dirty="0"/>
              <a:t>– </a:t>
            </a:r>
            <a:r>
              <a:rPr lang="ko-KR" altLang="en-US" dirty="0"/>
              <a:t>아이콘 터치 팝업 </a:t>
            </a:r>
            <a:r>
              <a:rPr lang="en-US" altLang="ko-KR" dirty="0"/>
              <a:t>(1)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7DD3760-E7CD-4813-F7F8-60229DA165A0}"/>
              </a:ext>
            </a:extLst>
          </p:cNvPr>
          <p:cNvSpPr txBox="1"/>
          <p:nvPr/>
        </p:nvSpPr>
        <p:spPr>
          <a:xfrm>
            <a:off x="4213914" y="1161534"/>
            <a:ext cx="3762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u="sng" dirty="0">
                <a:solidFill>
                  <a:schemeClr val="accent2"/>
                </a:solidFill>
              </a:rPr>
              <a:t>공사장 좀비</a:t>
            </a:r>
            <a:r>
              <a:rPr lang="ko-KR" altLang="en-US" b="1" dirty="0">
                <a:solidFill>
                  <a:schemeClr val="accent2"/>
                </a:solidFill>
              </a:rPr>
              <a:t> </a:t>
            </a:r>
            <a:r>
              <a:rPr lang="en-US" altLang="ko-KR" b="1" dirty="0">
                <a:solidFill>
                  <a:schemeClr val="accent2"/>
                </a:solidFill>
              </a:rPr>
              <a:t>100</a:t>
            </a:r>
            <a:r>
              <a:rPr lang="ko-KR" altLang="en-US" b="1" dirty="0">
                <a:solidFill>
                  <a:schemeClr val="accent2"/>
                </a:solidFill>
              </a:rPr>
              <a:t>마리 처치 시 해금</a:t>
            </a:r>
          </a:p>
        </p:txBody>
      </p:sp>
    </p:spTree>
    <p:extLst>
      <p:ext uri="{BB962C8B-B14F-4D97-AF65-F5344CB8AC3E}">
        <p14:creationId xmlns:p14="http://schemas.microsoft.com/office/powerpoint/2010/main" val="987842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3208</TotalTime>
  <Words>959</Words>
  <Application>Microsoft Office PowerPoint</Application>
  <PresentationFormat>와이드스크린</PresentationFormat>
  <Paragraphs>412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45</cp:revision>
  <dcterms:created xsi:type="dcterms:W3CDTF">2026-09-29T02:26:20Z</dcterms:created>
  <dcterms:modified xsi:type="dcterms:W3CDTF">2026-10-29T06:40:55Z</dcterms:modified>
</cp:coreProperties>
</file>