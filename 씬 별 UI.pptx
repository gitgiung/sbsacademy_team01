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303" r:id="rId2"/>
    <p:sldId id="292" r:id="rId3"/>
    <p:sldId id="311" r:id="rId4"/>
    <p:sldId id="310" r:id="rId5"/>
    <p:sldId id="312" r:id="rId6"/>
    <p:sldId id="313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E8C8"/>
    <a:srgbClr val="FEEDDA"/>
    <a:srgbClr val="FF7C80"/>
    <a:srgbClr val="F2D498"/>
    <a:srgbClr val="D5D000"/>
    <a:srgbClr val="FFCC00"/>
    <a:srgbClr val="F1FAC2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129753-701C-422E-AA23-77BD2232E42C}" v="54" dt="2026-10-21T17:57:53.04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279" autoAdjust="0"/>
  </p:normalViewPr>
  <p:slideViewPr>
    <p:cSldViewPr snapToGrid="0">
      <p:cViewPr>
        <p:scale>
          <a:sx n="125" d="100"/>
          <a:sy n="125" d="100"/>
        </p:scale>
        <p:origin x="18" y="-2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onghyun koo" userId="0bec2bb6862b3cce" providerId="LiveId" clId="{1EA23BA3-5D3F-463F-A453-D07E05C577E6}"/>
    <pc:docChg chg="undo custSel addSld delSld modSld sldOrd">
      <pc:chgData name="donghyun koo" userId="0bec2bb6862b3cce" providerId="LiveId" clId="{1EA23BA3-5D3F-463F-A453-D07E05C577E6}" dt="2026-10-21T17:57:33.598" v="4873" actId="1076"/>
      <pc:docMkLst>
        <pc:docMk/>
      </pc:docMkLst>
      <pc:sldChg chg="del">
        <pc:chgData name="donghyun koo" userId="0bec2bb6862b3cce" providerId="LiveId" clId="{1EA23BA3-5D3F-463F-A453-D07E05C577E6}" dt="2026-10-21T17:31:00.801" v="3853" actId="47"/>
        <pc:sldMkLst>
          <pc:docMk/>
          <pc:sldMk cId="2356874903" sldId="256"/>
        </pc:sldMkLst>
      </pc:sldChg>
      <pc:sldChg chg="addSp delSp modSp del mod">
        <pc:chgData name="donghyun koo" userId="0bec2bb6862b3cce" providerId="LiveId" clId="{1EA23BA3-5D3F-463F-A453-D07E05C577E6}" dt="2026-10-21T17:31:00.801" v="3853" actId="47"/>
        <pc:sldMkLst>
          <pc:docMk/>
          <pc:sldMk cId="2219434030" sldId="257"/>
        </pc:sldMkLst>
      </pc:sldChg>
      <pc:sldChg chg="del">
        <pc:chgData name="donghyun koo" userId="0bec2bb6862b3cce" providerId="LiveId" clId="{1EA23BA3-5D3F-463F-A453-D07E05C577E6}" dt="2026-10-21T17:31:00.801" v="3853" actId="47"/>
        <pc:sldMkLst>
          <pc:docMk/>
          <pc:sldMk cId="2546391841" sldId="258"/>
        </pc:sldMkLst>
      </pc:sldChg>
      <pc:sldChg chg="del">
        <pc:chgData name="donghyun koo" userId="0bec2bb6862b3cce" providerId="LiveId" clId="{1EA23BA3-5D3F-463F-A453-D07E05C577E6}" dt="2026-10-21T17:31:00.801" v="3853" actId="47"/>
        <pc:sldMkLst>
          <pc:docMk/>
          <pc:sldMk cId="3194592365" sldId="259"/>
        </pc:sldMkLst>
      </pc:sldChg>
      <pc:sldChg chg="del">
        <pc:chgData name="donghyun koo" userId="0bec2bb6862b3cce" providerId="LiveId" clId="{1EA23BA3-5D3F-463F-A453-D07E05C577E6}" dt="2026-10-21T17:31:00.801" v="3853" actId="47"/>
        <pc:sldMkLst>
          <pc:docMk/>
          <pc:sldMk cId="4174224101" sldId="260"/>
        </pc:sldMkLst>
      </pc:sldChg>
      <pc:sldChg chg="del">
        <pc:chgData name="donghyun koo" userId="0bec2bb6862b3cce" providerId="LiveId" clId="{1EA23BA3-5D3F-463F-A453-D07E05C577E6}" dt="2026-10-21T17:31:00.801" v="3853" actId="47"/>
        <pc:sldMkLst>
          <pc:docMk/>
          <pc:sldMk cId="4060224849" sldId="261"/>
        </pc:sldMkLst>
      </pc:sldChg>
      <pc:sldChg chg="del">
        <pc:chgData name="donghyun koo" userId="0bec2bb6862b3cce" providerId="LiveId" clId="{1EA23BA3-5D3F-463F-A453-D07E05C577E6}" dt="2026-10-21T17:31:00.801" v="3853" actId="47"/>
        <pc:sldMkLst>
          <pc:docMk/>
          <pc:sldMk cId="3391710718" sldId="262"/>
        </pc:sldMkLst>
      </pc:sldChg>
      <pc:sldChg chg="del">
        <pc:chgData name="donghyun koo" userId="0bec2bb6862b3cce" providerId="LiveId" clId="{1EA23BA3-5D3F-463F-A453-D07E05C577E6}" dt="2026-10-21T17:31:00.801" v="3853" actId="47"/>
        <pc:sldMkLst>
          <pc:docMk/>
          <pc:sldMk cId="1991430312" sldId="263"/>
        </pc:sldMkLst>
      </pc:sldChg>
      <pc:sldChg chg="del">
        <pc:chgData name="donghyun koo" userId="0bec2bb6862b3cce" providerId="LiveId" clId="{1EA23BA3-5D3F-463F-A453-D07E05C577E6}" dt="2026-10-21T17:31:00.801" v="3853" actId="47"/>
        <pc:sldMkLst>
          <pc:docMk/>
          <pc:sldMk cId="695369404" sldId="264"/>
        </pc:sldMkLst>
      </pc:sldChg>
      <pc:sldChg chg="del">
        <pc:chgData name="donghyun koo" userId="0bec2bb6862b3cce" providerId="LiveId" clId="{1EA23BA3-5D3F-463F-A453-D07E05C577E6}" dt="2026-10-21T17:31:00.801" v="3853" actId="47"/>
        <pc:sldMkLst>
          <pc:docMk/>
          <pc:sldMk cId="2551468446" sldId="265"/>
        </pc:sldMkLst>
      </pc:sldChg>
      <pc:sldChg chg="del">
        <pc:chgData name="donghyun koo" userId="0bec2bb6862b3cce" providerId="LiveId" clId="{1EA23BA3-5D3F-463F-A453-D07E05C577E6}" dt="2026-10-21T17:31:00.801" v="3853" actId="47"/>
        <pc:sldMkLst>
          <pc:docMk/>
          <pc:sldMk cId="2537852637" sldId="266"/>
        </pc:sldMkLst>
      </pc:sldChg>
      <pc:sldChg chg="del">
        <pc:chgData name="donghyun koo" userId="0bec2bb6862b3cce" providerId="LiveId" clId="{1EA23BA3-5D3F-463F-A453-D07E05C577E6}" dt="2026-10-21T17:31:00.801" v="3853" actId="47"/>
        <pc:sldMkLst>
          <pc:docMk/>
          <pc:sldMk cId="3161541436" sldId="267"/>
        </pc:sldMkLst>
      </pc:sldChg>
      <pc:sldChg chg="del">
        <pc:chgData name="donghyun koo" userId="0bec2bb6862b3cce" providerId="LiveId" clId="{1EA23BA3-5D3F-463F-A453-D07E05C577E6}" dt="2026-10-21T17:31:00.801" v="3853" actId="47"/>
        <pc:sldMkLst>
          <pc:docMk/>
          <pc:sldMk cId="4081394027" sldId="268"/>
        </pc:sldMkLst>
      </pc:sldChg>
      <pc:sldChg chg="addSp delSp modSp new del mod">
        <pc:chgData name="donghyun koo" userId="0bec2bb6862b3cce" providerId="LiveId" clId="{1EA23BA3-5D3F-463F-A453-D07E05C577E6}" dt="2026-10-21T17:31:00.801" v="3853" actId="47"/>
        <pc:sldMkLst>
          <pc:docMk/>
          <pc:sldMk cId="1399550815" sldId="269"/>
        </pc:sldMkLst>
      </pc:sldChg>
      <pc:sldChg chg="del">
        <pc:chgData name="donghyun koo" userId="0bec2bb6862b3cce" providerId="LiveId" clId="{1EA23BA3-5D3F-463F-A453-D07E05C577E6}" dt="2026-10-21T17:31:00.801" v="3853" actId="47"/>
        <pc:sldMkLst>
          <pc:docMk/>
          <pc:sldMk cId="4179023850" sldId="270"/>
        </pc:sldMkLst>
      </pc:sldChg>
      <pc:sldChg chg="delSp modSp add del mod ord">
        <pc:chgData name="donghyun koo" userId="0bec2bb6862b3cce" providerId="LiveId" clId="{1EA23BA3-5D3F-463F-A453-D07E05C577E6}" dt="2026-10-21T17:31:00.801" v="3853" actId="47"/>
        <pc:sldMkLst>
          <pc:docMk/>
          <pc:sldMk cId="2226467291" sldId="271"/>
        </pc:sldMkLst>
      </pc:sldChg>
      <pc:sldChg chg="addSp delSp modSp add del mod">
        <pc:chgData name="donghyun koo" userId="0bec2bb6862b3cce" providerId="LiveId" clId="{1EA23BA3-5D3F-463F-A453-D07E05C577E6}" dt="2026-10-21T17:31:00.801" v="3853" actId="47"/>
        <pc:sldMkLst>
          <pc:docMk/>
          <pc:sldMk cId="2815931409" sldId="272"/>
        </pc:sldMkLst>
      </pc:sldChg>
      <pc:sldChg chg="add del">
        <pc:chgData name="donghyun koo" userId="0bec2bb6862b3cce" providerId="LiveId" clId="{1EA23BA3-5D3F-463F-A453-D07E05C577E6}" dt="2026-10-21T17:31:00.801" v="3853" actId="47"/>
        <pc:sldMkLst>
          <pc:docMk/>
          <pc:sldMk cId="3249964889" sldId="273"/>
        </pc:sldMkLst>
      </pc:sldChg>
      <pc:sldChg chg="addSp modSp add del mod">
        <pc:chgData name="donghyun koo" userId="0bec2bb6862b3cce" providerId="LiveId" clId="{1EA23BA3-5D3F-463F-A453-D07E05C577E6}" dt="2026-10-21T17:31:00.801" v="3853" actId="47"/>
        <pc:sldMkLst>
          <pc:docMk/>
          <pc:sldMk cId="209377779" sldId="274"/>
        </pc:sldMkLst>
      </pc:sldChg>
      <pc:sldChg chg="addSp delSp modSp add del mod">
        <pc:chgData name="donghyun koo" userId="0bec2bb6862b3cce" providerId="LiveId" clId="{1EA23BA3-5D3F-463F-A453-D07E05C577E6}" dt="2026-10-21T17:31:00.801" v="3853" actId="47"/>
        <pc:sldMkLst>
          <pc:docMk/>
          <pc:sldMk cId="1550607649" sldId="275"/>
        </pc:sldMkLst>
      </pc:sldChg>
      <pc:sldChg chg="addSp delSp modSp add del mod">
        <pc:chgData name="donghyun koo" userId="0bec2bb6862b3cce" providerId="LiveId" clId="{1EA23BA3-5D3F-463F-A453-D07E05C577E6}" dt="2026-10-21T17:31:00.801" v="3853" actId="47"/>
        <pc:sldMkLst>
          <pc:docMk/>
          <pc:sldMk cId="2019655870" sldId="276"/>
        </pc:sldMkLst>
      </pc:sldChg>
      <pc:sldChg chg="addSp delSp modSp add del mod">
        <pc:chgData name="donghyun koo" userId="0bec2bb6862b3cce" providerId="LiveId" clId="{1EA23BA3-5D3F-463F-A453-D07E05C577E6}" dt="2026-10-21T17:31:00.801" v="3853" actId="47"/>
        <pc:sldMkLst>
          <pc:docMk/>
          <pc:sldMk cId="2807168252" sldId="277"/>
        </pc:sldMkLst>
      </pc:sldChg>
      <pc:sldChg chg="del">
        <pc:chgData name="donghyun koo" userId="0bec2bb6862b3cce" providerId="LiveId" clId="{1EA23BA3-5D3F-463F-A453-D07E05C577E6}" dt="2026-10-21T17:31:00.801" v="3853" actId="47"/>
        <pc:sldMkLst>
          <pc:docMk/>
          <pc:sldMk cId="3060361718" sldId="278"/>
        </pc:sldMkLst>
      </pc:sldChg>
      <pc:sldChg chg="del">
        <pc:chgData name="donghyun koo" userId="0bec2bb6862b3cce" providerId="LiveId" clId="{1EA23BA3-5D3F-463F-A453-D07E05C577E6}" dt="2026-10-21T17:31:00.801" v="3853" actId="47"/>
        <pc:sldMkLst>
          <pc:docMk/>
          <pc:sldMk cId="3699797517" sldId="279"/>
        </pc:sldMkLst>
      </pc:sldChg>
      <pc:sldChg chg="addSp modSp del">
        <pc:chgData name="donghyun koo" userId="0bec2bb6862b3cce" providerId="LiveId" clId="{1EA23BA3-5D3F-463F-A453-D07E05C577E6}" dt="2026-10-21T17:31:00.801" v="3853" actId="47"/>
        <pc:sldMkLst>
          <pc:docMk/>
          <pc:sldMk cId="3151085040" sldId="280"/>
        </pc:sldMkLst>
      </pc:sldChg>
      <pc:sldChg chg="del">
        <pc:chgData name="donghyun koo" userId="0bec2bb6862b3cce" providerId="LiveId" clId="{1EA23BA3-5D3F-463F-A453-D07E05C577E6}" dt="2026-10-21T17:31:00.801" v="3853" actId="47"/>
        <pc:sldMkLst>
          <pc:docMk/>
          <pc:sldMk cId="1208599653" sldId="281"/>
        </pc:sldMkLst>
      </pc:sldChg>
      <pc:sldChg chg="del">
        <pc:chgData name="donghyun koo" userId="0bec2bb6862b3cce" providerId="LiveId" clId="{1EA23BA3-5D3F-463F-A453-D07E05C577E6}" dt="2026-10-21T17:31:00.801" v="3853" actId="47"/>
        <pc:sldMkLst>
          <pc:docMk/>
          <pc:sldMk cId="106330150" sldId="282"/>
        </pc:sldMkLst>
      </pc:sldChg>
      <pc:sldChg chg="del">
        <pc:chgData name="donghyun koo" userId="0bec2bb6862b3cce" providerId="LiveId" clId="{1EA23BA3-5D3F-463F-A453-D07E05C577E6}" dt="2026-10-21T17:31:00.801" v="3853" actId="47"/>
        <pc:sldMkLst>
          <pc:docMk/>
          <pc:sldMk cId="1098382432" sldId="283"/>
        </pc:sldMkLst>
      </pc:sldChg>
      <pc:sldChg chg="del">
        <pc:chgData name="donghyun koo" userId="0bec2bb6862b3cce" providerId="LiveId" clId="{1EA23BA3-5D3F-463F-A453-D07E05C577E6}" dt="2026-10-21T17:31:00.801" v="3853" actId="47"/>
        <pc:sldMkLst>
          <pc:docMk/>
          <pc:sldMk cId="728552816" sldId="284"/>
        </pc:sldMkLst>
      </pc:sldChg>
      <pc:sldChg chg="del">
        <pc:chgData name="donghyun koo" userId="0bec2bb6862b3cce" providerId="LiveId" clId="{1EA23BA3-5D3F-463F-A453-D07E05C577E6}" dt="2026-10-21T17:31:00.801" v="3853" actId="47"/>
        <pc:sldMkLst>
          <pc:docMk/>
          <pc:sldMk cId="197663545" sldId="285"/>
        </pc:sldMkLst>
      </pc:sldChg>
      <pc:sldChg chg="del">
        <pc:chgData name="donghyun koo" userId="0bec2bb6862b3cce" providerId="LiveId" clId="{1EA23BA3-5D3F-463F-A453-D07E05C577E6}" dt="2026-10-21T17:31:00.801" v="3853" actId="47"/>
        <pc:sldMkLst>
          <pc:docMk/>
          <pc:sldMk cId="289648847" sldId="286"/>
        </pc:sldMkLst>
      </pc:sldChg>
      <pc:sldChg chg="del">
        <pc:chgData name="donghyun koo" userId="0bec2bb6862b3cce" providerId="LiveId" clId="{1EA23BA3-5D3F-463F-A453-D07E05C577E6}" dt="2026-10-21T17:31:00.801" v="3853" actId="47"/>
        <pc:sldMkLst>
          <pc:docMk/>
          <pc:sldMk cId="3447299665" sldId="287"/>
        </pc:sldMkLst>
      </pc:sldChg>
      <pc:sldChg chg="del">
        <pc:chgData name="donghyun koo" userId="0bec2bb6862b3cce" providerId="LiveId" clId="{1EA23BA3-5D3F-463F-A453-D07E05C577E6}" dt="2026-10-21T17:31:00.801" v="3853" actId="47"/>
        <pc:sldMkLst>
          <pc:docMk/>
          <pc:sldMk cId="1083457881" sldId="288"/>
        </pc:sldMkLst>
      </pc:sldChg>
      <pc:sldChg chg="del">
        <pc:chgData name="donghyun koo" userId="0bec2bb6862b3cce" providerId="LiveId" clId="{1EA23BA3-5D3F-463F-A453-D07E05C577E6}" dt="2026-10-21T17:31:00.801" v="3853" actId="47"/>
        <pc:sldMkLst>
          <pc:docMk/>
          <pc:sldMk cId="3533786748" sldId="289"/>
        </pc:sldMkLst>
      </pc:sldChg>
      <pc:sldChg chg="del">
        <pc:chgData name="donghyun koo" userId="0bec2bb6862b3cce" providerId="LiveId" clId="{1EA23BA3-5D3F-463F-A453-D07E05C577E6}" dt="2026-10-21T17:31:00.801" v="3853" actId="47"/>
        <pc:sldMkLst>
          <pc:docMk/>
          <pc:sldMk cId="3650448103" sldId="290"/>
        </pc:sldMkLst>
      </pc:sldChg>
      <pc:sldChg chg="addSp delSp modSp add del mod">
        <pc:chgData name="donghyun koo" userId="0bec2bb6862b3cce" providerId="LiveId" clId="{1EA23BA3-5D3F-463F-A453-D07E05C577E6}" dt="2026-10-21T17:31:00.801" v="3853" actId="47"/>
        <pc:sldMkLst>
          <pc:docMk/>
          <pc:sldMk cId="1035332967" sldId="291"/>
        </pc:sldMkLst>
      </pc:sldChg>
      <pc:sldChg chg="addSp delSp modSp add mod ord">
        <pc:chgData name="donghyun koo" userId="0bec2bb6862b3cce" providerId="LiveId" clId="{1EA23BA3-5D3F-463F-A453-D07E05C577E6}" dt="2026-10-21T17:50:40.514" v="4710" actId="1076"/>
        <pc:sldMkLst>
          <pc:docMk/>
          <pc:sldMk cId="2313387955" sldId="292"/>
        </pc:sldMkLst>
        <pc:spChg chg="mod">
          <ac:chgData name="donghyun koo" userId="0bec2bb6862b3cce" providerId="LiveId" clId="{1EA23BA3-5D3F-463F-A453-D07E05C577E6}" dt="2026-10-21T17:40:59.816" v="4233" actId="14100"/>
          <ac:spMkLst>
            <pc:docMk/>
            <pc:sldMk cId="2313387955" sldId="292"/>
            <ac:spMk id="3" creationId="{F792624B-224E-4092-032D-2B8F6E8EA342}"/>
          </ac:spMkLst>
        </pc:spChg>
        <pc:spChg chg="mod">
          <ac:chgData name="donghyun koo" userId="0bec2bb6862b3cce" providerId="LiveId" clId="{1EA23BA3-5D3F-463F-A453-D07E05C577E6}" dt="2026-10-21T17:41:12.465" v="4237" actId="1076"/>
          <ac:spMkLst>
            <pc:docMk/>
            <pc:sldMk cId="2313387955" sldId="292"/>
            <ac:spMk id="4" creationId="{7F2236BF-203F-BE6D-DA5C-48775A429FF1}"/>
          </ac:spMkLst>
        </pc:spChg>
        <pc:spChg chg="add mod">
          <ac:chgData name="donghyun koo" userId="0bec2bb6862b3cce" providerId="LiveId" clId="{1EA23BA3-5D3F-463F-A453-D07E05C577E6}" dt="2026-10-21T17:43:16.481" v="4259" actId="164"/>
          <ac:spMkLst>
            <pc:docMk/>
            <pc:sldMk cId="2313387955" sldId="292"/>
            <ac:spMk id="6" creationId="{1D05947B-342C-CCEB-663E-3CFE66E3025C}"/>
          </ac:spMkLst>
        </pc:spChg>
        <pc:spChg chg="add mod">
          <ac:chgData name="donghyun koo" userId="0bec2bb6862b3cce" providerId="LiveId" clId="{1EA23BA3-5D3F-463F-A453-D07E05C577E6}" dt="2026-10-21T17:43:16.481" v="4259" actId="164"/>
          <ac:spMkLst>
            <pc:docMk/>
            <pc:sldMk cId="2313387955" sldId="292"/>
            <ac:spMk id="7" creationId="{513F9DF2-504E-5E97-68C9-26C0785F13D8}"/>
          </ac:spMkLst>
        </pc:spChg>
        <pc:spChg chg="add del mod">
          <ac:chgData name="donghyun koo" userId="0bec2bb6862b3cce" providerId="LiveId" clId="{1EA23BA3-5D3F-463F-A453-D07E05C577E6}" dt="2026-10-21T17:46:04.487" v="4300" actId="478"/>
          <ac:spMkLst>
            <pc:docMk/>
            <pc:sldMk cId="2313387955" sldId="292"/>
            <ac:spMk id="9" creationId="{39F051DD-65FB-B759-DF41-D95EB3036948}"/>
          </ac:spMkLst>
        </pc:spChg>
        <pc:spChg chg="add mod">
          <ac:chgData name="donghyun koo" userId="0bec2bb6862b3cce" providerId="LiveId" clId="{1EA23BA3-5D3F-463F-A453-D07E05C577E6}" dt="2026-10-21T17:48:17.662" v="4652" actId="164"/>
          <ac:spMkLst>
            <pc:docMk/>
            <pc:sldMk cId="2313387955" sldId="292"/>
            <ac:spMk id="16" creationId="{73A19EF2-15A0-C665-4AEA-DD2D6534B2D5}"/>
          </ac:spMkLst>
        </pc:spChg>
        <pc:spChg chg="add mod">
          <ac:chgData name="donghyun koo" userId="0bec2bb6862b3cce" providerId="LiveId" clId="{1EA23BA3-5D3F-463F-A453-D07E05C577E6}" dt="2026-10-21T17:48:17.662" v="4652" actId="164"/>
          <ac:spMkLst>
            <pc:docMk/>
            <pc:sldMk cId="2313387955" sldId="292"/>
            <ac:spMk id="17" creationId="{A16E5FA7-9220-6882-FAA3-4937B0D4D232}"/>
          </ac:spMkLst>
        </pc:spChg>
        <pc:spChg chg="add del mod">
          <ac:chgData name="donghyun koo" userId="0bec2bb6862b3cce" providerId="LiveId" clId="{1EA23BA3-5D3F-463F-A453-D07E05C577E6}" dt="2026-10-21T17:48:29.192" v="4657"/>
          <ac:spMkLst>
            <pc:docMk/>
            <pc:sldMk cId="2313387955" sldId="292"/>
            <ac:spMk id="19" creationId="{6AD5AE82-C875-E509-682B-8B33F2D708A2}"/>
          </ac:spMkLst>
        </pc:spChg>
        <pc:spChg chg="add mod">
          <ac:chgData name="donghyun koo" userId="0bec2bb6862b3cce" providerId="LiveId" clId="{1EA23BA3-5D3F-463F-A453-D07E05C577E6}" dt="2026-10-21T17:48:35.978" v="4665" actId="20577"/>
          <ac:spMkLst>
            <pc:docMk/>
            <pc:sldMk cId="2313387955" sldId="292"/>
            <ac:spMk id="21" creationId="{9ABDBFE9-31F4-16FA-BD69-9D2AA01C225E}"/>
          </ac:spMkLst>
        </pc:spChg>
        <pc:spChg chg="add mod ord">
          <ac:chgData name="donghyun koo" userId="0bec2bb6862b3cce" providerId="LiveId" clId="{1EA23BA3-5D3F-463F-A453-D07E05C577E6}" dt="2026-10-21T17:50:26.611" v="4705" actId="164"/>
          <ac:spMkLst>
            <pc:docMk/>
            <pc:sldMk cId="2313387955" sldId="292"/>
            <ac:spMk id="22" creationId="{8AEB9407-819D-18A5-C2F4-38B59653EBF7}"/>
          </ac:spMkLst>
        </pc:spChg>
        <pc:spChg chg="add mod">
          <ac:chgData name="donghyun koo" userId="0bec2bb6862b3cce" providerId="LiveId" clId="{1EA23BA3-5D3F-463F-A453-D07E05C577E6}" dt="2026-10-21T17:50:26.611" v="4705" actId="164"/>
          <ac:spMkLst>
            <pc:docMk/>
            <pc:sldMk cId="2313387955" sldId="292"/>
            <ac:spMk id="23" creationId="{00E2355B-4BFF-35C5-716F-6E6518FDCBBB}"/>
          </ac:spMkLst>
        </pc:spChg>
        <pc:spChg chg="add mod ord">
          <ac:chgData name="donghyun koo" userId="0bec2bb6862b3cce" providerId="LiveId" clId="{1EA23BA3-5D3F-463F-A453-D07E05C577E6}" dt="2026-10-21T17:50:26.611" v="4705" actId="164"/>
          <ac:spMkLst>
            <pc:docMk/>
            <pc:sldMk cId="2313387955" sldId="292"/>
            <ac:spMk id="24" creationId="{601DA6D0-8346-9107-5862-60F2E2F3C8EA}"/>
          </ac:spMkLst>
        </pc:spChg>
        <pc:spChg chg="add mod">
          <ac:chgData name="donghyun koo" userId="0bec2bb6862b3cce" providerId="LiveId" clId="{1EA23BA3-5D3F-463F-A453-D07E05C577E6}" dt="2026-10-21T17:50:26.611" v="4705" actId="164"/>
          <ac:spMkLst>
            <pc:docMk/>
            <pc:sldMk cId="2313387955" sldId="292"/>
            <ac:spMk id="25" creationId="{47B0DD80-2566-CF5F-9753-757CEB171956}"/>
          </ac:spMkLst>
        </pc:spChg>
        <pc:spChg chg="add mod ord">
          <ac:chgData name="donghyun koo" userId="0bec2bb6862b3cce" providerId="LiveId" clId="{1EA23BA3-5D3F-463F-A453-D07E05C577E6}" dt="2026-10-21T17:50:26.611" v="4705" actId="164"/>
          <ac:spMkLst>
            <pc:docMk/>
            <pc:sldMk cId="2313387955" sldId="292"/>
            <ac:spMk id="26" creationId="{3333F0BF-8D1F-5E20-8587-595D32117DFB}"/>
          </ac:spMkLst>
        </pc:spChg>
        <pc:spChg chg="add mod ord">
          <ac:chgData name="donghyun koo" userId="0bec2bb6862b3cce" providerId="LiveId" clId="{1EA23BA3-5D3F-463F-A453-D07E05C577E6}" dt="2026-10-21T17:50:26.611" v="4705" actId="164"/>
          <ac:spMkLst>
            <pc:docMk/>
            <pc:sldMk cId="2313387955" sldId="292"/>
            <ac:spMk id="27" creationId="{088FC989-1E75-C44C-286E-F73316A7D01D}"/>
          </ac:spMkLst>
        </pc:spChg>
        <pc:grpChg chg="add del mod">
          <ac:chgData name="donghyun koo" userId="0bec2bb6862b3cce" providerId="LiveId" clId="{1EA23BA3-5D3F-463F-A453-D07E05C577E6}" dt="2026-10-21T17:41:23.665" v="4238" actId="478"/>
          <ac:grpSpMkLst>
            <pc:docMk/>
            <pc:sldMk cId="2313387955" sldId="292"/>
            <ac:grpSpMk id="2" creationId="{80F685E3-7B05-655A-BDBE-9237E61072A7}"/>
          </ac:grpSpMkLst>
        </pc:grpChg>
        <pc:grpChg chg="add mod">
          <ac:chgData name="donghyun koo" userId="0bec2bb6862b3cce" providerId="LiveId" clId="{1EA23BA3-5D3F-463F-A453-D07E05C577E6}" dt="2026-10-21T17:46:23.070" v="4302" actId="164"/>
          <ac:grpSpMkLst>
            <pc:docMk/>
            <pc:sldMk cId="2313387955" sldId="292"/>
            <ac:grpSpMk id="8" creationId="{17701B50-BC36-97EA-CEE3-E92106B3E9CD}"/>
          </ac:grpSpMkLst>
        </pc:grpChg>
        <pc:grpChg chg="add mod">
          <ac:chgData name="donghyun koo" userId="0bec2bb6862b3cce" providerId="LiveId" clId="{1EA23BA3-5D3F-463F-A453-D07E05C577E6}" dt="2026-10-21T17:46:23.070" v="4302" actId="164"/>
          <ac:grpSpMkLst>
            <pc:docMk/>
            <pc:sldMk cId="2313387955" sldId="292"/>
            <ac:grpSpMk id="14" creationId="{9E2BD8F4-3F34-672A-3301-10542F895A7A}"/>
          </ac:grpSpMkLst>
        </pc:grpChg>
        <pc:grpChg chg="add mod">
          <ac:chgData name="donghyun koo" userId="0bec2bb6862b3cce" providerId="LiveId" clId="{1EA23BA3-5D3F-463F-A453-D07E05C577E6}" dt="2026-10-21T17:46:23.070" v="4302" actId="164"/>
          <ac:grpSpMkLst>
            <pc:docMk/>
            <pc:sldMk cId="2313387955" sldId="292"/>
            <ac:grpSpMk id="15" creationId="{5D116FFC-3DCC-B2FF-9603-5C12CB08749D}"/>
          </ac:grpSpMkLst>
        </pc:grpChg>
        <pc:grpChg chg="add mod">
          <ac:chgData name="donghyun koo" userId="0bec2bb6862b3cce" providerId="LiveId" clId="{1EA23BA3-5D3F-463F-A453-D07E05C577E6}" dt="2026-10-21T17:48:23.262" v="4654" actId="1076"/>
          <ac:grpSpMkLst>
            <pc:docMk/>
            <pc:sldMk cId="2313387955" sldId="292"/>
            <ac:grpSpMk id="18" creationId="{FC0203FE-2839-512E-DA91-4B13C372BC03}"/>
          </ac:grpSpMkLst>
        </pc:grpChg>
        <pc:grpChg chg="add mod">
          <ac:chgData name="donghyun koo" userId="0bec2bb6862b3cce" providerId="LiveId" clId="{1EA23BA3-5D3F-463F-A453-D07E05C577E6}" dt="2026-10-21T17:50:40.514" v="4710" actId="1076"/>
          <ac:grpSpMkLst>
            <pc:docMk/>
            <pc:sldMk cId="2313387955" sldId="292"/>
            <ac:grpSpMk id="28" creationId="{CA99847E-E9F8-881F-78D7-DF6EB63112E2}"/>
          </ac:grpSpMkLst>
        </pc:grpChg>
        <pc:picChg chg="add mod modCrop">
          <ac:chgData name="donghyun koo" userId="0bec2bb6862b3cce" providerId="LiveId" clId="{1EA23BA3-5D3F-463F-A453-D07E05C577E6}" dt="2026-10-21T17:45:58.880" v="4298" actId="164"/>
          <ac:picMkLst>
            <pc:docMk/>
            <pc:sldMk cId="2313387955" sldId="292"/>
            <ac:picMk id="11" creationId="{5B271E4C-7841-FBA3-A836-C0DA3A18E7E7}"/>
          </ac:picMkLst>
        </pc:picChg>
        <pc:picChg chg="add mod modCrop">
          <ac:chgData name="donghyun koo" userId="0bec2bb6862b3cce" providerId="LiveId" clId="{1EA23BA3-5D3F-463F-A453-D07E05C577E6}" dt="2026-10-21T17:45:58.880" v="4298" actId="164"/>
          <ac:picMkLst>
            <pc:docMk/>
            <pc:sldMk cId="2313387955" sldId="292"/>
            <ac:picMk id="13" creationId="{43C79A7A-939D-F250-C146-FAFABB5D473A}"/>
          </ac:picMkLst>
        </pc:picChg>
      </pc:sldChg>
      <pc:sldChg chg="addSp delSp modSp add del mod">
        <pc:chgData name="donghyun koo" userId="0bec2bb6862b3cce" providerId="LiveId" clId="{1EA23BA3-5D3F-463F-A453-D07E05C577E6}" dt="2026-10-21T17:31:00.801" v="3853" actId="47"/>
        <pc:sldMkLst>
          <pc:docMk/>
          <pc:sldMk cId="857816885" sldId="293"/>
        </pc:sldMkLst>
      </pc:sldChg>
      <pc:sldChg chg="del">
        <pc:chgData name="donghyun koo" userId="0bec2bb6862b3cce" providerId="LiveId" clId="{1EA23BA3-5D3F-463F-A453-D07E05C577E6}" dt="2026-10-21T17:31:00.801" v="3853" actId="47"/>
        <pc:sldMkLst>
          <pc:docMk/>
          <pc:sldMk cId="3458755539" sldId="294"/>
        </pc:sldMkLst>
      </pc:sldChg>
      <pc:sldChg chg="del">
        <pc:chgData name="donghyun koo" userId="0bec2bb6862b3cce" providerId="LiveId" clId="{1EA23BA3-5D3F-463F-A453-D07E05C577E6}" dt="2026-10-21T17:31:00.801" v="3853" actId="47"/>
        <pc:sldMkLst>
          <pc:docMk/>
          <pc:sldMk cId="3195497794" sldId="295"/>
        </pc:sldMkLst>
      </pc:sldChg>
      <pc:sldChg chg="del">
        <pc:chgData name="donghyun koo" userId="0bec2bb6862b3cce" providerId="LiveId" clId="{1EA23BA3-5D3F-463F-A453-D07E05C577E6}" dt="2026-10-21T17:31:00.801" v="3853" actId="47"/>
        <pc:sldMkLst>
          <pc:docMk/>
          <pc:sldMk cId="1234033940" sldId="296"/>
        </pc:sldMkLst>
      </pc:sldChg>
      <pc:sldChg chg="del">
        <pc:chgData name="donghyun koo" userId="0bec2bb6862b3cce" providerId="LiveId" clId="{1EA23BA3-5D3F-463F-A453-D07E05C577E6}" dt="2026-10-21T17:31:00.801" v="3853" actId="47"/>
        <pc:sldMkLst>
          <pc:docMk/>
          <pc:sldMk cId="3578818659" sldId="297"/>
        </pc:sldMkLst>
      </pc:sldChg>
      <pc:sldChg chg="del">
        <pc:chgData name="donghyun koo" userId="0bec2bb6862b3cce" providerId="LiveId" clId="{1EA23BA3-5D3F-463F-A453-D07E05C577E6}" dt="2026-10-21T17:31:00.801" v="3853" actId="47"/>
        <pc:sldMkLst>
          <pc:docMk/>
          <pc:sldMk cId="2757397381" sldId="298"/>
        </pc:sldMkLst>
      </pc:sldChg>
      <pc:sldChg chg="del">
        <pc:chgData name="donghyun koo" userId="0bec2bb6862b3cce" providerId="LiveId" clId="{1EA23BA3-5D3F-463F-A453-D07E05C577E6}" dt="2026-10-21T17:31:00.801" v="3853" actId="47"/>
        <pc:sldMkLst>
          <pc:docMk/>
          <pc:sldMk cId="1933518015" sldId="300"/>
        </pc:sldMkLst>
      </pc:sldChg>
      <pc:sldChg chg="del ord">
        <pc:chgData name="donghyun koo" userId="0bec2bb6862b3cce" providerId="LiveId" clId="{1EA23BA3-5D3F-463F-A453-D07E05C577E6}" dt="2026-10-21T17:38:54.955" v="4192" actId="47"/>
        <pc:sldMkLst>
          <pc:docMk/>
          <pc:sldMk cId="4205187418" sldId="301"/>
        </pc:sldMkLst>
      </pc:sldChg>
      <pc:sldChg chg="addSp delSp modSp del mod">
        <pc:chgData name="donghyun koo" userId="0bec2bb6862b3cce" providerId="LiveId" clId="{1EA23BA3-5D3F-463F-A453-D07E05C577E6}" dt="2026-10-21T17:31:00.801" v="3853" actId="47"/>
        <pc:sldMkLst>
          <pc:docMk/>
          <pc:sldMk cId="1352868731" sldId="302"/>
        </pc:sldMkLst>
      </pc:sldChg>
      <pc:sldChg chg="addSp modSp mod">
        <pc:chgData name="donghyun koo" userId="0bec2bb6862b3cce" providerId="LiveId" clId="{1EA23BA3-5D3F-463F-A453-D07E05C577E6}" dt="2026-10-21T17:39:54.279" v="4208" actId="6549"/>
        <pc:sldMkLst>
          <pc:docMk/>
          <pc:sldMk cId="294198364" sldId="303"/>
        </pc:sldMkLst>
        <pc:spChg chg="add mod">
          <ac:chgData name="donghyun koo" userId="0bec2bb6862b3cce" providerId="LiveId" clId="{1EA23BA3-5D3F-463F-A453-D07E05C577E6}" dt="2026-10-21T17:39:54.279" v="4208" actId="6549"/>
          <ac:spMkLst>
            <pc:docMk/>
            <pc:sldMk cId="294198364" sldId="303"/>
            <ac:spMk id="4" creationId="{C610E48E-A950-1368-4963-A23C44C31B88}"/>
          </ac:spMkLst>
        </pc:spChg>
      </pc:sldChg>
      <pc:sldChg chg="del">
        <pc:chgData name="donghyun koo" userId="0bec2bb6862b3cce" providerId="LiveId" clId="{1EA23BA3-5D3F-463F-A453-D07E05C577E6}" dt="2026-10-21T17:38:54.955" v="4192" actId="47"/>
        <pc:sldMkLst>
          <pc:docMk/>
          <pc:sldMk cId="2789417369" sldId="304"/>
        </pc:sldMkLst>
      </pc:sldChg>
      <pc:sldChg chg="del">
        <pc:chgData name="donghyun koo" userId="0bec2bb6862b3cce" providerId="LiveId" clId="{1EA23BA3-5D3F-463F-A453-D07E05C577E6}" dt="2026-10-21T17:38:54.955" v="4192" actId="47"/>
        <pc:sldMkLst>
          <pc:docMk/>
          <pc:sldMk cId="1888025469" sldId="305"/>
        </pc:sldMkLst>
      </pc:sldChg>
      <pc:sldChg chg="del">
        <pc:chgData name="donghyun koo" userId="0bec2bb6862b3cce" providerId="LiveId" clId="{1EA23BA3-5D3F-463F-A453-D07E05C577E6}" dt="2026-10-21T17:38:54.955" v="4192" actId="47"/>
        <pc:sldMkLst>
          <pc:docMk/>
          <pc:sldMk cId="1844800208" sldId="306"/>
        </pc:sldMkLst>
      </pc:sldChg>
      <pc:sldChg chg="del">
        <pc:chgData name="donghyun koo" userId="0bec2bb6862b3cce" providerId="LiveId" clId="{1EA23BA3-5D3F-463F-A453-D07E05C577E6}" dt="2026-10-21T17:38:54.955" v="4192" actId="47"/>
        <pc:sldMkLst>
          <pc:docMk/>
          <pc:sldMk cId="2251368439" sldId="307"/>
        </pc:sldMkLst>
      </pc:sldChg>
      <pc:sldChg chg="addSp delSp modSp del mod">
        <pc:chgData name="donghyun koo" userId="0bec2bb6862b3cce" providerId="LiveId" clId="{1EA23BA3-5D3F-463F-A453-D07E05C577E6}" dt="2026-10-21T17:38:54.955" v="4192" actId="47"/>
        <pc:sldMkLst>
          <pc:docMk/>
          <pc:sldMk cId="1242325816" sldId="308"/>
        </pc:sldMkLst>
        <pc:spChg chg="add del">
          <ac:chgData name="donghyun koo" userId="0bec2bb6862b3cce" providerId="LiveId" clId="{1EA23BA3-5D3F-463F-A453-D07E05C577E6}" dt="2026-10-21T17:31:30.018" v="3857" actId="478"/>
          <ac:spMkLst>
            <pc:docMk/>
            <pc:sldMk cId="1242325816" sldId="308"/>
            <ac:spMk id="72" creationId="{088D230D-6A4C-9D06-2B4E-634097A3A6E9}"/>
          </ac:spMkLst>
        </pc:spChg>
        <pc:spChg chg="add del">
          <ac:chgData name="donghyun koo" userId="0bec2bb6862b3cce" providerId="LiveId" clId="{1EA23BA3-5D3F-463F-A453-D07E05C577E6}" dt="2026-10-21T17:31:30.018" v="3857" actId="478"/>
          <ac:spMkLst>
            <pc:docMk/>
            <pc:sldMk cId="1242325816" sldId="308"/>
            <ac:spMk id="73" creationId="{DE418504-0783-E89F-F156-DB6F79CF8283}"/>
          </ac:spMkLst>
        </pc:spChg>
        <pc:spChg chg="add del">
          <ac:chgData name="donghyun koo" userId="0bec2bb6862b3cce" providerId="LiveId" clId="{1EA23BA3-5D3F-463F-A453-D07E05C577E6}" dt="2026-10-21T17:31:30.018" v="3857" actId="478"/>
          <ac:spMkLst>
            <pc:docMk/>
            <pc:sldMk cId="1242325816" sldId="308"/>
            <ac:spMk id="74" creationId="{545716EC-DF6B-1BAB-2022-3746A054532F}"/>
          </ac:spMkLst>
        </pc:spChg>
        <pc:spChg chg="add del">
          <ac:chgData name="donghyun koo" userId="0bec2bb6862b3cce" providerId="LiveId" clId="{1EA23BA3-5D3F-463F-A453-D07E05C577E6}" dt="2026-10-21T17:31:30.018" v="3857" actId="478"/>
          <ac:spMkLst>
            <pc:docMk/>
            <pc:sldMk cId="1242325816" sldId="308"/>
            <ac:spMk id="75" creationId="{CE170DD2-11D6-CD3B-E7FB-B783CD93FE2C}"/>
          </ac:spMkLst>
        </pc:spChg>
        <pc:spChg chg="add del mod">
          <ac:chgData name="donghyun koo" userId="0bec2bb6862b3cce" providerId="LiveId" clId="{1EA23BA3-5D3F-463F-A453-D07E05C577E6}" dt="2026-10-21T17:31:30.839" v="3859" actId="1076"/>
          <ac:spMkLst>
            <pc:docMk/>
            <pc:sldMk cId="1242325816" sldId="308"/>
            <ac:spMk id="76" creationId="{41E69CDE-2F77-A760-57CD-9188F3CD3158}"/>
          </ac:spMkLst>
        </pc:spChg>
        <pc:spChg chg="add del mod">
          <ac:chgData name="donghyun koo" userId="0bec2bb6862b3cce" providerId="LiveId" clId="{1EA23BA3-5D3F-463F-A453-D07E05C577E6}" dt="2026-10-21T17:31:30.839" v="3859" actId="1076"/>
          <ac:spMkLst>
            <pc:docMk/>
            <pc:sldMk cId="1242325816" sldId="308"/>
            <ac:spMk id="77" creationId="{761DBD3B-03B9-F366-AC45-D7A3C4FE0359}"/>
          </ac:spMkLst>
        </pc:spChg>
        <pc:spChg chg="add del mod">
          <ac:chgData name="donghyun koo" userId="0bec2bb6862b3cce" providerId="LiveId" clId="{1EA23BA3-5D3F-463F-A453-D07E05C577E6}" dt="2026-10-21T17:31:30.839" v="3859" actId="1076"/>
          <ac:spMkLst>
            <pc:docMk/>
            <pc:sldMk cId="1242325816" sldId="308"/>
            <ac:spMk id="78" creationId="{153A7E9B-71F2-6686-42DA-AE137CF33D7C}"/>
          </ac:spMkLst>
        </pc:spChg>
        <pc:spChg chg="add del mod">
          <ac:chgData name="donghyun koo" userId="0bec2bb6862b3cce" providerId="LiveId" clId="{1EA23BA3-5D3F-463F-A453-D07E05C577E6}" dt="2026-10-21T17:31:30.839" v="3859" actId="1076"/>
          <ac:spMkLst>
            <pc:docMk/>
            <pc:sldMk cId="1242325816" sldId="308"/>
            <ac:spMk id="79" creationId="{E3AE6875-651E-BC9C-A8B3-DEE43ACBADEE}"/>
          </ac:spMkLst>
        </pc:spChg>
      </pc:sldChg>
      <pc:sldChg chg="del">
        <pc:chgData name="donghyun koo" userId="0bec2bb6862b3cce" providerId="LiveId" clId="{1EA23BA3-5D3F-463F-A453-D07E05C577E6}" dt="2026-10-21T17:38:54.955" v="4192" actId="47"/>
        <pc:sldMkLst>
          <pc:docMk/>
          <pc:sldMk cId="1079700275" sldId="309"/>
        </pc:sldMkLst>
      </pc:sldChg>
      <pc:sldChg chg="addSp delSp modSp add mod ord">
        <pc:chgData name="donghyun koo" userId="0bec2bb6862b3cce" providerId="LiveId" clId="{1EA23BA3-5D3F-463F-A453-D07E05C577E6}" dt="2026-10-21T17:39:58.161" v="4210" actId="6549"/>
        <pc:sldMkLst>
          <pc:docMk/>
          <pc:sldMk cId="958616514" sldId="310"/>
        </pc:sldMkLst>
        <pc:spChg chg="mod">
          <ac:chgData name="donghyun koo" userId="0bec2bb6862b3cce" providerId="LiveId" clId="{1EA23BA3-5D3F-463F-A453-D07E05C577E6}" dt="2026-10-21T17:36:24.398" v="4071" actId="1076"/>
          <ac:spMkLst>
            <pc:docMk/>
            <pc:sldMk cId="958616514" sldId="310"/>
            <ac:spMk id="5" creationId="{87F8F74C-9CCE-363B-4793-09EB7420A963}"/>
          </ac:spMkLst>
        </pc:spChg>
        <pc:spChg chg="add mod">
          <ac:chgData name="donghyun koo" userId="0bec2bb6862b3cce" providerId="LiveId" clId="{1EA23BA3-5D3F-463F-A453-D07E05C577E6}" dt="2026-10-21T17:36:27.984" v="4072" actId="164"/>
          <ac:spMkLst>
            <pc:docMk/>
            <pc:sldMk cId="958616514" sldId="310"/>
            <ac:spMk id="6" creationId="{F05A828C-AA5B-D071-7FB5-9CA75148153C}"/>
          </ac:spMkLst>
        </pc:spChg>
        <pc:spChg chg="add del">
          <ac:chgData name="donghyun koo" userId="0bec2bb6862b3cce" providerId="LiveId" clId="{1EA23BA3-5D3F-463F-A453-D07E05C577E6}" dt="2026-10-21T17:31:49.274" v="3866" actId="478"/>
          <ac:spMkLst>
            <pc:docMk/>
            <pc:sldMk cId="958616514" sldId="310"/>
            <ac:spMk id="9" creationId="{57A01D4F-9837-902C-946D-889FD9799906}"/>
          </ac:spMkLst>
        </pc:spChg>
        <pc:spChg chg="del">
          <ac:chgData name="donghyun koo" userId="0bec2bb6862b3cce" providerId="LiveId" clId="{1EA23BA3-5D3F-463F-A453-D07E05C577E6}" dt="2026-10-21T17:38:15.940" v="4183" actId="478"/>
          <ac:spMkLst>
            <pc:docMk/>
            <pc:sldMk cId="958616514" sldId="310"/>
            <ac:spMk id="11" creationId="{C8B7988A-821A-D7D6-0E40-45DB70FC30A0}"/>
          </ac:spMkLst>
        </pc:spChg>
        <pc:spChg chg="add mod">
          <ac:chgData name="donghyun koo" userId="0bec2bb6862b3cce" providerId="LiveId" clId="{1EA23BA3-5D3F-463F-A453-D07E05C577E6}" dt="2026-10-21T17:36:41.467" v="4076" actId="164"/>
          <ac:spMkLst>
            <pc:docMk/>
            <pc:sldMk cId="958616514" sldId="310"/>
            <ac:spMk id="12" creationId="{4EB60071-E2CD-7375-C2DA-3E06A1EE16FF}"/>
          </ac:spMkLst>
        </pc:spChg>
        <pc:spChg chg="del">
          <ac:chgData name="donghyun koo" userId="0bec2bb6862b3cce" providerId="LiveId" clId="{1EA23BA3-5D3F-463F-A453-D07E05C577E6}" dt="2026-10-21T17:38:15.940" v="4183" actId="478"/>
          <ac:spMkLst>
            <pc:docMk/>
            <pc:sldMk cId="958616514" sldId="310"/>
            <ac:spMk id="17" creationId="{58ACF1B2-7053-41CC-B035-E9B2076EA082}"/>
          </ac:spMkLst>
        </pc:spChg>
        <pc:spChg chg="add mod ord">
          <ac:chgData name="donghyun koo" userId="0bec2bb6862b3cce" providerId="LiveId" clId="{1EA23BA3-5D3F-463F-A453-D07E05C577E6}" dt="2026-10-21T17:36:27.984" v="4072" actId="164"/>
          <ac:spMkLst>
            <pc:docMk/>
            <pc:sldMk cId="958616514" sldId="310"/>
            <ac:spMk id="18" creationId="{EC5DF083-2666-AE41-E7DE-2121ACF698F9}"/>
          </ac:spMkLst>
        </pc:spChg>
        <pc:spChg chg="del">
          <ac:chgData name="donghyun koo" userId="0bec2bb6862b3cce" providerId="LiveId" clId="{1EA23BA3-5D3F-463F-A453-D07E05C577E6}" dt="2026-10-21T17:38:15.940" v="4183" actId="478"/>
          <ac:spMkLst>
            <pc:docMk/>
            <pc:sldMk cId="958616514" sldId="310"/>
            <ac:spMk id="23" creationId="{113C0873-3564-62A6-AC3C-F16BFE1BF924}"/>
          </ac:spMkLst>
        </pc:spChg>
        <pc:spChg chg="add mod ord">
          <ac:chgData name="donghyun koo" userId="0bec2bb6862b3cce" providerId="LiveId" clId="{1EA23BA3-5D3F-463F-A453-D07E05C577E6}" dt="2026-10-21T17:36:41.467" v="4076" actId="164"/>
          <ac:spMkLst>
            <pc:docMk/>
            <pc:sldMk cId="958616514" sldId="310"/>
            <ac:spMk id="24" creationId="{47CA90FE-EFCC-B16F-9ABA-3E5311C0EB75}"/>
          </ac:spMkLst>
        </pc:spChg>
        <pc:spChg chg="del">
          <ac:chgData name="donghyun koo" userId="0bec2bb6862b3cce" providerId="LiveId" clId="{1EA23BA3-5D3F-463F-A453-D07E05C577E6}" dt="2026-10-21T17:38:15.940" v="4183" actId="478"/>
          <ac:spMkLst>
            <pc:docMk/>
            <pc:sldMk cId="958616514" sldId="310"/>
            <ac:spMk id="26" creationId="{10B0C9E4-D790-B80D-B068-57D2568A11B6}"/>
          </ac:spMkLst>
        </pc:spChg>
        <pc:spChg chg="add del mod">
          <ac:chgData name="donghyun koo" userId="0bec2bb6862b3cce" providerId="LiveId" clId="{1EA23BA3-5D3F-463F-A453-D07E05C577E6}" dt="2026-10-21T17:36:06.429" v="4066" actId="21"/>
          <ac:spMkLst>
            <pc:docMk/>
            <pc:sldMk cId="958616514" sldId="310"/>
            <ac:spMk id="28" creationId="{DB2C8759-E4FB-95FD-3959-3D29AEA0046F}"/>
          </ac:spMkLst>
        </pc:spChg>
        <pc:spChg chg="del">
          <ac:chgData name="donghyun koo" userId="0bec2bb6862b3cce" providerId="LiveId" clId="{1EA23BA3-5D3F-463F-A453-D07E05C577E6}" dt="2026-10-21T17:38:15.940" v="4183" actId="478"/>
          <ac:spMkLst>
            <pc:docMk/>
            <pc:sldMk cId="958616514" sldId="310"/>
            <ac:spMk id="30" creationId="{CB514B08-C7DF-F203-4F6D-CE34535540CC}"/>
          </ac:spMkLst>
        </pc:spChg>
        <pc:spChg chg="add del mod">
          <ac:chgData name="donghyun koo" userId="0bec2bb6862b3cce" providerId="LiveId" clId="{1EA23BA3-5D3F-463F-A453-D07E05C577E6}" dt="2026-10-21T17:35:35.238" v="4054" actId="21"/>
          <ac:spMkLst>
            <pc:docMk/>
            <pc:sldMk cId="958616514" sldId="310"/>
            <ac:spMk id="32" creationId="{BB8CAF59-D23A-23E3-1AB9-317F9A225934}"/>
          </ac:spMkLst>
        </pc:spChg>
        <pc:spChg chg="del">
          <ac:chgData name="donghyun koo" userId="0bec2bb6862b3cce" providerId="LiveId" clId="{1EA23BA3-5D3F-463F-A453-D07E05C577E6}" dt="2026-10-21T17:38:15.940" v="4183" actId="478"/>
          <ac:spMkLst>
            <pc:docMk/>
            <pc:sldMk cId="958616514" sldId="310"/>
            <ac:spMk id="33" creationId="{32889C25-8ECB-5C98-575E-14768F67B615}"/>
          </ac:spMkLst>
        </pc:spChg>
        <pc:spChg chg="add del">
          <ac:chgData name="donghyun koo" userId="0bec2bb6862b3cce" providerId="LiveId" clId="{1EA23BA3-5D3F-463F-A453-D07E05C577E6}" dt="2026-10-21T17:35:53.289" v="4062" actId="22"/>
          <ac:spMkLst>
            <pc:docMk/>
            <pc:sldMk cId="958616514" sldId="310"/>
            <ac:spMk id="36" creationId="{779DFC6E-46B2-A5DB-3E66-123948F312E7}"/>
          </ac:spMkLst>
        </pc:spChg>
        <pc:spChg chg="del">
          <ac:chgData name="donghyun koo" userId="0bec2bb6862b3cce" providerId="LiveId" clId="{1EA23BA3-5D3F-463F-A453-D07E05C577E6}" dt="2026-10-21T17:38:15.940" v="4183" actId="478"/>
          <ac:spMkLst>
            <pc:docMk/>
            <pc:sldMk cId="958616514" sldId="310"/>
            <ac:spMk id="37" creationId="{0FA94998-5DD1-E2D6-0DE8-253228B179BB}"/>
          </ac:spMkLst>
        </pc:spChg>
        <pc:spChg chg="del">
          <ac:chgData name="donghyun koo" userId="0bec2bb6862b3cce" providerId="LiveId" clId="{1EA23BA3-5D3F-463F-A453-D07E05C577E6}" dt="2026-10-21T17:38:15.940" v="4183" actId="478"/>
          <ac:spMkLst>
            <pc:docMk/>
            <pc:sldMk cId="958616514" sldId="310"/>
            <ac:spMk id="39" creationId="{2604D6D1-02C1-28C9-FF1C-75672D53F886}"/>
          </ac:spMkLst>
        </pc:spChg>
        <pc:spChg chg="add del mod">
          <ac:chgData name="donghyun koo" userId="0bec2bb6862b3cce" providerId="LiveId" clId="{1EA23BA3-5D3F-463F-A453-D07E05C577E6}" dt="2026-10-21T17:36:41.467" v="4076" actId="164"/>
          <ac:spMkLst>
            <pc:docMk/>
            <pc:sldMk cId="958616514" sldId="310"/>
            <ac:spMk id="40" creationId="{0A31EBA7-D1B7-0F43-206B-CCE591C415C4}"/>
          </ac:spMkLst>
        </pc:spChg>
        <pc:spChg chg="del">
          <ac:chgData name="donghyun koo" userId="0bec2bb6862b3cce" providerId="LiveId" clId="{1EA23BA3-5D3F-463F-A453-D07E05C577E6}" dt="2026-10-21T17:38:15.940" v="4183" actId="478"/>
          <ac:spMkLst>
            <pc:docMk/>
            <pc:sldMk cId="958616514" sldId="310"/>
            <ac:spMk id="41" creationId="{955D0C0D-2C49-4736-D377-ED0D07580665}"/>
          </ac:spMkLst>
        </pc:spChg>
        <pc:spChg chg="add mod">
          <ac:chgData name="donghyun koo" userId="0bec2bb6862b3cce" providerId="LiveId" clId="{1EA23BA3-5D3F-463F-A453-D07E05C577E6}" dt="2026-10-21T17:36:27.984" v="4072" actId="164"/>
          <ac:spMkLst>
            <pc:docMk/>
            <pc:sldMk cId="958616514" sldId="310"/>
            <ac:spMk id="44" creationId="{CC5C392A-4E7B-B400-A735-17AFFE6106A7}"/>
          </ac:spMkLst>
        </pc:spChg>
        <pc:spChg chg="add mod">
          <ac:chgData name="donghyun koo" userId="0bec2bb6862b3cce" providerId="LiveId" clId="{1EA23BA3-5D3F-463F-A453-D07E05C577E6}" dt="2026-10-21T17:36:52.994" v="4084" actId="1076"/>
          <ac:spMkLst>
            <pc:docMk/>
            <pc:sldMk cId="958616514" sldId="310"/>
            <ac:spMk id="49" creationId="{E6C0A54B-8E95-170E-9EC9-0EDFD4F274C7}"/>
          </ac:spMkLst>
        </pc:spChg>
        <pc:spChg chg="add mod">
          <ac:chgData name="donghyun koo" userId="0bec2bb6862b3cce" providerId="LiveId" clId="{1EA23BA3-5D3F-463F-A453-D07E05C577E6}" dt="2026-10-21T17:37:17.950" v="4094" actId="1037"/>
          <ac:spMkLst>
            <pc:docMk/>
            <pc:sldMk cId="958616514" sldId="310"/>
            <ac:spMk id="50" creationId="{6469D87F-41E3-9521-F4FE-627E70A7D6CD}"/>
          </ac:spMkLst>
        </pc:spChg>
        <pc:spChg chg="add mod">
          <ac:chgData name="donghyun koo" userId="0bec2bb6862b3cce" providerId="LiveId" clId="{1EA23BA3-5D3F-463F-A453-D07E05C577E6}" dt="2026-10-21T17:37:46.063" v="4157" actId="1076"/>
          <ac:spMkLst>
            <pc:docMk/>
            <pc:sldMk cId="958616514" sldId="310"/>
            <ac:spMk id="51" creationId="{0533024E-A9A4-DC6E-543C-E13F6D8073AD}"/>
          </ac:spMkLst>
        </pc:spChg>
        <pc:spChg chg="add del mod">
          <ac:chgData name="donghyun koo" userId="0bec2bb6862b3cce" providerId="LiveId" clId="{1EA23BA3-5D3F-463F-A453-D07E05C577E6}" dt="2026-10-21T17:38:07.924" v="4182" actId="478"/>
          <ac:spMkLst>
            <pc:docMk/>
            <pc:sldMk cId="958616514" sldId="310"/>
            <ac:spMk id="52" creationId="{F0D0C16D-7401-EE5E-CB43-85BFDCB7091B}"/>
          </ac:spMkLst>
        </pc:spChg>
        <pc:spChg chg="add del mod">
          <ac:chgData name="donghyun koo" userId="0bec2bb6862b3cce" providerId="LiveId" clId="{1EA23BA3-5D3F-463F-A453-D07E05C577E6}" dt="2026-10-21T17:39:49.200" v="4195"/>
          <ac:spMkLst>
            <pc:docMk/>
            <pc:sldMk cId="958616514" sldId="310"/>
            <ac:spMk id="53" creationId="{4E83EE68-3A4F-2BFA-46A8-6DE1DC47AB3E}"/>
          </ac:spMkLst>
        </pc:spChg>
        <pc:spChg chg="mod">
          <ac:chgData name="donghyun koo" userId="0bec2bb6862b3cce" providerId="LiveId" clId="{1EA23BA3-5D3F-463F-A453-D07E05C577E6}" dt="2026-10-21T17:37:50.708" v="4158" actId="1076"/>
          <ac:spMkLst>
            <pc:docMk/>
            <pc:sldMk cId="958616514" sldId="310"/>
            <ac:spMk id="70" creationId="{4DA258E0-1E7B-D649-85F0-4EEADF9997D8}"/>
          </ac:spMkLst>
        </pc:spChg>
        <pc:spChg chg="del">
          <ac:chgData name="donghyun koo" userId="0bec2bb6862b3cce" providerId="LiveId" clId="{1EA23BA3-5D3F-463F-A453-D07E05C577E6}" dt="2026-10-21T17:31:35.273" v="3861" actId="478"/>
          <ac:spMkLst>
            <pc:docMk/>
            <pc:sldMk cId="958616514" sldId="310"/>
            <ac:spMk id="72" creationId="{088A7AF6-D50D-0BD3-B9FE-05DFBAA35CE1}"/>
          </ac:spMkLst>
        </pc:spChg>
        <pc:spChg chg="del">
          <ac:chgData name="donghyun koo" userId="0bec2bb6862b3cce" providerId="LiveId" clId="{1EA23BA3-5D3F-463F-A453-D07E05C577E6}" dt="2026-10-21T17:31:35.273" v="3861" actId="478"/>
          <ac:spMkLst>
            <pc:docMk/>
            <pc:sldMk cId="958616514" sldId="310"/>
            <ac:spMk id="73" creationId="{6061E450-6C11-5170-D159-A961827DADE2}"/>
          </ac:spMkLst>
        </pc:spChg>
        <pc:spChg chg="del">
          <ac:chgData name="donghyun koo" userId="0bec2bb6862b3cce" providerId="LiveId" clId="{1EA23BA3-5D3F-463F-A453-D07E05C577E6}" dt="2026-10-21T17:31:35.273" v="3861" actId="478"/>
          <ac:spMkLst>
            <pc:docMk/>
            <pc:sldMk cId="958616514" sldId="310"/>
            <ac:spMk id="74" creationId="{5A17AA79-CF4C-8161-22EF-E0EBD7E9F5C2}"/>
          </ac:spMkLst>
        </pc:spChg>
        <pc:spChg chg="del">
          <ac:chgData name="donghyun koo" userId="0bec2bb6862b3cce" providerId="LiveId" clId="{1EA23BA3-5D3F-463F-A453-D07E05C577E6}" dt="2026-10-21T17:31:35.273" v="3861" actId="478"/>
          <ac:spMkLst>
            <pc:docMk/>
            <pc:sldMk cId="958616514" sldId="310"/>
            <ac:spMk id="75" creationId="{F82D4ADB-7802-4941-21C6-86DECF2CDD55}"/>
          </ac:spMkLst>
        </pc:spChg>
        <pc:spChg chg="del">
          <ac:chgData name="donghyun koo" userId="0bec2bb6862b3cce" providerId="LiveId" clId="{1EA23BA3-5D3F-463F-A453-D07E05C577E6}" dt="2026-10-21T17:31:35.273" v="3861" actId="478"/>
          <ac:spMkLst>
            <pc:docMk/>
            <pc:sldMk cId="958616514" sldId="310"/>
            <ac:spMk id="76" creationId="{E8355E36-8F39-ADDC-1FF8-F5A6433AD9E4}"/>
          </ac:spMkLst>
        </pc:spChg>
        <pc:spChg chg="del">
          <ac:chgData name="donghyun koo" userId="0bec2bb6862b3cce" providerId="LiveId" clId="{1EA23BA3-5D3F-463F-A453-D07E05C577E6}" dt="2026-10-21T17:31:35.273" v="3861" actId="478"/>
          <ac:spMkLst>
            <pc:docMk/>
            <pc:sldMk cId="958616514" sldId="310"/>
            <ac:spMk id="77" creationId="{92CBC7E4-C42A-6996-69B9-D032564DD9A0}"/>
          </ac:spMkLst>
        </pc:spChg>
        <pc:spChg chg="del">
          <ac:chgData name="donghyun koo" userId="0bec2bb6862b3cce" providerId="LiveId" clId="{1EA23BA3-5D3F-463F-A453-D07E05C577E6}" dt="2026-10-21T17:31:35.273" v="3861" actId="478"/>
          <ac:spMkLst>
            <pc:docMk/>
            <pc:sldMk cId="958616514" sldId="310"/>
            <ac:spMk id="78" creationId="{B334B747-44A3-F479-04D6-02042A9AEFF5}"/>
          </ac:spMkLst>
        </pc:spChg>
        <pc:spChg chg="del">
          <ac:chgData name="donghyun koo" userId="0bec2bb6862b3cce" providerId="LiveId" clId="{1EA23BA3-5D3F-463F-A453-D07E05C577E6}" dt="2026-10-21T17:31:35.273" v="3861" actId="478"/>
          <ac:spMkLst>
            <pc:docMk/>
            <pc:sldMk cId="958616514" sldId="310"/>
            <ac:spMk id="79" creationId="{EFBF6B6B-36A3-C30A-B0F1-735E8C52EF74}"/>
          </ac:spMkLst>
        </pc:spChg>
        <pc:spChg chg="mod">
          <ac:chgData name="donghyun koo" userId="0bec2bb6862b3cce" providerId="LiveId" clId="{1EA23BA3-5D3F-463F-A453-D07E05C577E6}" dt="2026-10-21T17:39:58.161" v="4210" actId="6549"/>
          <ac:spMkLst>
            <pc:docMk/>
            <pc:sldMk cId="958616514" sldId="310"/>
            <ac:spMk id="90" creationId="{F0CA74B2-3ECA-30D3-0F37-617A46359A42}"/>
          </ac:spMkLst>
        </pc:spChg>
        <pc:spChg chg="del">
          <ac:chgData name="donghyun koo" userId="0bec2bb6862b3cce" providerId="LiveId" clId="{1EA23BA3-5D3F-463F-A453-D07E05C577E6}" dt="2026-10-21T17:31:37.513" v="3862" actId="478"/>
          <ac:spMkLst>
            <pc:docMk/>
            <pc:sldMk cId="958616514" sldId="310"/>
            <ac:spMk id="91" creationId="{BC931B59-AF1F-2630-5A42-3C8756EAF0EE}"/>
          </ac:spMkLst>
        </pc:spChg>
        <pc:spChg chg="del">
          <ac:chgData name="donghyun koo" userId="0bec2bb6862b3cce" providerId="LiveId" clId="{1EA23BA3-5D3F-463F-A453-D07E05C577E6}" dt="2026-10-21T17:31:38.437" v="3863" actId="478"/>
          <ac:spMkLst>
            <pc:docMk/>
            <pc:sldMk cId="958616514" sldId="310"/>
            <ac:spMk id="92" creationId="{F02F2BD1-D9C2-E706-30FD-718BEFFFC43F}"/>
          </ac:spMkLst>
        </pc:spChg>
        <pc:spChg chg="del">
          <ac:chgData name="donghyun koo" userId="0bec2bb6862b3cce" providerId="LiveId" clId="{1EA23BA3-5D3F-463F-A453-D07E05C577E6}" dt="2026-10-21T17:38:15.940" v="4183" actId="478"/>
          <ac:spMkLst>
            <pc:docMk/>
            <pc:sldMk cId="958616514" sldId="310"/>
            <ac:spMk id="94" creationId="{0A3E19C4-46C5-C648-CF42-266F9D10C1D5}"/>
          </ac:spMkLst>
        </pc:spChg>
        <pc:spChg chg="del">
          <ac:chgData name="donghyun koo" userId="0bec2bb6862b3cce" providerId="LiveId" clId="{1EA23BA3-5D3F-463F-A453-D07E05C577E6}" dt="2026-10-21T17:38:19.135" v="4186" actId="478"/>
          <ac:spMkLst>
            <pc:docMk/>
            <pc:sldMk cId="958616514" sldId="310"/>
            <ac:spMk id="105" creationId="{8D452300-A26B-BA4D-9DC3-46BC63B75203}"/>
          </ac:spMkLst>
        </pc:spChg>
        <pc:grpChg chg="add mod">
          <ac:chgData name="donghyun koo" userId="0bec2bb6862b3cce" providerId="LiveId" clId="{1EA23BA3-5D3F-463F-A453-D07E05C577E6}" dt="2026-10-21T17:36:35.457" v="4073" actId="14100"/>
          <ac:grpSpMkLst>
            <pc:docMk/>
            <pc:sldMk cId="958616514" sldId="310"/>
            <ac:grpSpMk id="45" creationId="{5FA83BE0-57D0-3090-2699-931BE4246587}"/>
          </ac:grpSpMkLst>
        </pc:grpChg>
        <pc:grpChg chg="add mod">
          <ac:chgData name="donghyun koo" userId="0bec2bb6862b3cce" providerId="LiveId" clId="{1EA23BA3-5D3F-463F-A453-D07E05C577E6}" dt="2026-10-21T17:36:43.352" v="4077" actId="14100"/>
          <ac:grpSpMkLst>
            <pc:docMk/>
            <pc:sldMk cId="958616514" sldId="310"/>
            <ac:grpSpMk id="48" creationId="{A0C03F23-069F-9ABF-D533-14DD632E4391}"/>
          </ac:grpSpMkLst>
        </pc:grpChg>
        <pc:grpChg chg="del">
          <ac:chgData name="donghyun koo" userId="0bec2bb6862b3cce" providerId="LiveId" clId="{1EA23BA3-5D3F-463F-A453-D07E05C577E6}" dt="2026-10-21T17:38:16.779" v="4184" actId="478"/>
          <ac:grpSpMkLst>
            <pc:docMk/>
            <pc:sldMk cId="958616514" sldId="310"/>
            <ac:grpSpMk id="63" creationId="{F7EF5555-D2AC-8569-C814-ED974F6CE7BE}"/>
          </ac:grpSpMkLst>
        </pc:grpChg>
        <pc:picChg chg="del">
          <ac:chgData name="donghyun koo" userId="0bec2bb6862b3cce" providerId="LiveId" clId="{1EA23BA3-5D3F-463F-A453-D07E05C577E6}" dt="2026-10-21T17:38:17.496" v="4185" actId="478"/>
          <ac:picMkLst>
            <pc:docMk/>
            <pc:sldMk cId="958616514" sldId="310"/>
            <ac:picMk id="8" creationId="{CA3081FE-79FF-8FED-22DE-A08012DA97CA}"/>
          </ac:picMkLst>
        </pc:picChg>
      </pc:sldChg>
      <pc:sldChg chg="addSp delSp modSp add mod ord">
        <pc:chgData name="donghyun koo" userId="0bec2bb6862b3cce" providerId="LiveId" clId="{1EA23BA3-5D3F-463F-A453-D07E05C577E6}" dt="2026-10-21T17:57:33.598" v="4873" actId="1076"/>
        <pc:sldMkLst>
          <pc:docMk/>
          <pc:sldMk cId="189307930" sldId="311"/>
        </pc:sldMkLst>
        <pc:spChg chg="del">
          <ac:chgData name="donghyun koo" userId="0bec2bb6862b3cce" providerId="LiveId" clId="{1EA23BA3-5D3F-463F-A453-D07E05C577E6}" dt="2026-10-21T17:51:04.186" v="4728" actId="478"/>
          <ac:spMkLst>
            <pc:docMk/>
            <pc:sldMk cId="189307930" sldId="311"/>
            <ac:spMk id="2" creationId="{5E7B07C1-E900-6759-8D48-3ED4B3422B1A}"/>
          </ac:spMkLst>
        </pc:spChg>
        <pc:spChg chg="add mod">
          <ac:chgData name="donghyun koo" userId="0bec2bb6862b3cce" providerId="LiveId" clId="{1EA23BA3-5D3F-463F-A453-D07E05C577E6}" dt="2026-10-21T17:52:00.750" v="4757" actId="164"/>
          <ac:spMkLst>
            <pc:docMk/>
            <pc:sldMk cId="189307930" sldId="311"/>
            <ac:spMk id="3" creationId="{98E27AA8-248E-FFB8-311D-E1B877B7C0F2}"/>
          </ac:spMkLst>
        </pc:spChg>
        <pc:spChg chg="mod">
          <ac:chgData name="donghyun koo" userId="0bec2bb6862b3cce" providerId="LiveId" clId="{1EA23BA3-5D3F-463F-A453-D07E05C577E6}" dt="2026-10-21T17:51:00.603" v="4725" actId="20577"/>
          <ac:spMkLst>
            <pc:docMk/>
            <pc:sldMk cId="189307930" sldId="311"/>
            <ac:spMk id="4" creationId="{31A46E62-2315-214F-B4B7-5B3702A16A44}"/>
          </ac:spMkLst>
        </pc:spChg>
        <pc:spChg chg="add mod">
          <ac:chgData name="donghyun koo" userId="0bec2bb6862b3cce" providerId="LiveId" clId="{1EA23BA3-5D3F-463F-A453-D07E05C577E6}" dt="2026-10-21T17:52:00.750" v="4757" actId="164"/>
          <ac:spMkLst>
            <pc:docMk/>
            <pc:sldMk cId="189307930" sldId="311"/>
            <ac:spMk id="6" creationId="{8425D978-DB0C-AC47-BC1B-574A2126ACB8}"/>
          </ac:spMkLst>
        </pc:spChg>
        <pc:spChg chg="add mod">
          <ac:chgData name="donghyun koo" userId="0bec2bb6862b3cce" providerId="LiveId" clId="{1EA23BA3-5D3F-463F-A453-D07E05C577E6}" dt="2026-10-21T17:51:48.487" v="4753" actId="1076"/>
          <ac:spMkLst>
            <pc:docMk/>
            <pc:sldMk cId="189307930" sldId="311"/>
            <ac:spMk id="8" creationId="{38873C2F-2BAC-06D1-AB4D-BC6B6B231305}"/>
          </ac:spMkLst>
        </pc:spChg>
        <pc:spChg chg="add mod">
          <ac:chgData name="donghyun koo" userId="0bec2bb6862b3cce" providerId="LiveId" clId="{1EA23BA3-5D3F-463F-A453-D07E05C577E6}" dt="2026-10-21T17:54:34.294" v="4817" actId="164"/>
          <ac:spMkLst>
            <pc:docMk/>
            <pc:sldMk cId="189307930" sldId="311"/>
            <ac:spMk id="9" creationId="{F8AABACD-3777-0BFD-3DD6-940E58E76F43}"/>
          </ac:spMkLst>
        </pc:spChg>
        <pc:spChg chg="add mod">
          <ac:chgData name="donghyun koo" userId="0bec2bb6862b3cce" providerId="LiveId" clId="{1EA23BA3-5D3F-463F-A453-D07E05C577E6}" dt="2026-10-21T17:54:35.575" v="4818" actId="164"/>
          <ac:spMkLst>
            <pc:docMk/>
            <pc:sldMk cId="189307930" sldId="311"/>
            <ac:spMk id="11" creationId="{EEFB517D-4EEE-F1D6-7DFA-215150F32AD3}"/>
          </ac:spMkLst>
        </pc:spChg>
        <pc:spChg chg="add mod">
          <ac:chgData name="donghyun koo" userId="0bec2bb6862b3cce" providerId="LiveId" clId="{1EA23BA3-5D3F-463F-A453-D07E05C577E6}" dt="2026-10-21T17:54:19.887" v="4811" actId="571"/>
          <ac:spMkLst>
            <pc:docMk/>
            <pc:sldMk cId="189307930" sldId="311"/>
            <ac:spMk id="12" creationId="{D36F13CB-DD01-4F49-648F-496719B8551B}"/>
          </ac:spMkLst>
        </pc:spChg>
        <pc:spChg chg="add mod">
          <ac:chgData name="donghyun koo" userId="0bec2bb6862b3cce" providerId="LiveId" clId="{1EA23BA3-5D3F-463F-A453-D07E05C577E6}" dt="2026-10-21T17:54:36.794" v="4819" actId="164"/>
          <ac:spMkLst>
            <pc:docMk/>
            <pc:sldMk cId="189307930" sldId="311"/>
            <ac:spMk id="13" creationId="{C28EEC7B-EF41-AFBC-954B-975FC21DBC58}"/>
          </ac:spMkLst>
        </pc:spChg>
        <pc:spChg chg="add mod">
          <ac:chgData name="donghyun koo" userId="0bec2bb6862b3cce" providerId="LiveId" clId="{1EA23BA3-5D3F-463F-A453-D07E05C577E6}" dt="2026-10-21T17:57:27.659" v="4870"/>
          <ac:spMkLst>
            <pc:docMk/>
            <pc:sldMk cId="189307930" sldId="311"/>
            <ac:spMk id="14" creationId="{607541BD-8113-FFE4-85BD-D599E2886BAA}"/>
          </ac:spMkLst>
        </pc:spChg>
        <pc:spChg chg="add del mod">
          <ac:chgData name="donghyun koo" userId="0bec2bb6862b3cce" providerId="LiveId" clId="{1EA23BA3-5D3F-463F-A453-D07E05C577E6}" dt="2026-10-21T17:53:16.280" v="4775" actId="478"/>
          <ac:spMkLst>
            <pc:docMk/>
            <pc:sldMk cId="189307930" sldId="311"/>
            <ac:spMk id="15" creationId="{211696F2-72B9-902C-B813-29CAD7097232}"/>
          </ac:spMkLst>
        </pc:spChg>
        <pc:spChg chg="add del mod">
          <ac:chgData name="donghyun koo" userId="0bec2bb6862b3cce" providerId="LiveId" clId="{1EA23BA3-5D3F-463F-A453-D07E05C577E6}" dt="2026-10-21T17:53:14.370" v="4773"/>
          <ac:spMkLst>
            <pc:docMk/>
            <pc:sldMk cId="189307930" sldId="311"/>
            <ac:spMk id="16" creationId="{D4817F93-E13C-7F3E-DBE3-D459EDD79E99}"/>
          </ac:spMkLst>
        </pc:spChg>
        <pc:spChg chg="add mod">
          <ac:chgData name="donghyun koo" userId="0bec2bb6862b3cce" providerId="LiveId" clId="{1EA23BA3-5D3F-463F-A453-D07E05C577E6}" dt="2026-10-21T17:54:19.887" v="4811" actId="571"/>
          <ac:spMkLst>
            <pc:docMk/>
            <pc:sldMk cId="189307930" sldId="311"/>
            <ac:spMk id="17" creationId="{447F04B6-8CCD-E93D-880D-FE6E85AE8235}"/>
          </ac:spMkLst>
        </pc:spChg>
        <pc:spChg chg="add mod">
          <ac:chgData name="donghyun koo" userId="0bec2bb6862b3cce" providerId="LiveId" clId="{1EA23BA3-5D3F-463F-A453-D07E05C577E6}" dt="2026-10-21T17:54:19.887" v="4811" actId="571"/>
          <ac:spMkLst>
            <pc:docMk/>
            <pc:sldMk cId="189307930" sldId="311"/>
            <ac:spMk id="19" creationId="{5F7F5F0A-194D-1BAF-E7A1-4FA44B1B8F44}"/>
          </ac:spMkLst>
        </pc:spChg>
        <pc:spChg chg="add mod">
          <ac:chgData name="donghyun koo" userId="0bec2bb6862b3cce" providerId="LiveId" clId="{1EA23BA3-5D3F-463F-A453-D07E05C577E6}" dt="2026-10-21T17:55:49.449" v="4837" actId="1076"/>
          <ac:spMkLst>
            <pc:docMk/>
            <pc:sldMk cId="189307930" sldId="311"/>
            <ac:spMk id="21" creationId="{2822B3BA-E61A-31BD-231E-C5725DC9B320}"/>
          </ac:spMkLst>
        </pc:spChg>
        <pc:spChg chg="add mod">
          <ac:chgData name="donghyun koo" userId="0bec2bb6862b3cce" providerId="LiveId" clId="{1EA23BA3-5D3F-463F-A453-D07E05C577E6}" dt="2026-10-21T17:57:33.598" v="4873" actId="1076"/>
          <ac:spMkLst>
            <pc:docMk/>
            <pc:sldMk cId="189307930" sldId="311"/>
            <ac:spMk id="22" creationId="{EE77CE30-FE56-A484-977C-2BA733CF6DC2}"/>
          </ac:spMkLst>
        </pc:spChg>
        <pc:spChg chg="add mod">
          <ac:chgData name="donghyun koo" userId="0bec2bb6862b3cce" providerId="LiveId" clId="{1EA23BA3-5D3F-463F-A453-D07E05C577E6}" dt="2026-10-21T17:56:47.925" v="4866" actId="1076"/>
          <ac:spMkLst>
            <pc:docMk/>
            <pc:sldMk cId="189307930" sldId="311"/>
            <ac:spMk id="23" creationId="{6E2E2780-F6D9-8EF1-C037-1DEEBCDACCEB}"/>
          </ac:spMkLst>
        </pc:spChg>
        <pc:spChg chg="add mod">
          <ac:chgData name="donghyun koo" userId="0bec2bb6862b3cce" providerId="LiveId" clId="{1EA23BA3-5D3F-463F-A453-D07E05C577E6}" dt="2026-10-21T17:56:50.951" v="4867" actId="1076"/>
          <ac:spMkLst>
            <pc:docMk/>
            <pc:sldMk cId="189307930" sldId="311"/>
            <ac:spMk id="24" creationId="{61BE46ED-E365-380A-7409-DBA451FBDFDA}"/>
          </ac:spMkLst>
        </pc:spChg>
        <pc:grpChg chg="add mod">
          <ac:chgData name="donghyun koo" userId="0bec2bb6862b3cce" providerId="LiveId" clId="{1EA23BA3-5D3F-463F-A453-D07E05C577E6}" dt="2026-10-21T17:52:02.870" v="4758" actId="1076"/>
          <ac:grpSpMkLst>
            <pc:docMk/>
            <pc:sldMk cId="189307930" sldId="311"/>
            <ac:grpSpMk id="10" creationId="{0BF64062-EA89-162B-A372-318591B063C6}"/>
          </ac:grpSpMkLst>
        </pc:grpChg>
        <pc:grpChg chg="add mod">
          <ac:chgData name="donghyun koo" userId="0bec2bb6862b3cce" providerId="LiveId" clId="{1EA23BA3-5D3F-463F-A453-D07E05C577E6}" dt="2026-10-21T17:54:19.887" v="4811" actId="571"/>
          <ac:grpSpMkLst>
            <pc:docMk/>
            <pc:sldMk cId="189307930" sldId="311"/>
            <ac:grpSpMk id="18" creationId="{CD0B6157-6C3B-EFFE-8B38-CD396E4CF87C}"/>
          </ac:grpSpMkLst>
        </pc:grpChg>
        <pc:grpChg chg="add mod">
          <ac:chgData name="donghyun koo" userId="0bec2bb6862b3cce" providerId="LiveId" clId="{1EA23BA3-5D3F-463F-A453-D07E05C577E6}" dt="2026-10-21T17:54:34.294" v="4817" actId="164"/>
          <ac:grpSpMkLst>
            <pc:docMk/>
            <pc:sldMk cId="189307930" sldId="311"/>
            <ac:grpSpMk id="25" creationId="{8C256278-D8E2-495B-9AF9-0A40E35D435A}"/>
          </ac:grpSpMkLst>
        </pc:grpChg>
        <pc:grpChg chg="add mod">
          <ac:chgData name="donghyun koo" userId="0bec2bb6862b3cce" providerId="LiveId" clId="{1EA23BA3-5D3F-463F-A453-D07E05C577E6}" dt="2026-10-21T17:54:35.575" v="4818" actId="164"/>
          <ac:grpSpMkLst>
            <pc:docMk/>
            <pc:sldMk cId="189307930" sldId="311"/>
            <ac:grpSpMk id="26" creationId="{7BBFE23B-33DD-0497-F48E-61886457CF15}"/>
          </ac:grpSpMkLst>
        </pc:grpChg>
        <pc:grpChg chg="add mod">
          <ac:chgData name="donghyun koo" userId="0bec2bb6862b3cce" providerId="LiveId" clId="{1EA23BA3-5D3F-463F-A453-D07E05C577E6}" dt="2026-10-21T17:54:36.794" v="4819" actId="164"/>
          <ac:grpSpMkLst>
            <pc:docMk/>
            <pc:sldMk cId="189307930" sldId="311"/>
            <ac:grpSpMk id="27" creationId="{74BD7096-5894-17C3-CC7B-1403F0377C17}"/>
          </ac:grpSpMkLst>
        </pc:grpChg>
        <pc:grpChg chg="add mod">
          <ac:chgData name="donghyun koo" userId="0bec2bb6862b3cce" providerId="LiveId" clId="{1EA23BA3-5D3F-463F-A453-D07E05C577E6}" dt="2026-10-21T17:57:27.659" v="4870"/>
          <ac:grpSpMkLst>
            <pc:docMk/>
            <pc:sldMk cId="189307930" sldId="311"/>
            <ac:grpSpMk id="28" creationId="{A12703B8-32B7-F067-0C22-1A33DE63041A}"/>
          </ac:grpSpMkLst>
        </pc:grpChg>
      </pc:sldChg>
      <pc:sldChg chg="new del">
        <pc:chgData name="donghyun koo" userId="0bec2bb6862b3cce" providerId="LiveId" clId="{1EA23BA3-5D3F-463F-A453-D07E05C577E6}" dt="2026-10-21T17:47:32.610" v="4550" actId="680"/>
        <pc:sldMkLst>
          <pc:docMk/>
          <pc:sldMk cId="3866657164" sldId="311"/>
        </pc:sldMkLst>
      </pc:sldChg>
      <pc:sldChg chg="modSp add del mod">
        <pc:chgData name="donghyun koo" userId="0bec2bb6862b3cce" providerId="LiveId" clId="{1EA23BA3-5D3F-463F-A453-D07E05C577E6}" dt="2026-10-21T17:38:54.955" v="4192" actId="47"/>
        <pc:sldMkLst>
          <pc:docMk/>
          <pc:sldMk cId="3870268387" sldId="311"/>
        </pc:sldMkLst>
        <pc:spChg chg="mod">
          <ac:chgData name="donghyun koo" userId="0bec2bb6862b3cce" providerId="LiveId" clId="{1EA23BA3-5D3F-463F-A453-D07E05C577E6}" dt="2026-10-21T17:38:48.737" v="4191" actId="20577"/>
          <ac:spMkLst>
            <pc:docMk/>
            <pc:sldMk cId="3870268387" sldId="311"/>
            <ac:spMk id="2" creationId="{F0ABEC6F-4ABD-F755-42D9-8C5A5A1EAE8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7A12B5-C22A-4AF7-A62B-EF69F51B743A}" type="datetimeFigureOut">
              <a:rPr lang="ko-KR" altLang="en-US" smtClean="0"/>
              <a:t>2026-10-23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0B3B01-A39B-42C5-BF6B-D36FDF69359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76693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AFA5BE-D3CE-E7FE-C4E0-6C68FDA773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BCCE350-57F7-B567-F923-D3B9B52B14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DF7554-99BA-B0D1-66C1-4A4ED5B87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137A2-7D2A-4EB2-87EC-F3BD120F3C23}" type="datetimeFigureOut">
              <a:rPr lang="ko-KR" altLang="en-US" smtClean="0"/>
              <a:t>2026-10-23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2CD7471-3369-8C2B-55F7-BD59D3FEF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59845E9-7452-B54A-E223-65ABAA777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A388B-4025-4940-8260-DB9CE1D783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216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F5F6ED-B09B-73B0-32BB-CD5D71D08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947033F-2ACC-DF28-8764-2813842A19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A1C84CB-9899-430D-9478-6C7DB3D1D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137A2-7D2A-4EB2-87EC-F3BD120F3C23}" type="datetimeFigureOut">
              <a:rPr lang="ko-KR" altLang="en-US" smtClean="0"/>
              <a:t>2026-10-23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BCBC257-340C-929A-D151-1DA31D7F3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7D60EC0-511D-BE59-C2B5-7EFC1A3CB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A388B-4025-4940-8260-DB9CE1D783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2122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0D4514-7B0A-E067-3500-E65833A6E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51C7F0B-9D5C-4509-13F8-D576CA40F6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10B6866-A91E-3E9A-FA67-90B455413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137A2-7D2A-4EB2-87EC-F3BD120F3C23}" type="datetimeFigureOut">
              <a:rPr lang="ko-KR" altLang="en-US" smtClean="0"/>
              <a:t>2026-10-23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246D686-591C-F78E-2DC7-44F8A4BA5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6994B1E-C2B8-22D7-39BF-4EF941AF7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A388B-4025-4940-8260-DB9CE1D783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8784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189A9E-5A13-3EF1-4795-C8A517922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B202351-A5F7-735E-5B83-CAD8D7A61E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C1DAB14-4C23-B837-7172-BB51E47629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3691008-19E7-C2C1-1352-032F99A71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137A2-7D2A-4EB2-87EC-F3BD120F3C23}" type="datetimeFigureOut">
              <a:rPr lang="ko-KR" altLang="en-US" smtClean="0"/>
              <a:t>2026-10-23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D1F5B32-3C37-8E73-E4A1-905F94AE6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7C3FAF9-BE6C-D734-82DD-8640481E7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A388B-4025-4940-8260-DB9CE1D783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64590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9A89D4-9472-6FF8-44F9-D645D1C87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9BD03EA-4E7D-694F-0CE1-3CA9CBC468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9E06275-5CB6-D1A6-658A-132EC2BA0B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A0134B6-B78E-3D9E-8FC0-71AD90496F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4F110C4-6BE5-238D-368C-3F2570B47A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66DEA39-D101-22E1-F080-BDCB99EF4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137A2-7D2A-4EB2-87EC-F3BD120F3C23}" type="datetimeFigureOut">
              <a:rPr lang="ko-KR" altLang="en-US" smtClean="0"/>
              <a:t>2026-10-23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8EDCE2C-8E0F-F121-F91B-E30BE43B4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A3F5102-7977-E7D7-EBB4-E7522F6CE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A388B-4025-4940-8260-DB9CE1D783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35044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E7B791-0178-5817-2EB0-76534412A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DE7FCBC-9BEE-05AA-F13C-BF1EE43DC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137A2-7D2A-4EB2-87EC-F3BD120F3C23}" type="datetimeFigureOut">
              <a:rPr lang="ko-KR" altLang="en-US" smtClean="0"/>
              <a:t>2026-10-23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11C612F-A112-0EDD-5FBD-2D7287FE5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D49FA60-87C2-F547-CE5F-B0791A722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A388B-4025-4940-8260-DB9CE1D783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17609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D5D8CB6-7B2F-ED9D-6343-BCCAA458F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137A2-7D2A-4EB2-87EC-F3BD120F3C23}" type="datetimeFigureOut">
              <a:rPr lang="ko-KR" altLang="en-US" smtClean="0"/>
              <a:t>2026-10-23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D3D3776-0031-2C18-3214-CBA3D86A9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0DB08E0-9035-4209-CBC3-E90DC1945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A388B-4025-4940-8260-DB9CE1D783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44377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516C1B-C5F4-BFD9-9134-B44C283AD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3E6CFCF-77C7-B27C-A8A5-88CF28015F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B5360EF-22FF-843A-A8B1-EC7BCFA86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00857BD-5778-E777-DC38-24EF63127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137A2-7D2A-4EB2-87EC-F3BD120F3C23}" type="datetimeFigureOut">
              <a:rPr lang="ko-KR" altLang="en-US" smtClean="0"/>
              <a:t>2026-10-23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80F319F-0A5E-648D-F697-EAD73B8BC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7E542AD-F27A-40DC-42E7-B26813A2E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A388B-4025-4940-8260-DB9CE1D783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71813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F62611-DC21-12E2-16D7-034CAF1C7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1D0799B-161A-2CEA-0239-840F4952810F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0D8D22A-11B9-F49E-2279-11BA776C51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588CA3D-B289-DCEA-A3F2-0A4630BCA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137A2-7D2A-4EB2-87EC-F3BD120F3C23}" type="datetimeFigureOut">
              <a:rPr lang="ko-KR" altLang="en-US" smtClean="0"/>
              <a:t>2026-10-23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8F9EF81-D234-D694-6426-58094CECC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6482327-E253-9E00-3B73-C1A17EF6A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A388B-4025-4940-8260-DB9CE1D783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55352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C65B6F-851B-C825-7DE3-005C868B4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641B8C0-4816-9D3A-B221-FAACD02730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88B14A-1238-19DE-E345-877C24E1B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137A2-7D2A-4EB2-87EC-F3BD120F3C23}" type="datetimeFigureOut">
              <a:rPr lang="ko-KR" altLang="en-US" smtClean="0"/>
              <a:t>2026-10-23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A50A90E-3E11-79A7-9C13-3399BC29D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E23AF7B-F059-CAD9-8D80-0DE829B28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A388B-4025-4940-8260-DB9CE1D783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6358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35D68E5-E5AF-757F-92A0-8811FB1352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7636890-2130-C5FC-A645-B9AE5753DE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582E57E-1175-E74A-A178-B4DAA80CB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137A2-7D2A-4EB2-87EC-F3BD120F3C23}" type="datetimeFigureOut">
              <a:rPr lang="ko-KR" altLang="en-US" smtClean="0"/>
              <a:t>2026-10-23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6A2AF71-B94A-3F90-9BE0-D9F28D37D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F53991F-68A7-EA4A-A8B0-269CB7C4D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A388B-4025-4940-8260-DB9CE1D783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5130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24F660F-977A-EF02-95E8-89DD9182F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712AED-0EF9-8F26-1865-1CCD1250C2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4B89E09-D438-AD3C-8C19-982A27593E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4137A2-7D2A-4EB2-87EC-F3BD120F3C23}" type="datetimeFigureOut">
              <a:rPr lang="ko-KR" altLang="en-US" smtClean="0"/>
              <a:t>2026-10-23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2FFD2B8-8ACE-204E-6C25-6F8E760A12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FE9213A-EF1B-636F-D97F-A5B2962AF9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DA388B-4025-4940-8260-DB9CE1D783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64203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C31FB-4FCD-C0C4-EA65-AECA0E9C9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1AD432EF-0810-598D-EE8B-5E4A51490B1B}"/>
              </a:ext>
            </a:extLst>
          </p:cNvPr>
          <p:cNvSpPr>
            <a:spLocks noChangeAspect="1"/>
          </p:cNvSpPr>
          <p:nvPr/>
        </p:nvSpPr>
        <p:spPr>
          <a:xfrm>
            <a:off x="912000" y="513000"/>
            <a:ext cx="10368000" cy="583199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D1AC474-EF99-3598-C8DE-BFEDBF9F3B21}"/>
              </a:ext>
            </a:extLst>
          </p:cNvPr>
          <p:cNvSpPr txBox="1"/>
          <p:nvPr/>
        </p:nvSpPr>
        <p:spPr>
          <a:xfrm>
            <a:off x="4356581" y="2644169"/>
            <a:ext cx="347883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4800" dirty="0"/>
              <a:t>모바일 게임</a:t>
            </a:r>
            <a:br>
              <a:rPr lang="en-US" altLang="ko-KR" sz="4800" dirty="0"/>
            </a:br>
            <a:r>
              <a:rPr lang="ko-KR" altLang="en-US" sz="4800" dirty="0"/>
              <a:t>좀비 소울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10E48E-A950-1368-4963-A23C44C31B88}"/>
              </a:ext>
            </a:extLst>
          </p:cNvPr>
          <p:cNvSpPr txBox="1"/>
          <p:nvPr/>
        </p:nvSpPr>
        <p:spPr>
          <a:xfrm>
            <a:off x="0" y="67859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타이틀 씬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94198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332830-35D0-015F-19A5-60252C36D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F2EECA29-BC76-2DA5-2406-08AFBF8B4B68}"/>
              </a:ext>
            </a:extLst>
          </p:cNvPr>
          <p:cNvSpPr>
            <a:spLocks noChangeAspect="1"/>
          </p:cNvSpPr>
          <p:nvPr/>
        </p:nvSpPr>
        <p:spPr>
          <a:xfrm>
            <a:off x="912000" y="513000"/>
            <a:ext cx="10368000" cy="583199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5D116FFC-3DCC-B2FF-9603-5C12CB08749D}"/>
              </a:ext>
            </a:extLst>
          </p:cNvPr>
          <p:cNvGrpSpPr/>
          <p:nvPr/>
        </p:nvGrpSpPr>
        <p:grpSpPr>
          <a:xfrm>
            <a:off x="9238532" y="4303357"/>
            <a:ext cx="1834160" cy="1871633"/>
            <a:chOff x="9238532" y="4303357"/>
            <a:chExt cx="1834160" cy="1871633"/>
          </a:xfrm>
        </p:grpSpPr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17701B50-BC36-97EA-CEE3-E92106B3E9CD}"/>
                </a:ext>
              </a:extLst>
            </p:cNvPr>
            <p:cNvGrpSpPr/>
            <p:nvPr/>
          </p:nvGrpSpPr>
          <p:grpSpPr>
            <a:xfrm>
              <a:off x="9272692" y="4314613"/>
              <a:ext cx="1800000" cy="1800000"/>
              <a:chOff x="9272692" y="4314613"/>
              <a:chExt cx="1800000" cy="1800000"/>
            </a:xfrm>
          </p:grpSpPr>
          <p:sp>
            <p:nvSpPr>
              <p:cNvPr id="6" name="타원 5">
                <a:extLst>
                  <a:ext uri="{FF2B5EF4-FFF2-40B4-BE49-F238E27FC236}">
                    <a16:creationId xmlns:a16="http://schemas.microsoft.com/office/drawing/2014/main" id="{1D05947B-342C-CCEB-663E-3CFE66E3025C}"/>
                  </a:ext>
                </a:extLst>
              </p:cNvPr>
              <p:cNvSpPr/>
              <p:nvPr/>
            </p:nvSpPr>
            <p:spPr>
              <a:xfrm>
                <a:off x="9272692" y="4314613"/>
                <a:ext cx="1800000" cy="1800000"/>
              </a:xfrm>
              <a:prstGeom prst="ellipse">
                <a:avLst/>
              </a:prstGeom>
              <a:gradFill>
                <a:gsLst>
                  <a:gs pos="0">
                    <a:schemeClr val="accent6">
                      <a:lumMod val="5000"/>
                      <a:lumOff val="95000"/>
                    </a:schemeClr>
                  </a:gs>
                  <a:gs pos="74000">
                    <a:schemeClr val="accent6">
                      <a:lumMod val="45000"/>
                      <a:lumOff val="55000"/>
                    </a:schemeClr>
                  </a:gs>
                  <a:gs pos="83000">
                    <a:schemeClr val="accent6">
                      <a:lumMod val="45000"/>
                      <a:lumOff val="55000"/>
                    </a:schemeClr>
                  </a:gs>
                  <a:gs pos="100000">
                    <a:schemeClr val="accent6">
                      <a:lumMod val="30000"/>
                      <a:lumOff val="70000"/>
                    </a:schemeClr>
                  </a:gs>
                </a:gsLst>
                <a:lin ang="10800000" scaled="1"/>
              </a:gra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" name="타원 6">
                <a:extLst>
                  <a:ext uri="{FF2B5EF4-FFF2-40B4-BE49-F238E27FC236}">
                    <a16:creationId xmlns:a16="http://schemas.microsoft.com/office/drawing/2014/main" id="{513F9DF2-504E-5E97-68C9-26C0785F13D8}"/>
                  </a:ext>
                </a:extLst>
              </p:cNvPr>
              <p:cNvSpPr/>
              <p:nvPr/>
            </p:nvSpPr>
            <p:spPr>
              <a:xfrm>
                <a:off x="9362692" y="4404613"/>
                <a:ext cx="1620000" cy="16200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9E2BD8F4-3F34-672A-3301-10542F895A7A}"/>
                </a:ext>
              </a:extLst>
            </p:cNvPr>
            <p:cNvGrpSpPr/>
            <p:nvPr/>
          </p:nvGrpSpPr>
          <p:grpSpPr>
            <a:xfrm>
              <a:off x="9238532" y="4303357"/>
              <a:ext cx="1390979" cy="1871633"/>
              <a:chOff x="2551100" y="2317076"/>
              <a:chExt cx="1390979" cy="1871633"/>
            </a:xfrm>
          </p:grpSpPr>
          <p:pic>
            <p:nvPicPr>
              <p:cNvPr id="11" name="그림 10">
                <a:extLst>
                  <a:ext uri="{FF2B5EF4-FFF2-40B4-BE49-F238E27FC236}">
                    <a16:creationId xmlns:a16="http://schemas.microsoft.com/office/drawing/2014/main" id="{5B271E4C-7841-FBA3-A836-C0DA3A18E7E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r="53926" b="49367"/>
              <a:stretch>
                <a:fillRect/>
              </a:stretch>
            </p:blipFill>
            <p:spPr>
              <a:xfrm>
                <a:off x="2551102" y="2317076"/>
                <a:ext cx="794926" cy="947670"/>
              </a:xfrm>
              <a:prstGeom prst="rect">
                <a:avLst/>
              </a:prstGeom>
            </p:spPr>
          </p:pic>
          <p:pic>
            <p:nvPicPr>
              <p:cNvPr id="13" name="그림 12">
                <a:extLst>
                  <a:ext uri="{FF2B5EF4-FFF2-40B4-BE49-F238E27FC236}">
                    <a16:creationId xmlns:a16="http://schemas.microsoft.com/office/drawing/2014/main" id="{43C79A7A-939D-F250-C146-FAFABB5D473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t="50633" r="19378"/>
              <a:stretch>
                <a:fillRect/>
              </a:stretch>
            </p:blipFill>
            <p:spPr>
              <a:xfrm>
                <a:off x="2551100" y="3264746"/>
                <a:ext cx="1390979" cy="923963"/>
              </a:xfrm>
              <a:prstGeom prst="rect">
                <a:avLst/>
              </a:prstGeom>
            </p:spPr>
          </p:pic>
        </p:grp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FC0203FE-2839-512E-DA91-4B13C372BC03}"/>
              </a:ext>
            </a:extLst>
          </p:cNvPr>
          <p:cNvGrpSpPr/>
          <p:nvPr/>
        </p:nvGrpSpPr>
        <p:grpSpPr>
          <a:xfrm>
            <a:off x="2848672" y="1606973"/>
            <a:ext cx="6494656" cy="646331"/>
            <a:chOff x="3386667" y="1456267"/>
            <a:chExt cx="6494656" cy="646331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3A19EF2-15A0-C665-4AEA-DD2D6534B2D5}"/>
                </a:ext>
              </a:extLst>
            </p:cNvPr>
            <p:cNvSpPr txBox="1"/>
            <p:nvPr/>
          </p:nvSpPr>
          <p:spPr>
            <a:xfrm>
              <a:off x="3386667" y="1456267"/>
              <a:ext cx="6351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TIP :</a:t>
              </a:r>
              <a:endParaRPr lang="ko-KR" altLang="en-US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16E5FA7-9220-6882-FAA3-4937B0D4D232}"/>
                </a:ext>
              </a:extLst>
            </p:cNvPr>
            <p:cNvSpPr txBox="1"/>
            <p:nvPr/>
          </p:nvSpPr>
          <p:spPr>
            <a:xfrm>
              <a:off x="3908213" y="1456267"/>
              <a:ext cx="597311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/>
                <a:t>좀비 소울의 </a:t>
              </a:r>
              <a:r>
                <a:rPr lang="en-US" altLang="ko-KR" dirty="0"/>
                <a:t>{</a:t>
              </a:r>
              <a:r>
                <a:rPr lang="ko-KR" altLang="en-US" dirty="0"/>
                <a:t>첫번째 보스</a:t>
              </a:r>
              <a:r>
                <a:rPr lang="en-US" altLang="ko-KR" dirty="0"/>
                <a:t>}</a:t>
              </a:r>
              <a:r>
                <a:rPr lang="ko-KR" altLang="en-US" dirty="0"/>
                <a:t>를 잡으면</a:t>
              </a:r>
              <a:br>
                <a:rPr lang="en-US" altLang="ko-KR" dirty="0"/>
              </a:br>
              <a:r>
                <a:rPr lang="ko-KR" altLang="en-US" dirty="0"/>
                <a:t>가끔 특별한 </a:t>
              </a:r>
              <a:r>
                <a:rPr lang="en-US" altLang="ko-KR" dirty="0"/>
                <a:t>DNA</a:t>
              </a:r>
              <a:r>
                <a:rPr lang="ko-KR" altLang="en-US" dirty="0"/>
                <a:t>를 얻을 수 </a:t>
              </a:r>
              <a:r>
                <a:rPr lang="ko-KR" altLang="en-US" dirty="0" err="1"/>
                <a:t>있다는것을</a:t>
              </a:r>
              <a:r>
                <a:rPr lang="ko-KR" altLang="en-US" dirty="0"/>
                <a:t> 알고 계시나요</a:t>
              </a:r>
              <a:r>
                <a:rPr lang="en-US" altLang="ko-KR" dirty="0"/>
                <a:t>?</a:t>
              </a:r>
              <a:endParaRPr lang="ko-KR" altLang="en-US" dirty="0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9ABDBFE9-31F4-16FA-BD69-9D2AA01C225E}"/>
              </a:ext>
            </a:extLst>
          </p:cNvPr>
          <p:cNvSpPr txBox="1"/>
          <p:nvPr/>
        </p:nvSpPr>
        <p:spPr>
          <a:xfrm>
            <a:off x="0" y="67859"/>
            <a:ext cx="9589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로딩 씬</a:t>
            </a:r>
            <a:endParaRPr lang="en-US" altLang="ko-KR" dirty="0"/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CA99847E-E9F8-881F-78D7-DF6EB63112E2}"/>
              </a:ext>
            </a:extLst>
          </p:cNvPr>
          <p:cNvGrpSpPr/>
          <p:nvPr/>
        </p:nvGrpSpPr>
        <p:grpSpPr>
          <a:xfrm>
            <a:off x="9861118" y="4561587"/>
            <a:ext cx="623148" cy="1303072"/>
            <a:chOff x="3583092" y="4084320"/>
            <a:chExt cx="1037929" cy="1823449"/>
          </a:xfrm>
        </p:grpSpPr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3333F0BF-8D1F-5E20-8587-595D32117DFB}"/>
                </a:ext>
              </a:extLst>
            </p:cNvPr>
            <p:cNvSpPr/>
            <p:nvPr/>
          </p:nvSpPr>
          <p:spPr>
            <a:xfrm rot="21194013">
              <a:off x="3983717" y="5208239"/>
              <a:ext cx="167507" cy="699529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088FC989-1E75-C44C-286E-F73316A7D01D}"/>
                </a:ext>
              </a:extLst>
            </p:cNvPr>
            <p:cNvSpPr/>
            <p:nvPr/>
          </p:nvSpPr>
          <p:spPr>
            <a:xfrm rot="199581">
              <a:off x="3748520" y="5208240"/>
              <a:ext cx="167507" cy="699529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601DA6D0-8346-9107-5862-60F2E2F3C8EA}"/>
                </a:ext>
              </a:extLst>
            </p:cNvPr>
            <p:cNvSpPr/>
            <p:nvPr/>
          </p:nvSpPr>
          <p:spPr>
            <a:xfrm rot="16412158">
              <a:off x="4235340" y="4593197"/>
              <a:ext cx="174269" cy="597092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00E2355B-4BFF-35C5-716F-6E6518FDCBBB}"/>
                </a:ext>
              </a:extLst>
            </p:cNvPr>
            <p:cNvSpPr/>
            <p:nvPr/>
          </p:nvSpPr>
          <p:spPr>
            <a:xfrm>
              <a:off x="3745652" y="4404613"/>
              <a:ext cx="394879" cy="1000507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8AEB9407-819D-18A5-C2F4-38B59653EBF7}"/>
                </a:ext>
              </a:extLst>
            </p:cNvPr>
            <p:cNvSpPr/>
            <p:nvPr/>
          </p:nvSpPr>
          <p:spPr>
            <a:xfrm>
              <a:off x="3583092" y="4084320"/>
              <a:ext cx="720000" cy="720000"/>
            </a:xfrm>
            <a:prstGeom prst="ellipse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47B0DD80-2566-CF5F-9753-757CEB171956}"/>
                </a:ext>
              </a:extLst>
            </p:cNvPr>
            <p:cNvSpPr/>
            <p:nvPr/>
          </p:nvSpPr>
          <p:spPr>
            <a:xfrm rot="17673105">
              <a:off x="3970156" y="4679748"/>
              <a:ext cx="167507" cy="699529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3133879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3CAABD-8B33-5958-8D1A-F60A614CF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9E129926-CACB-A74B-E117-24BA9659F501}"/>
              </a:ext>
            </a:extLst>
          </p:cNvPr>
          <p:cNvSpPr>
            <a:spLocks noChangeAspect="1"/>
          </p:cNvSpPr>
          <p:nvPr/>
        </p:nvSpPr>
        <p:spPr>
          <a:xfrm>
            <a:off x="912000" y="513000"/>
            <a:ext cx="10368000" cy="583199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A46E62-2315-214F-B4B7-5B3702A16A44}"/>
              </a:ext>
            </a:extLst>
          </p:cNvPr>
          <p:cNvSpPr txBox="1"/>
          <p:nvPr/>
        </p:nvSpPr>
        <p:spPr>
          <a:xfrm>
            <a:off x="0" y="67859"/>
            <a:ext cx="9589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로비 씬</a:t>
            </a:r>
            <a:endParaRPr lang="en-US" altLang="ko-KR" dirty="0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0BF64062-EA89-162B-A372-318591B063C6}"/>
              </a:ext>
            </a:extLst>
          </p:cNvPr>
          <p:cNvGrpSpPr/>
          <p:nvPr/>
        </p:nvGrpSpPr>
        <p:grpSpPr>
          <a:xfrm>
            <a:off x="5252720" y="4533897"/>
            <a:ext cx="1686560" cy="688341"/>
            <a:chOff x="5252720" y="5201919"/>
            <a:chExt cx="1686560" cy="688341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98E27AA8-248E-FFB8-311D-E1B877B7C0F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52720" y="5201919"/>
              <a:ext cx="1686560" cy="68834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425D978-DB0C-AC47-BC1B-574A2126ACB8}"/>
                </a:ext>
              </a:extLst>
            </p:cNvPr>
            <p:cNvSpPr txBox="1"/>
            <p:nvPr/>
          </p:nvSpPr>
          <p:spPr>
            <a:xfrm>
              <a:off x="5501125" y="5361423"/>
              <a:ext cx="11897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/>
                <a:t>게임 시작</a:t>
              </a:r>
            </a:p>
          </p:txBody>
        </p:sp>
      </p:grpSp>
      <p:sp>
        <p:nvSpPr>
          <p:cNvPr id="8" name="타원 7">
            <a:extLst>
              <a:ext uri="{FF2B5EF4-FFF2-40B4-BE49-F238E27FC236}">
                <a16:creationId xmlns:a16="http://schemas.microsoft.com/office/drawing/2014/main" id="{38873C2F-2BAC-06D1-AB4D-BC6B6B231305}"/>
              </a:ext>
            </a:extLst>
          </p:cNvPr>
          <p:cNvSpPr/>
          <p:nvPr/>
        </p:nvSpPr>
        <p:spPr>
          <a:xfrm>
            <a:off x="10576500" y="657576"/>
            <a:ext cx="540000" cy="540000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CD0B6157-6C3B-EFFE-8B38-CD396E4CF87C}"/>
              </a:ext>
            </a:extLst>
          </p:cNvPr>
          <p:cNvGrpSpPr/>
          <p:nvPr/>
        </p:nvGrpSpPr>
        <p:grpSpPr>
          <a:xfrm>
            <a:off x="5059200" y="5764107"/>
            <a:ext cx="2073600" cy="580892"/>
            <a:chOff x="5059200" y="5764107"/>
            <a:chExt cx="2073600" cy="580892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D36F13CB-DD01-4F49-648F-496719B8551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059200" y="5764107"/>
              <a:ext cx="2073600" cy="58089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47F04B6-8CCD-E93D-880D-FE6E85AE8235}"/>
                </a:ext>
              </a:extLst>
            </p:cNvPr>
            <p:cNvSpPr txBox="1"/>
            <p:nvPr/>
          </p:nvSpPr>
          <p:spPr>
            <a:xfrm>
              <a:off x="5743178" y="5869887"/>
              <a:ext cx="7056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Main</a:t>
              </a:r>
              <a:endParaRPr lang="ko-KR" altLang="en-US" dirty="0"/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74BD7096-5894-17C3-CC7B-1403F0377C17}"/>
              </a:ext>
            </a:extLst>
          </p:cNvPr>
          <p:cNvGrpSpPr/>
          <p:nvPr/>
        </p:nvGrpSpPr>
        <p:grpSpPr>
          <a:xfrm>
            <a:off x="7132800" y="5764107"/>
            <a:ext cx="2073600" cy="580892"/>
            <a:chOff x="7132800" y="5764107"/>
            <a:chExt cx="2073600" cy="580892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C28EEC7B-EF41-AFBC-954B-975FC21DBC5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132800" y="5764107"/>
              <a:ext cx="2073600" cy="58089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822B3BA-E61A-31BD-231E-C5725DC9B320}"/>
                </a:ext>
              </a:extLst>
            </p:cNvPr>
            <p:cNvSpPr txBox="1"/>
            <p:nvPr/>
          </p:nvSpPr>
          <p:spPr>
            <a:xfrm>
              <a:off x="7625220" y="5863907"/>
              <a:ext cx="10887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Upgrade</a:t>
              </a:r>
              <a:endParaRPr lang="ko-KR" altLang="en-US" dirty="0"/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A12703B8-32B7-F067-0C22-1A33DE63041A}"/>
              </a:ext>
            </a:extLst>
          </p:cNvPr>
          <p:cNvGrpSpPr/>
          <p:nvPr/>
        </p:nvGrpSpPr>
        <p:grpSpPr>
          <a:xfrm>
            <a:off x="9206400" y="5764107"/>
            <a:ext cx="2073600" cy="580892"/>
            <a:chOff x="9206400" y="5764107"/>
            <a:chExt cx="2073600" cy="580892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607541BD-8113-FFE4-85BD-D599E2886BA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206400" y="5764107"/>
              <a:ext cx="2073600" cy="58089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EE77CE30-FE56-A484-977C-2BA733CF6DC2}"/>
                </a:ext>
              </a:extLst>
            </p:cNvPr>
            <p:cNvSpPr txBox="1"/>
            <p:nvPr/>
          </p:nvSpPr>
          <p:spPr>
            <a:xfrm>
              <a:off x="9728443" y="5863907"/>
              <a:ext cx="102951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ko-KR" dirty="0"/>
                <a:t>Archive </a:t>
              </a:r>
              <a:endParaRPr lang="ko-KR" altLang="en-US" dirty="0"/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7BBFE23B-33DD-0497-F48E-61886457CF15}"/>
              </a:ext>
            </a:extLst>
          </p:cNvPr>
          <p:cNvGrpSpPr/>
          <p:nvPr/>
        </p:nvGrpSpPr>
        <p:grpSpPr>
          <a:xfrm>
            <a:off x="2985600" y="5764107"/>
            <a:ext cx="2073600" cy="580892"/>
            <a:chOff x="2985600" y="5764107"/>
            <a:chExt cx="2073600" cy="580892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EEFB517D-4EEE-F1D6-7DFA-215150F32AD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985600" y="5764107"/>
              <a:ext cx="2073600" cy="58089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E2E2780-F6D9-8EF1-C037-1DEEBCDACCEB}"/>
                </a:ext>
              </a:extLst>
            </p:cNvPr>
            <p:cNvSpPr txBox="1"/>
            <p:nvPr/>
          </p:nvSpPr>
          <p:spPr>
            <a:xfrm>
              <a:off x="3637518" y="5863907"/>
              <a:ext cx="7697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Equip</a:t>
              </a:r>
              <a:endParaRPr lang="ko-KR" altLang="en-US" dirty="0"/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8C256278-D8E2-495B-9AF9-0A40E35D435A}"/>
              </a:ext>
            </a:extLst>
          </p:cNvPr>
          <p:cNvGrpSpPr/>
          <p:nvPr/>
        </p:nvGrpSpPr>
        <p:grpSpPr>
          <a:xfrm>
            <a:off x="912000" y="5764107"/>
            <a:ext cx="2073600" cy="580892"/>
            <a:chOff x="912000" y="5764107"/>
            <a:chExt cx="2073600" cy="580892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F8AABACD-3777-0BFD-3DD6-940E58E76F4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12000" y="5764107"/>
              <a:ext cx="2073600" cy="58089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1BE46ED-E365-380A-7409-DBA451FBDFDA}"/>
                </a:ext>
              </a:extLst>
            </p:cNvPr>
            <p:cNvSpPr txBox="1"/>
            <p:nvPr/>
          </p:nvSpPr>
          <p:spPr>
            <a:xfrm>
              <a:off x="1588958" y="5863907"/>
              <a:ext cx="71968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Store</a:t>
              </a:r>
              <a:endParaRPr lang="ko-KR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93079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EE402-01D3-7227-CFE0-D28D53A96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87F8F74C-9CCE-363B-4793-09EB7420A963}"/>
              </a:ext>
            </a:extLst>
          </p:cNvPr>
          <p:cNvSpPr>
            <a:spLocks noChangeAspect="1"/>
          </p:cNvSpPr>
          <p:nvPr/>
        </p:nvSpPr>
        <p:spPr>
          <a:xfrm>
            <a:off x="912000" y="513000"/>
            <a:ext cx="10368000" cy="583199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99F97C07-FC0F-8E15-E74B-11B2CF72A343}"/>
              </a:ext>
            </a:extLst>
          </p:cNvPr>
          <p:cNvGrpSpPr/>
          <p:nvPr/>
        </p:nvGrpSpPr>
        <p:grpSpPr>
          <a:xfrm>
            <a:off x="9152550" y="4310424"/>
            <a:ext cx="1800000" cy="1800000"/>
            <a:chOff x="9296400" y="4152899"/>
            <a:chExt cx="1800000" cy="1800000"/>
          </a:xfrm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6E1056F6-08FF-3FDD-EA93-81EB0C4BE76D}"/>
                </a:ext>
              </a:extLst>
            </p:cNvPr>
            <p:cNvGrpSpPr/>
            <p:nvPr/>
          </p:nvGrpSpPr>
          <p:grpSpPr>
            <a:xfrm>
              <a:off x="9296400" y="4152899"/>
              <a:ext cx="1800000" cy="1800000"/>
              <a:chOff x="9296400" y="4152899"/>
              <a:chExt cx="1800000" cy="1800000"/>
            </a:xfrm>
          </p:grpSpPr>
          <p:sp>
            <p:nvSpPr>
              <p:cNvPr id="2" name="타원 1">
                <a:extLst>
                  <a:ext uri="{FF2B5EF4-FFF2-40B4-BE49-F238E27FC236}">
                    <a16:creationId xmlns:a16="http://schemas.microsoft.com/office/drawing/2014/main" id="{7BAB895C-87A9-B193-7DC6-BD1D9B42604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296400" y="4152899"/>
                <a:ext cx="1800000" cy="18000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cxnSp>
            <p:nvCxnSpPr>
              <p:cNvPr id="4" name="직선 연결선 3">
                <a:extLst>
                  <a:ext uri="{FF2B5EF4-FFF2-40B4-BE49-F238E27FC236}">
                    <a16:creationId xmlns:a16="http://schemas.microsoft.com/office/drawing/2014/main" id="{EB2A2229-A3CA-52C0-2D66-9E6FDFF15228}"/>
                  </a:ext>
                </a:extLst>
              </p:cNvPr>
              <p:cNvCxnSpPr>
                <a:cxnSpLocks/>
                <a:stCxn id="2" idx="7"/>
                <a:endCxn id="2" idx="3"/>
              </p:cNvCxnSpPr>
              <p:nvPr/>
            </p:nvCxnSpPr>
            <p:spPr>
              <a:xfrm flipH="1">
                <a:off x="9560004" y="4416503"/>
                <a:ext cx="1272792" cy="1272792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" name="직선 연결선 9">
                <a:extLst>
                  <a:ext uri="{FF2B5EF4-FFF2-40B4-BE49-F238E27FC236}">
                    <a16:creationId xmlns:a16="http://schemas.microsoft.com/office/drawing/2014/main" id="{E3F8FDFD-BC6B-4803-A70D-FB7916804D4E}"/>
                  </a:ext>
                </a:extLst>
              </p:cNvPr>
              <p:cNvCxnSpPr>
                <a:cxnSpLocks/>
                <a:stCxn id="2" idx="1"/>
                <a:endCxn id="2" idx="5"/>
              </p:cNvCxnSpPr>
              <p:nvPr/>
            </p:nvCxnSpPr>
            <p:spPr>
              <a:xfrm>
                <a:off x="9560004" y="4416503"/>
                <a:ext cx="1272792" cy="1272792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B43C314-B5B8-DFA0-DB0E-0E4BB9240AE9}"/>
                  </a:ext>
                </a:extLst>
              </p:cNvPr>
              <p:cNvSpPr txBox="1"/>
              <p:nvPr/>
            </p:nvSpPr>
            <p:spPr>
              <a:xfrm>
                <a:off x="9988651" y="4279462"/>
                <a:ext cx="4154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dirty="0"/>
                  <a:t>▲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7C1ECC1-6509-2A9C-79FD-48B873C234EE}"/>
                  </a:ext>
                </a:extLst>
              </p:cNvPr>
              <p:cNvSpPr txBox="1"/>
              <p:nvPr/>
            </p:nvSpPr>
            <p:spPr>
              <a:xfrm>
                <a:off x="9988651" y="5437954"/>
                <a:ext cx="4154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dirty="0"/>
                  <a:t>▼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7AF5147-A32C-0E12-D271-634017EF641D}"/>
                  </a:ext>
                </a:extLst>
              </p:cNvPr>
              <p:cNvSpPr txBox="1"/>
              <p:nvPr/>
            </p:nvSpPr>
            <p:spPr>
              <a:xfrm>
                <a:off x="9399880" y="4868233"/>
                <a:ext cx="4154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dirty="0"/>
                  <a:t>◀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ED50AA3-A6FD-7D7F-20D5-306BE107FBEF}"/>
                  </a:ext>
                </a:extLst>
              </p:cNvPr>
              <p:cNvSpPr txBox="1"/>
              <p:nvPr/>
            </p:nvSpPr>
            <p:spPr>
              <a:xfrm>
                <a:off x="10577422" y="4828948"/>
                <a:ext cx="4154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dirty="0"/>
                  <a:t>▶</a:t>
                </a:r>
              </a:p>
            </p:txBody>
          </p:sp>
          <p:sp>
            <p:nvSpPr>
              <p:cNvPr id="19" name="타원 18">
                <a:extLst>
                  <a:ext uri="{FF2B5EF4-FFF2-40B4-BE49-F238E27FC236}">
                    <a16:creationId xmlns:a16="http://schemas.microsoft.com/office/drawing/2014/main" id="{963C5135-0CC8-E457-8147-4F6F65C2CAB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476400" y="4332899"/>
                <a:ext cx="1440000" cy="14400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sp>
          <p:nvSpPr>
            <p:cNvPr id="21" name="타원 20">
              <a:extLst>
                <a:ext uri="{FF2B5EF4-FFF2-40B4-BE49-F238E27FC236}">
                  <a16:creationId xmlns:a16="http://schemas.microsoft.com/office/drawing/2014/main" id="{44FE5C4D-C551-BFEB-64AB-7756306D2FD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033822" y="4865854"/>
              <a:ext cx="360000" cy="360000"/>
            </a:xfrm>
            <a:prstGeom prst="ellipse">
              <a:avLst/>
            </a:prstGeom>
            <a:solidFill>
              <a:schemeClr val="bg2">
                <a:alpha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95" name="그룹 94">
            <a:extLst>
              <a:ext uri="{FF2B5EF4-FFF2-40B4-BE49-F238E27FC236}">
                <a16:creationId xmlns:a16="http://schemas.microsoft.com/office/drawing/2014/main" id="{27F614AB-E5E6-31B6-2B1F-844DB1161576}"/>
              </a:ext>
            </a:extLst>
          </p:cNvPr>
          <p:cNvGrpSpPr/>
          <p:nvPr/>
        </p:nvGrpSpPr>
        <p:grpSpPr>
          <a:xfrm>
            <a:off x="2862181" y="5502193"/>
            <a:ext cx="6034244" cy="413049"/>
            <a:chOff x="2223232" y="5433771"/>
            <a:chExt cx="6034244" cy="413049"/>
          </a:xfrm>
        </p:grpSpPr>
        <p:sp>
          <p:nvSpPr>
            <p:cNvPr id="68" name="직사각형 67">
              <a:extLst>
                <a:ext uri="{FF2B5EF4-FFF2-40B4-BE49-F238E27FC236}">
                  <a16:creationId xmlns:a16="http://schemas.microsoft.com/office/drawing/2014/main" id="{0E607E9E-BB5C-5E88-0AE5-E3AD87079CAD}"/>
                </a:ext>
              </a:extLst>
            </p:cNvPr>
            <p:cNvSpPr/>
            <p:nvPr/>
          </p:nvSpPr>
          <p:spPr>
            <a:xfrm>
              <a:off x="2223232" y="5743665"/>
              <a:ext cx="6034244" cy="103155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4DA258E0-1E7B-D649-85F0-4EEADF9997D8}"/>
                </a:ext>
              </a:extLst>
            </p:cNvPr>
            <p:cNvSpPr txBox="1"/>
            <p:nvPr/>
          </p:nvSpPr>
          <p:spPr>
            <a:xfrm>
              <a:off x="4732524" y="5433771"/>
              <a:ext cx="96532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 dirty="0"/>
                <a:t>보스 이름</a:t>
              </a:r>
            </a:p>
          </p:txBody>
        </p:sp>
      </p:grpSp>
      <p:sp>
        <p:nvSpPr>
          <p:cNvPr id="83" name="타원 82">
            <a:extLst>
              <a:ext uri="{FF2B5EF4-FFF2-40B4-BE49-F238E27FC236}">
                <a16:creationId xmlns:a16="http://schemas.microsoft.com/office/drawing/2014/main" id="{683D8E49-2E19-AAAB-90EB-B36ADC9E1091}"/>
              </a:ext>
            </a:extLst>
          </p:cNvPr>
          <p:cNvSpPr/>
          <p:nvPr/>
        </p:nvSpPr>
        <p:spPr>
          <a:xfrm>
            <a:off x="10579070" y="657576"/>
            <a:ext cx="540000" cy="540000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0CA74B2-3ECA-30D3-0F37-617A46359A42}"/>
              </a:ext>
            </a:extLst>
          </p:cNvPr>
          <p:cNvSpPr txBox="1"/>
          <p:nvPr/>
        </p:nvSpPr>
        <p:spPr>
          <a:xfrm>
            <a:off x="0" y="67859"/>
            <a:ext cx="9589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게임 씬</a:t>
            </a:r>
            <a:endParaRPr lang="en-US" altLang="ko-KR" dirty="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7AE41560-74BB-6E88-E51C-933764ACA5FB}"/>
              </a:ext>
            </a:extLst>
          </p:cNvPr>
          <p:cNvSpPr txBox="1"/>
          <p:nvPr/>
        </p:nvSpPr>
        <p:spPr>
          <a:xfrm>
            <a:off x="9607865" y="115243"/>
            <a:ext cx="1651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시스템 아이콘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4D491FD2-74C8-DD53-9321-FD30E1AF4419}"/>
              </a:ext>
            </a:extLst>
          </p:cNvPr>
          <p:cNvSpPr txBox="1"/>
          <p:nvPr/>
        </p:nvSpPr>
        <p:spPr>
          <a:xfrm>
            <a:off x="256171" y="4248905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스킬</a:t>
            </a:r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A0C03F23-069F-9ABF-D533-14DD632E4391}"/>
              </a:ext>
            </a:extLst>
          </p:cNvPr>
          <p:cNvGrpSpPr/>
          <p:nvPr/>
        </p:nvGrpSpPr>
        <p:grpSpPr>
          <a:xfrm>
            <a:off x="1334347" y="896744"/>
            <a:ext cx="1494486" cy="276948"/>
            <a:chOff x="990455" y="896744"/>
            <a:chExt cx="1838378" cy="276948"/>
          </a:xfrm>
        </p:grpSpPr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47CA90FE-EFCC-B16F-9ABA-3E5311C0EB75}"/>
                </a:ext>
              </a:extLst>
            </p:cNvPr>
            <p:cNvSpPr/>
            <p:nvPr/>
          </p:nvSpPr>
          <p:spPr>
            <a:xfrm>
              <a:off x="990457" y="896744"/>
              <a:ext cx="742710" cy="276948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4EB60071-E2CD-7375-C2DA-3E06A1EE16FF}"/>
                </a:ext>
              </a:extLst>
            </p:cNvPr>
            <p:cNvSpPr/>
            <p:nvPr/>
          </p:nvSpPr>
          <p:spPr>
            <a:xfrm>
              <a:off x="990456" y="896744"/>
              <a:ext cx="1838377" cy="276948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1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0A31EBA7-D1B7-0F43-206B-CCE591C415C4}"/>
                </a:ext>
              </a:extLst>
            </p:cNvPr>
            <p:cNvSpPr txBox="1"/>
            <p:nvPr/>
          </p:nvSpPr>
          <p:spPr>
            <a:xfrm>
              <a:off x="990455" y="904035"/>
              <a:ext cx="183837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 b="1" dirty="0"/>
                <a:t>100 / 40</a:t>
              </a:r>
              <a:endParaRPr lang="ko-KR" altLang="en-US" sz="1100" b="1" dirty="0"/>
            </a:p>
          </p:txBody>
        </p: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5FA83BE0-57D0-3090-2699-931BE4246587}"/>
              </a:ext>
            </a:extLst>
          </p:cNvPr>
          <p:cNvGrpSpPr/>
          <p:nvPr/>
        </p:nvGrpSpPr>
        <p:grpSpPr>
          <a:xfrm>
            <a:off x="1334347" y="618534"/>
            <a:ext cx="1494486" cy="276948"/>
            <a:chOff x="990455" y="618534"/>
            <a:chExt cx="1838378" cy="276948"/>
          </a:xfrm>
        </p:grpSpPr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EC5DF083-2666-AE41-E7DE-2121ACF698F9}"/>
                </a:ext>
              </a:extLst>
            </p:cNvPr>
            <p:cNvSpPr/>
            <p:nvPr/>
          </p:nvSpPr>
          <p:spPr>
            <a:xfrm>
              <a:off x="990457" y="618534"/>
              <a:ext cx="1174698" cy="27694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F05A828C-AA5B-D071-7FB5-9CA75148153C}"/>
                </a:ext>
              </a:extLst>
            </p:cNvPr>
            <p:cNvSpPr/>
            <p:nvPr/>
          </p:nvSpPr>
          <p:spPr>
            <a:xfrm>
              <a:off x="990456" y="618534"/>
              <a:ext cx="1838377" cy="276948"/>
            </a:xfrm>
            <a:prstGeom prst="rect">
              <a:avLst/>
            </a:prstGeom>
            <a:solidFill>
              <a:srgbClr val="FF0000">
                <a:alpha val="10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CC5C392A-4E7B-B400-A735-17AFFE6106A7}"/>
                </a:ext>
              </a:extLst>
            </p:cNvPr>
            <p:cNvSpPr txBox="1"/>
            <p:nvPr/>
          </p:nvSpPr>
          <p:spPr>
            <a:xfrm>
              <a:off x="990455" y="626124"/>
              <a:ext cx="183837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 b="1" dirty="0"/>
                <a:t>100 / 75</a:t>
              </a:r>
            </a:p>
          </p:txBody>
        </p: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E6C0A54B-8E95-170E-9EC9-0EDFD4F274C7}"/>
              </a:ext>
            </a:extLst>
          </p:cNvPr>
          <p:cNvSpPr txBox="1"/>
          <p:nvPr/>
        </p:nvSpPr>
        <p:spPr>
          <a:xfrm>
            <a:off x="956851" y="603040"/>
            <a:ext cx="4331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/>
              <a:t>HP</a:t>
            </a:r>
            <a:endParaRPr lang="ko-KR" altLang="en-US" sz="1400" b="1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533024E-A9A4-DC6E-543C-E13F6D8073AD}"/>
              </a:ext>
            </a:extLst>
          </p:cNvPr>
          <p:cNvSpPr txBox="1"/>
          <p:nvPr/>
        </p:nvSpPr>
        <p:spPr>
          <a:xfrm>
            <a:off x="9588698" y="6428000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이동 패드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6767E78-E598-3C5B-B7DA-3CC025C5FED2}"/>
              </a:ext>
            </a:extLst>
          </p:cNvPr>
          <p:cNvSpPr txBox="1"/>
          <p:nvPr/>
        </p:nvSpPr>
        <p:spPr>
          <a:xfrm>
            <a:off x="885228" y="1155488"/>
            <a:ext cx="5118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/>
              <a:t>EXP</a:t>
            </a:r>
            <a:endParaRPr lang="ko-KR" altLang="en-US" sz="1400" b="1" dirty="0"/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4E2BECEA-20E8-523E-DDAA-2BA03C224FCE}"/>
              </a:ext>
            </a:extLst>
          </p:cNvPr>
          <p:cNvSpPr>
            <a:spLocks noChangeAspect="1"/>
          </p:cNvSpPr>
          <p:nvPr/>
        </p:nvSpPr>
        <p:spPr>
          <a:xfrm>
            <a:off x="1229952" y="5606978"/>
            <a:ext cx="360000" cy="360000"/>
          </a:xfrm>
          <a:prstGeom prst="ellipse">
            <a:avLst/>
          </a:prstGeom>
          <a:solidFill>
            <a:srgbClr val="FFC00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" dirty="0">
              <a:solidFill>
                <a:schemeClr val="tx1"/>
              </a:solidFill>
            </a:endParaRPr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95F18A1E-397B-05D3-50DA-ABFE0E6F4B4B}"/>
              </a:ext>
            </a:extLst>
          </p:cNvPr>
          <p:cNvSpPr>
            <a:spLocks noChangeAspect="1"/>
          </p:cNvSpPr>
          <p:nvPr/>
        </p:nvSpPr>
        <p:spPr>
          <a:xfrm>
            <a:off x="1219698" y="5035090"/>
            <a:ext cx="360000" cy="360000"/>
          </a:xfrm>
          <a:prstGeom prst="ellipse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E6D7526-C9C3-675D-6A20-D086EB9103C8}"/>
              </a:ext>
            </a:extLst>
          </p:cNvPr>
          <p:cNvSpPr txBox="1"/>
          <p:nvPr/>
        </p:nvSpPr>
        <p:spPr>
          <a:xfrm>
            <a:off x="243771" y="5621166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dirty="0"/>
              <a:t>점멸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01481F3-77AB-2DE8-DD53-D8A254185FAA}"/>
              </a:ext>
            </a:extLst>
          </p:cNvPr>
          <p:cNvSpPr txBox="1"/>
          <p:nvPr/>
        </p:nvSpPr>
        <p:spPr>
          <a:xfrm>
            <a:off x="237495" y="505056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dirty="0"/>
              <a:t>막기</a:t>
            </a:r>
          </a:p>
        </p:txBody>
      </p:sp>
      <p:sp>
        <p:nvSpPr>
          <p:cNvPr id="54" name="타원 53">
            <a:extLst>
              <a:ext uri="{FF2B5EF4-FFF2-40B4-BE49-F238E27FC236}">
                <a16:creationId xmlns:a16="http://schemas.microsoft.com/office/drawing/2014/main" id="{DCEF1B98-CEA9-35A8-136F-C37DA5C47BFF}"/>
              </a:ext>
            </a:extLst>
          </p:cNvPr>
          <p:cNvSpPr>
            <a:spLocks noChangeAspect="1"/>
          </p:cNvSpPr>
          <p:nvPr/>
        </p:nvSpPr>
        <p:spPr>
          <a:xfrm>
            <a:off x="1229952" y="3882952"/>
            <a:ext cx="360000" cy="360000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강</a:t>
            </a:r>
          </a:p>
        </p:txBody>
      </p:sp>
      <p:sp>
        <p:nvSpPr>
          <p:cNvPr id="56" name="타원 55">
            <a:extLst>
              <a:ext uri="{FF2B5EF4-FFF2-40B4-BE49-F238E27FC236}">
                <a16:creationId xmlns:a16="http://schemas.microsoft.com/office/drawing/2014/main" id="{B0983DB5-4464-8B8D-015C-10B5A629D953}"/>
              </a:ext>
            </a:extLst>
          </p:cNvPr>
          <p:cNvSpPr>
            <a:spLocks noChangeAspect="1"/>
          </p:cNvSpPr>
          <p:nvPr/>
        </p:nvSpPr>
        <p:spPr>
          <a:xfrm>
            <a:off x="1229952" y="4457627"/>
            <a:ext cx="360000" cy="360000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약</a:t>
            </a:r>
          </a:p>
        </p:txBody>
      </p:sp>
      <p:sp>
        <p:nvSpPr>
          <p:cNvPr id="72" name="타원 71">
            <a:extLst>
              <a:ext uri="{FF2B5EF4-FFF2-40B4-BE49-F238E27FC236}">
                <a16:creationId xmlns:a16="http://schemas.microsoft.com/office/drawing/2014/main" id="{5E06E911-DE03-BB8F-A4B5-E1498F03C258}"/>
              </a:ext>
            </a:extLst>
          </p:cNvPr>
          <p:cNvSpPr>
            <a:spLocks noChangeAspect="1"/>
          </p:cNvSpPr>
          <p:nvPr/>
        </p:nvSpPr>
        <p:spPr>
          <a:xfrm>
            <a:off x="10424828" y="3891135"/>
            <a:ext cx="360000" cy="360000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전</a:t>
            </a:r>
          </a:p>
        </p:txBody>
      </p: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0DB2CE56-C274-ADA2-4153-2EF8D345FF20}"/>
              </a:ext>
            </a:extLst>
          </p:cNvPr>
          <p:cNvGrpSpPr/>
          <p:nvPr/>
        </p:nvGrpSpPr>
        <p:grpSpPr>
          <a:xfrm>
            <a:off x="5854137" y="3073664"/>
            <a:ext cx="428591" cy="710670"/>
            <a:chOff x="5787571" y="3559790"/>
            <a:chExt cx="616857" cy="1463589"/>
          </a:xfrm>
        </p:grpSpPr>
        <p:sp>
          <p:nvSpPr>
            <p:cNvPr id="74" name="순서도: 자기 디스크 73">
              <a:extLst>
                <a:ext uri="{FF2B5EF4-FFF2-40B4-BE49-F238E27FC236}">
                  <a16:creationId xmlns:a16="http://schemas.microsoft.com/office/drawing/2014/main" id="{21EBF995-948A-10DD-ECA7-5F2365D1381B}"/>
                </a:ext>
              </a:extLst>
            </p:cNvPr>
            <p:cNvSpPr/>
            <p:nvPr/>
          </p:nvSpPr>
          <p:spPr>
            <a:xfrm>
              <a:off x="5787571" y="3723090"/>
              <a:ext cx="616857" cy="1300289"/>
            </a:xfrm>
            <a:prstGeom prst="flowChartMagneticDisk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" name="직사각형 74">
              <a:extLst>
                <a:ext uri="{FF2B5EF4-FFF2-40B4-BE49-F238E27FC236}">
                  <a16:creationId xmlns:a16="http://schemas.microsoft.com/office/drawing/2014/main" id="{A692D6CF-F773-7E65-91D3-EB38B2BA952E}"/>
                </a:ext>
              </a:extLst>
            </p:cNvPr>
            <p:cNvSpPr/>
            <p:nvPr/>
          </p:nvSpPr>
          <p:spPr>
            <a:xfrm>
              <a:off x="5842832" y="3559790"/>
              <a:ext cx="506333" cy="97485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5B929978-75E3-7BE8-7940-F1DF3180CC19}"/>
              </a:ext>
            </a:extLst>
          </p:cNvPr>
          <p:cNvGrpSpPr/>
          <p:nvPr/>
        </p:nvGrpSpPr>
        <p:grpSpPr>
          <a:xfrm>
            <a:off x="1339039" y="1170239"/>
            <a:ext cx="1494487" cy="276948"/>
            <a:chOff x="990455" y="896744"/>
            <a:chExt cx="1838379" cy="276948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0AA0E7F8-3DE2-B563-345E-8CD4F4C66EEE}"/>
                </a:ext>
              </a:extLst>
            </p:cNvPr>
            <p:cNvSpPr/>
            <p:nvPr/>
          </p:nvSpPr>
          <p:spPr>
            <a:xfrm>
              <a:off x="990457" y="896744"/>
              <a:ext cx="926570" cy="276948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1F780CA7-A716-EA5A-2137-4E1EABB683C9}"/>
                </a:ext>
              </a:extLst>
            </p:cNvPr>
            <p:cNvSpPr/>
            <p:nvPr/>
          </p:nvSpPr>
          <p:spPr>
            <a:xfrm>
              <a:off x="990455" y="896744"/>
              <a:ext cx="1838379" cy="276948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1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1937925-6EB4-5217-A3CB-1063B4CFDA89}"/>
                </a:ext>
              </a:extLst>
            </p:cNvPr>
            <p:cNvSpPr txBox="1"/>
            <p:nvPr/>
          </p:nvSpPr>
          <p:spPr>
            <a:xfrm>
              <a:off x="990455" y="902176"/>
              <a:ext cx="183837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 b="1" dirty="0"/>
                <a:t>100 / 50</a:t>
              </a:r>
              <a:endParaRPr lang="ko-KR" altLang="en-US" sz="1100" b="1" dirty="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136875A4-EC35-0517-7EB9-4832EDA06AC2}"/>
              </a:ext>
            </a:extLst>
          </p:cNvPr>
          <p:cNvSpPr txBox="1"/>
          <p:nvPr/>
        </p:nvSpPr>
        <p:spPr>
          <a:xfrm>
            <a:off x="928357" y="874344"/>
            <a:ext cx="4683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/>
              <a:t>MP</a:t>
            </a:r>
            <a:endParaRPr lang="ko-KR" altLang="en-US" sz="14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2C40E03-26F4-4719-1223-4D7D207E58D6}"/>
              </a:ext>
            </a:extLst>
          </p:cNvPr>
          <p:cNvSpPr txBox="1"/>
          <p:nvPr/>
        </p:nvSpPr>
        <p:spPr>
          <a:xfrm>
            <a:off x="10775340" y="3873068"/>
            <a:ext cx="4090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*5</a:t>
            </a:r>
            <a:endParaRPr lang="ko-KR" altLang="en-US" dirty="0"/>
          </a:p>
        </p:txBody>
      </p:sp>
      <p:grpSp>
        <p:nvGrpSpPr>
          <p:cNvPr id="161" name="그룹 160">
            <a:extLst>
              <a:ext uri="{FF2B5EF4-FFF2-40B4-BE49-F238E27FC236}">
                <a16:creationId xmlns:a16="http://schemas.microsoft.com/office/drawing/2014/main" id="{3EF22CDA-438E-9F63-6F16-8DEC91B7BCE7}"/>
              </a:ext>
            </a:extLst>
          </p:cNvPr>
          <p:cNvGrpSpPr/>
          <p:nvPr/>
        </p:nvGrpSpPr>
        <p:grpSpPr>
          <a:xfrm>
            <a:off x="10052550" y="2246899"/>
            <a:ext cx="623235" cy="1150334"/>
            <a:chOff x="7112870" y="2496755"/>
            <a:chExt cx="623235" cy="1150334"/>
          </a:xfrm>
        </p:grpSpPr>
        <p:sp>
          <p:nvSpPr>
            <p:cNvPr id="162" name="순서도: 자기 디스크 161">
              <a:extLst>
                <a:ext uri="{FF2B5EF4-FFF2-40B4-BE49-F238E27FC236}">
                  <a16:creationId xmlns:a16="http://schemas.microsoft.com/office/drawing/2014/main" id="{0A895888-D4BA-9C04-20D7-73A005F4D5F1}"/>
                </a:ext>
              </a:extLst>
            </p:cNvPr>
            <p:cNvSpPr/>
            <p:nvPr/>
          </p:nvSpPr>
          <p:spPr>
            <a:xfrm>
              <a:off x="7117554" y="2627091"/>
              <a:ext cx="613868" cy="1019998"/>
            </a:xfrm>
            <a:prstGeom prst="flowChartMagneticDisk">
              <a:avLst/>
            </a:prstGeom>
            <a:solidFill>
              <a:srgbClr val="FF0000">
                <a:alpha val="3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3" name="직사각형 162">
              <a:extLst>
                <a:ext uri="{FF2B5EF4-FFF2-40B4-BE49-F238E27FC236}">
                  <a16:creationId xmlns:a16="http://schemas.microsoft.com/office/drawing/2014/main" id="{C131EA1E-CBEB-1612-8B7A-C9F045FEEBD5}"/>
                </a:ext>
              </a:extLst>
            </p:cNvPr>
            <p:cNvSpPr/>
            <p:nvPr/>
          </p:nvSpPr>
          <p:spPr>
            <a:xfrm>
              <a:off x="7112870" y="2496755"/>
              <a:ext cx="623235" cy="47335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9586165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F2656-B7B2-0976-761D-067EEB960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692E12F6-7442-F5C2-2E0D-48CE7618D599}"/>
              </a:ext>
            </a:extLst>
          </p:cNvPr>
          <p:cNvSpPr>
            <a:spLocks noChangeAspect="1"/>
          </p:cNvSpPr>
          <p:nvPr/>
        </p:nvSpPr>
        <p:spPr>
          <a:xfrm>
            <a:off x="912000" y="513000"/>
            <a:ext cx="10368000" cy="583199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8A9E8C1B-046A-CA79-5382-70DF4CAA0256}"/>
              </a:ext>
            </a:extLst>
          </p:cNvPr>
          <p:cNvGrpSpPr/>
          <p:nvPr/>
        </p:nvGrpSpPr>
        <p:grpSpPr>
          <a:xfrm>
            <a:off x="1090683" y="4335230"/>
            <a:ext cx="1800000" cy="1800000"/>
            <a:chOff x="9296400" y="4152899"/>
            <a:chExt cx="1800000" cy="1800000"/>
          </a:xfrm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E6946781-04FC-4464-64AA-8F9570D5D546}"/>
                </a:ext>
              </a:extLst>
            </p:cNvPr>
            <p:cNvGrpSpPr/>
            <p:nvPr/>
          </p:nvGrpSpPr>
          <p:grpSpPr>
            <a:xfrm>
              <a:off x="9296400" y="4152899"/>
              <a:ext cx="1800000" cy="1800000"/>
              <a:chOff x="9296400" y="4152899"/>
              <a:chExt cx="1800000" cy="1800000"/>
            </a:xfrm>
          </p:grpSpPr>
          <p:sp>
            <p:nvSpPr>
              <p:cNvPr id="2" name="타원 1">
                <a:extLst>
                  <a:ext uri="{FF2B5EF4-FFF2-40B4-BE49-F238E27FC236}">
                    <a16:creationId xmlns:a16="http://schemas.microsoft.com/office/drawing/2014/main" id="{A0F82132-FAE0-4DA3-3BF5-A99E8FF42D2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296400" y="4152899"/>
                <a:ext cx="1800000" cy="18000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cxnSp>
            <p:nvCxnSpPr>
              <p:cNvPr id="4" name="직선 연결선 3">
                <a:extLst>
                  <a:ext uri="{FF2B5EF4-FFF2-40B4-BE49-F238E27FC236}">
                    <a16:creationId xmlns:a16="http://schemas.microsoft.com/office/drawing/2014/main" id="{FB7C4B45-2BC9-48F0-1690-FF0FA8AD5787}"/>
                  </a:ext>
                </a:extLst>
              </p:cNvPr>
              <p:cNvCxnSpPr>
                <a:cxnSpLocks/>
                <a:stCxn id="2" idx="7"/>
                <a:endCxn id="2" idx="3"/>
              </p:cNvCxnSpPr>
              <p:nvPr/>
            </p:nvCxnSpPr>
            <p:spPr>
              <a:xfrm flipH="1">
                <a:off x="9560004" y="4416503"/>
                <a:ext cx="1272792" cy="1272792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" name="직선 연결선 9">
                <a:extLst>
                  <a:ext uri="{FF2B5EF4-FFF2-40B4-BE49-F238E27FC236}">
                    <a16:creationId xmlns:a16="http://schemas.microsoft.com/office/drawing/2014/main" id="{4575A712-1DFF-FA37-69F3-1E6220962431}"/>
                  </a:ext>
                </a:extLst>
              </p:cNvPr>
              <p:cNvCxnSpPr>
                <a:cxnSpLocks/>
                <a:stCxn id="2" idx="1"/>
                <a:endCxn id="2" idx="5"/>
              </p:cNvCxnSpPr>
              <p:nvPr/>
            </p:nvCxnSpPr>
            <p:spPr>
              <a:xfrm>
                <a:off x="9560004" y="4416503"/>
                <a:ext cx="1272792" cy="1272792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6831C37-48AA-F924-CC21-E216B2B09898}"/>
                  </a:ext>
                </a:extLst>
              </p:cNvPr>
              <p:cNvSpPr txBox="1"/>
              <p:nvPr/>
            </p:nvSpPr>
            <p:spPr>
              <a:xfrm>
                <a:off x="9988651" y="4279462"/>
                <a:ext cx="4154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dirty="0"/>
                  <a:t>▲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0E1C95A-DF5B-50BC-50BD-ED220B9BEACF}"/>
                  </a:ext>
                </a:extLst>
              </p:cNvPr>
              <p:cNvSpPr txBox="1"/>
              <p:nvPr/>
            </p:nvSpPr>
            <p:spPr>
              <a:xfrm>
                <a:off x="9988651" y="5437954"/>
                <a:ext cx="4154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dirty="0"/>
                  <a:t>▼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9571110-C01A-8365-34BC-8D1F83E2B7B0}"/>
                  </a:ext>
                </a:extLst>
              </p:cNvPr>
              <p:cNvSpPr txBox="1"/>
              <p:nvPr/>
            </p:nvSpPr>
            <p:spPr>
              <a:xfrm>
                <a:off x="9399880" y="4868233"/>
                <a:ext cx="4154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dirty="0"/>
                  <a:t>◀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78C9286-2BD5-4BE0-13D7-04BDCB64C5BC}"/>
                  </a:ext>
                </a:extLst>
              </p:cNvPr>
              <p:cNvSpPr txBox="1"/>
              <p:nvPr/>
            </p:nvSpPr>
            <p:spPr>
              <a:xfrm>
                <a:off x="10577422" y="4828948"/>
                <a:ext cx="4154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dirty="0"/>
                  <a:t>▶</a:t>
                </a:r>
              </a:p>
            </p:txBody>
          </p:sp>
          <p:sp>
            <p:nvSpPr>
              <p:cNvPr id="19" name="타원 18">
                <a:extLst>
                  <a:ext uri="{FF2B5EF4-FFF2-40B4-BE49-F238E27FC236}">
                    <a16:creationId xmlns:a16="http://schemas.microsoft.com/office/drawing/2014/main" id="{FDD8776B-FBB4-9C47-5C34-62C0A2BC42F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476400" y="4332899"/>
                <a:ext cx="1440000" cy="14400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sp>
          <p:nvSpPr>
            <p:cNvPr id="21" name="타원 20">
              <a:extLst>
                <a:ext uri="{FF2B5EF4-FFF2-40B4-BE49-F238E27FC236}">
                  <a16:creationId xmlns:a16="http://schemas.microsoft.com/office/drawing/2014/main" id="{A467C5F7-D34E-45BC-69BF-6D5C9DE850B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033822" y="4865854"/>
              <a:ext cx="360000" cy="360000"/>
            </a:xfrm>
            <a:prstGeom prst="ellipse">
              <a:avLst/>
            </a:prstGeom>
            <a:solidFill>
              <a:schemeClr val="bg2">
                <a:alpha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95" name="그룹 94">
            <a:extLst>
              <a:ext uri="{FF2B5EF4-FFF2-40B4-BE49-F238E27FC236}">
                <a16:creationId xmlns:a16="http://schemas.microsoft.com/office/drawing/2014/main" id="{1A6EBD2A-C4A0-F163-47D2-74A2FF5F014E}"/>
              </a:ext>
            </a:extLst>
          </p:cNvPr>
          <p:cNvGrpSpPr/>
          <p:nvPr/>
        </p:nvGrpSpPr>
        <p:grpSpPr>
          <a:xfrm>
            <a:off x="2862181" y="5502193"/>
            <a:ext cx="6034244" cy="413049"/>
            <a:chOff x="2223232" y="5433771"/>
            <a:chExt cx="6034244" cy="413049"/>
          </a:xfrm>
        </p:grpSpPr>
        <p:sp>
          <p:nvSpPr>
            <p:cNvPr id="68" name="직사각형 67">
              <a:extLst>
                <a:ext uri="{FF2B5EF4-FFF2-40B4-BE49-F238E27FC236}">
                  <a16:creationId xmlns:a16="http://schemas.microsoft.com/office/drawing/2014/main" id="{AB625CB0-B6C4-E2CF-6EF7-42414C735FEA}"/>
                </a:ext>
              </a:extLst>
            </p:cNvPr>
            <p:cNvSpPr/>
            <p:nvPr/>
          </p:nvSpPr>
          <p:spPr>
            <a:xfrm>
              <a:off x="2223232" y="5743665"/>
              <a:ext cx="6034244" cy="103155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CF3BB291-F1D9-1F67-F37A-EF0069E34845}"/>
                </a:ext>
              </a:extLst>
            </p:cNvPr>
            <p:cNvSpPr txBox="1"/>
            <p:nvPr/>
          </p:nvSpPr>
          <p:spPr>
            <a:xfrm>
              <a:off x="4732524" y="5433771"/>
              <a:ext cx="96532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 dirty="0"/>
                <a:t>보스 이름</a:t>
              </a:r>
            </a:p>
          </p:txBody>
        </p:sp>
      </p:grpSp>
      <p:sp>
        <p:nvSpPr>
          <p:cNvPr id="83" name="타원 82">
            <a:extLst>
              <a:ext uri="{FF2B5EF4-FFF2-40B4-BE49-F238E27FC236}">
                <a16:creationId xmlns:a16="http://schemas.microsoft.com/office/drawing/2014/main" id="{912DD26A-9972-FBAF-9249-215F3829AF7F}"/>
              </a:ext>
            </a:extLst>
          </p:cNvPr>
          <p:cNvSpPr/>
          <p:nvPr/>
        </p:nvSpPr>
        <p:spPr>
          <a:xfrm>
            <a:off x="10579070" y="657576"/>
            <a:ext cx="540000" cy="540000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A797771-BA77-2725-E115-744FF1848EF4}"/>
              </a:ext>
            </a:extLst>
          </p:cNvPr>
          <p:cNvSpPr txBox="1"/>
          <p:nvPr/>
        </p:nvSpPr>
        <p:spPr>
          <a:xfrm>
            <a:off x="0" y="67859"/>
            <a:ext cx="9589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게임 씬</a:t>
            </a:r>
            <a:endParaRPr lang="en-US" altLang="ko-KR" dirty="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A5D04B3E-BC1A-2F67-C794-28F310F1FFAA}"/>
              </a:ext>
            </a:extLst>
          </p:cNvPr>
          <p:cNvSpPr txBox="1"/>
          <p:nvPr/>
        </p:nvSpPr>
        <p:spPr>
          <a:xfrm>
            <a:off x="9607865" y="115243"/>
            <a:ext cx="1651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시스템 아이콘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7B9C3415-0D36-7987-06F4-B98095DCA8B1}"/>
              </a:ext>
            </a:extLst>
          </p:cNvPr>
          <p:cNvSpPr txBox="1"/>
          <p:nvPr/>
        </p:nvSpPr>
        <p:spPr>
          <a:xfrm>
            <a:off x="237495" y="4452961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스킬</a:t>
            </a:r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BC012EC0-72A5-2A56-5DA6-1EA4E4933E1F}"/>
              </a:ext>
            </a:extLst>
          </p:cNvPr>
          <p:cNvGrpSpPr/>
          <p:nvPr/>
        </p:nvGrpSpPr>
        <p:grpSpPr>
          <a:xfrm>
            <a:off x="1334347" y="896744"/>
            <a:ext cx="1494486" cy="276948"/>
            <a:chOff x="990455" y="896744"/>
            <a:chExt cx="1838378" cy="276948"/>
          </a:xfrm>
        </p:grpSpPr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9CDDECB0-EA3D-1B96-2973-23134B318405}"/>
                </a:ext>
              </a:extLst>
            </p:cNvPr>
            <p:cNvSpPr/>
            <p:nvPr/>
          </p:nvSpPr>
          <p:spPr>
            <a:xfrm>
              <a:off x="990457" y="896744"/>
              <a:ext cx="742710" cy="276948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DAB791A0-2F66-E881-A127-08138AB8A62B}"/>
                </a:ext>
              </a:extLst>
            </p:cNvPr>
            <p:cNvSpPr/>
            <p:nvPr/>
          </p:nvSpPr>
          <p:spPr>
            <a:xfrm>
              <a:off x="990456" y="896744"/>
              <a:ext cx="1838377" cy="276948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1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F2EC1C04-36EB-EF6E-47B6-CEE4A4E246F6}"/>
                </a:ext>
              </a:extLst>
            </p:cNvPr>
            <p:cNvSpPr txBox="1"/>
            <p:nvPr/>
          </p:nvSpPr>
          <p:spPr>
            <a:xfrm>
              <a:off x="990455" y="904035"/>
              <a:ext cx="183837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 b="1" dirty="0"/>
                <a:t>100 / 40</a:t>
              </a:r>
              <a:endParaRPr lang="ko-KR" altLang="en-US" sz="1100" b="1" dirty="0"/>
            </a:p>
          </p:txBody>
        </p: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2901C81C-C694-4C10-0DDA-2C7C5A6D7C26}"/>
              </a:ext>
            </a:extLst>
          </p:cNvPr>
          <p:cNvGrpSpPr/>
          <p:nvPr/>
        </p:nvGrpSpPr>
        <p:grpSpPr>
          <a:xfrm>
            <a:off x="1334347" y="618534"/>
            <a:ext cx="1494486" cy="276948"/>
            <a:chOff x="990455" y="618534"/>
            <a:chExt cx="1838378" cy="276948"/>
          </a:xfrm>
        </p:grpSpPr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418882F6-376E-6433-1297-7E03263B2C5F}"/>
                </a:ext>
              </a:extLst>
            </p:cNvPr>
            <p:cNvSpPr/>
            <p:nvPr/>
          </p:nvSpPr>
          <p:spPr>
            <a:xfrm>
              <a:off x="990457" y="618534"/>
              <a:ext cx="1174698" cy="27694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B845DD76-0BBE-B958-4841-D4098614E512}"/>
                </a:ext>
              </a:extLst>
            </p:cNvPr>
            <p:cNvSpPr/>
            <p:nvPr/>
          </p:nvSpPr>
          <p:spPr>
            <a:xfrm>
              <a:off x="990456" y="618534"/>
              <a:ext cx="1838377" cy="276948"/>
            </a:xfrm>
            <a:prstGeom prst="rect">
              <a:avLst/>
            </a:prstGeom>
            <a:solidFill>
              <a:srgbClr val="FF0000">
                <a:alpha val="10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1AF95D16-2477-3044-B599-A60DDB43E8CD}"/>
                </a:ext>
              </a:extLst>
            </p:cNvPr>
            <p:cNvSpPr txBox="1"/>
            <p:nvPr/>
          </p:nvSpPr>
          <p:spPr>
            <a:xfrm>
              <a:off x="990455" y="626124"/>
              <a:ext cx="183837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 b="1" dirty="0"/>
                <a:t>100 / 75</a:t>
              </a:r>
            </a:p>
          </p:txBody>
        </p: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D0449803-EC87-205A-172D-F124996C1DB9}"/>
              </a:ext>
            </a:extLst>
          </p:cNvPr>
          <p:cNvSpPr txBox="1"/>
          <p:nvPr/>
        </p:nvSpPr>
        <p:spPr>
          <a:xfrm>
            <a:off x="956851" y="603040"/>
            <a:ext cx="4331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/>
              <a:t>HP</a:t>
            </a:r>
            <a:endParaRPr lang="ko-KR" altLang="en-US" sz="1400" b="1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E11087F-4009-1FF2-AC6B-D10360246355}"/>
              </a:ext>
            </a:extLst>
          </p:cNvPr>
          <p:cNvSpPr txBox="1"/>
          <p:nvPr/>
        </p:nvSpPr>
        <p:spPr>
          <a:xfrm>
            <a:off x="9588698" y="6428000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이동 패드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9BBFE2F-F563-7DE5-E70E-00BCB6DFC172}"/>
              </a:ext>
            </a:extLst>
          </p:cNvPr>
          <p:cNvSpPr txBox="1"/>
          <p:nvPr/>
        </p:nvSpPr>
        <p:spPr>
          <a:xfrm>
            <a:off x="885228" y="1155488"/>
            <a:ext cx="5118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/>
              <a:t>EXP</a:t>
            </a:r>
            <a:endParaRPr lang="ko-KR" altLang="en-US" sz="1400" b="1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785FB05-1D85-D68A-FF5C-97A7E930C9C6}"/>
              </a:ext>
            </a:extLst>
          </p:cNvPr>
          <p:cNvSpPr txBox="1"/>
          <p:nvPr/>
        </p:nvSpPr>
        <p:spPr>
          <a:xfrm>
            <a:off x="243771" y="5621166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dirty="0"/>
              <a:t>점멸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8A282E3-76A0-7048-3A09-08FE72E3D3C6}"/>
              </a:ext>
            </a:extLst>
          </p:cNvPr>
          <p:cNvSpPr txBox="1"/>
          <p:nvPr/>
        </p:nvSpPr>
        <p:spPr>
          <a:xfrm>
            <a:off x="237495" y="505056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dirty="0"/>
              <a:t>막기</a:t>
            </a:r>
          </a:p>
        </p:txBody>
      </p:sp>
      <p:sp>
        <p:nvSpPr>
          <p:cNvPr id="72" name="타원 71">
            <a:extLst>
              <a:ext uri="{FF2B5EF4-FFF2-40B4-BE49-F238E27FC236}">
                <a16:creationId xmlns:a16="http://schemas.microsoft.com/office/drawing/2014/main" id="{56D37840-6800-488F-4033-82D2C3B5D0D0}"/>
              </a:ext>
            </a:extLst>
          </p:cNvPr>
          <p:cNvSpPr>
            <a:spLocks noChangeAspect="1"/>
          </p:cNvSpPr>
          <p:nvPr/>
        </p:nvSpPr>
        <p:spPr>
          <a:xfrm>
            <a:off x="1029983" y="4045657"/>
            <a:ext cx="360000" cy="360000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전</a:t>
            </a:r>
          </a:p>
        </p:txBody>
      </p: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73382064-6C92-9787-FFD4-9539C9C439B6}"/>
              </a:ext>
            </a:extLst>
          </p:cNvPr>
          <p:cNvGrpSpPr/>
          <p:nvPr/>
        </p:nvGrpSpPr>
        <p:grpSpPr>
          <a:xfrm>
            <a:off x="5854137" y="3073664"/>
            <a:ext cx="428591" cy="710670"/>
            <a:chOff x="5787571" y="3559790"/>
            <a:chExt cx="616857" cy="1463589"/>
          </a:xfrm>
        </p:grpSpPr>
        <p:sp>
          <p:nvSpPr>
            <p:cNvPr id="74" name="순서도: 자기 디스크 73">
              <a:extLst>
                <a:ext uri="{FF2B5EF4-FFF2-40B4-BE49-F238E27FC236}">
                  <a16:creationId xmlns:a16="http://schemas.microsoft.com/office/drawing/2014/main" id="{6458FA2F-C94C-318B-C34C-DAEBBACEB0A7}"/>
                </a:ext>
              </a:extLst>
            </p:cNvPr>
            <p:cNvSpPr/>
            <p:nvPr/>
          </p:nvSpPr>
          <p:spPr>
            <a:xfrm>
              <a:off x="5787571" y="3723090"/>
              <a:ext cx="616857" cy="1300289"/>
            </a:xfrm>
            <a:prstGeom prst="flowChartMagneticDisk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" name="직사각형 74">
              <a:extLst>
                <a:ext uri="{FF2B5EF4-FFF2-40B4-BE49-F238E27FC236}">
                  <a16:creationId xmlns:a16="http://schemas.microsoft.com/office/drawing/2014/main" id="{023E62D2-27CC-E776-30E2-019A54C876B6}"/>
                </a:ext>
              </a:extLst>
            </p:cNvPr>
            <p:cNvSpPr/>
            <p:nvPr/>
          </p:nvSpPr>
          <p:spPr>
            <a:xfrm>
              <a:off x="5842832" y="3559790"/>
              <a:ext cx="506333" cy="97485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AC91286A-6A8A-7F80-34FC-719611DA3F78}"/>
              </a:ext>
            </a:extLst>
          </p:cNvPr>
          <p:cNvGrpSpPr/>
          <p:nvPr/>
        </p:nvGrpSpPr>
        <p:grpSpPr>
          <a:xfrm>
            <a:off x="1339039" y="1170239"/>
            <a:ext cx="1494487" cy="276948"/>
            <a:chOff x="990455" y="896744"/>
            <a:chExt cx="1838379" cy="276948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79FCEFE9-9C60-ECB6-84CB-9C5ACD9913BA}"/>
                </a:ext>
              </a:extLst>
            </p:cNvPr>
            <p:cNvSpPr/>
            <p:nvPr/>
          </p:nvSpPr>
          <p:spPr>
            <a:xfrm>
              <a:off x="990457" y="896744"/>
              <a:ext cx="926570" cy="276948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6685D79F-FB7F-6567-9FA1-1D07B0A3BA37}"/>
                </a:ext>
              </a:extLst>
            </p:cNvPr>
            <p:cNvSpPr/>
            <p:nvPr/>
          </p:nvSpPr>
          <p:spPr>
            <a:xfrm>
              <a:off x="990455" y="896744"/>
              <a:ext cx="1838379" cy="276948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1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2A63A96-C1B7-FD2D-401C-2E1879CFEF92}"/>
                </a:ext>
              </a:extLst>
            </p:cNvPr>
            <p:cNvSpPr txBox="1"/>
            <p:nvPr/>
          </p:nvSpPr>
          <p:spPr>
            <a:xfrm>
              <a:off x="990455" y="902176"/>
              <a:ext cx="183837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 b="1" dirty="0"/>
                <a:t>100 / 50</a:t>
              </a:r>
              <a:endParaRPr lang="ko-KR" altLang="en-US" sz="1100" b="1" dirty="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1FAA5697-ABD9-E81B-5506-D58B733786F0}"/>
              </a:ext>
            </a:extLst>
          </p:cNvPr>
          <p:cNvSpPr txBox="1"/>
          <p:nvPr/>
        </p:nvSpPr>
        <p:spPr>
          <a:xfrm>
            <a:off x="928357" y="874344"/>
            <a:ext cx="4683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/>
              <a:t>MP</a:t>
            </a:r>
            <a:endParaRPr lang="ko-KR" altLang="en-US" sz="14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9714725-51DE-78A4-6FD8-0D91DCA7A6E2}"/>
              </a:ext>
            </a:extLst>
          </p:cNvPr>
          <p:cNvSpPr txBox="1"/>
          <p:nvPr/>
        </p:nvSpPr>
        <p:spPr>
          <a:xfrm>
            <a:off x="1380495" y="4027590"/>
            <a:ext cx="4090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*5</a:t>
            </a:r>
            <a:endParaRPr lang="ko-KR" altLang="en-US" dirty="0"/>
          </a:p>
        </p:txBody>
      </p:sp>
      <p:grpSp>
        <p:nvGrpSpPr>
          <p:cNvPr id="161" name="그룹 160">
            <a:extLst>
              <a:ext uri="{FF2B5EF4-FFF2-40B4-BE49-F238E27FC236}">
                <a16:creationId xmlns:a16="http://schemas.microsoft.com/office/drawing/2014/main" id="{C68676B1-7DCE-6E06-BB26-399F01D8FE81}"/>
              </a:ext>
            </a:extLst>
          </p:cNvPr>
          <p:cNvGrpSpPr/>
          <p:nvPr/>
        </p:nvGrpSpPr>
        <p:grpSpPr>
          <a:xfrm>
            <a:off x="10052550" y="2246899"/>
            <a:ext cx="623235" cy="1150334"/>
            <a:chOff x="7112870" y="2496755"/>
            <a:chExt cx="623235" cy="1150334"/>
          </a:xfrm>
        </p:grpSpPr>
        <p:sp>
          <p:nvSpPr>
            <p:cNvPr id="162" name="순서도: 자기 디스크 161">
              <a:extLst>
                <a:ext uri="{FF2B5EF4-FFF2-40B4-BE49-F238E27FC236}">
                  <a16:creationId xmlns:a16="http://schemas.microsoft.com/office/drawing/2014/main" id="{A51E5B63-1B9B-C74A-10F8-8834CB94A29D}"/>
                </a:ext>
              </a:extLst>
            </p:cNvPr>
            <p:cNvSpPr/>
            <p:nvPr/>
          </p:nvSpPr>
          <p:spPr>
            <a:xfrm>
              <a:off x="7117554" y="2627091"/>
              <a:ext cx="613868" cy="1019998"/>
            </a:xfrm>
            <a:prstGeom prst="flowChartMagneticDisk">
              <a:avLst/>
            </a:prstGeom>
            <a:solidFill>
              <a:srgbClr val="FF0000">
                <a:alpha val="3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3" name="직사각형 162">
              <a:extLst>
                <a:ext uri="{FF2B5EF4-FFF2-40B4-BE49-F238E27FC236}">
                  <a16:creationId xmlns:a16="http://schemas.microsoft.com/office/drawing/2014/main" id="{F640FCC5-0B44-FDCF-2119-02410398180D}"/>
                </a:ext>
              </a:extLst>
            </p:cNvPr>
            <p:cNvSpPr/>
            <p:nvPr/>
          </p:nvSpPr>
          <p:spPr>
            <a:xfrm>
              <a:off x="7112870" y="2496755"/>
              <a:ext cx="623235" cy="47335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5" name="타원 24">
            <a:extLst>
              <a:ext uri="{FF2B5EF4-FFF2-40B4-BE49-F238E27FC236}">
                <a16:creationId xmlns:a16="http://schemas.microsoft.com/office/drawing/2014/main" id="{1708AE11-6426-E8C1-D6D7-5A7491FEEFA1}"/>
              </a:ext>
            </a:extLst>
          </p:cNvPr>
          <p:cNvSpPr>
            <a:spLocks noChangeAspect="1"/>
          </p:cNvSpPr>
          <p:nvPr/>
        </p:nvSpPr>
        <p:spPr>
          <a:xfrm>
            <a:off x="9969254" y="5606978"/>
            <a:ext cx="360000" cy="360000"/>
          </a:xfrm>
          <a:prstGeom prst="ellipse">
            <a:avLst/>
          </a:prstGeom>
          <a:solidFill>
            <a:srgbClr val="FFC00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" dirty="0">
              <a:solidFill>
                <a:schemeClr val="tx1"/>
              </a:solidFill>
            </a:endParaRPr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4DBD4567-FCE2-7645-02E1-158A1BC4EC5F}"/>
              </a:ext>
            </a:extLst>
          </p:cNvPr>
          <p:cNvSpPr>
            <a:spLocks noChangeAspect="1"/>
          </p:cNvSpPr>
          <p:nvPr/>
        </p:nvSpPr>
        <p:spPr>
          <a:xfrm>
            <a:off x="9969254" y="5069260"/>
            <a:ext cx="360000" cy="360000"/>
          </a:xfrm>
          <a:prstGeom prst="ellipse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1134F022-1CAA-B634-948F-CC62D086AFA4}"/>
              </a:ext>
            </a:extLst>
          </p:cNvPr>
          <p:cNvSpPr>
            <a:spLocks noChangeAspect="1"/>
          </p:cNvSpPr>
          <p:nvPr/>
        </p:nvSpPr>
        <p:spPr>
          <a:xfrm>
            <a:off x="9969254" y="3882952"/>
            <a:ext cx="360000" cy="360000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강</a:t>
            </a: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45F8E757-959E-D734-6B5D-1A979B935235}"/>
              </a:ext>
            </a:extLst>
          </p:cNvPr>
          <p:cNvSpPr>
            <a:spLocks noChangeAspect="1"/>
          </p:cNvSpPr>
          <p:nvPr/>
        </p:nvSpPr>
        <p:spPr>
          <a:xfrm>
            <a:off x="9969254" y="4457627"/>
            <a:ext cx="360000" cy="360000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약</a:t>
            </a:r>
          </a:p>
        </p:txBody>
      </p:sp>
    </p:spTree>
    <p:extLst>
      <p:ext uri="{BB962C8B-B14F-4D97-AF65-F5344CB8AC3E}">
        <p14:creationId xmlns:p14="http://schemas.microsoft.com/office/powerpoint/2010/main" val="9664378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32182-87B4-FD4F-FF08-E99119CEF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CFDB3EA9-74CC-FD35-B87F-01232813D494}"/>
              </a:ext>
            </a:extLst>
          </p:cNvPr>
          <p:cNvSpPr>
            <a:spLocks noChangeAspect="1"/>
          </p:cNvSpPr>
          <p:nvPr/>
        </p:nvSpPr>
        <p:spPr>
          <a:xfrm>
            <a:off x="912000" y="513000"/>
            <a:ext cx="10368000" cy="583199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75217DAA-77AC-C17A-0CD6-987FEAAEEBEA}"/>
              </a:ext>
            </a:extLst>
          </p:cNvPr>
          <p:cNvGrpSpPr/>
          <p:nvPr/>
        </p:nvGrpSpPr>
        <p:grpSpPr>
          <a:xfrm>
            <a:off x="1090683" y="4335230"/>
            <a:ext cx="1800000" cy="1800000"/>
            <a:chOff x="9296400" y="4152899"/>
            <a:chExt cx="1800000" cy="1800000"/>
          </a:xfrm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0760B1A1-574B-BF87-1EAF-0F6F49CB9D35}"/>
                </a:ext>
              </a:extLst>
            </p:cNvPr>
            <p:cNvGrpSpPr/>
            <p:nvPr/>
          </p:nvGrpSpPr>
          <p:grpSpPr>
            <a:xfrm>
              <a:off x="9296400" y="4152899"/>
              <a:ext cx="1800000" cy="1800000"/>
              <a:chOff x="9296400" y="4152899"/>
              <a:chExt cx="1800000" cy="1800000"/>
            </a:xfrm>
          </p:grpSpPr>
          <p:sp>
            <p:nvSpPr>
              <p:cNvPr id="2" name="타원 1">
                <a:extLst>
                  <a:ext uri="{FF2B5EF4-FFF2-40B4-BE49-F238E27FC236}">
                    <a16:creationId xmlns:a16="http://schemas.microsoft.com/office/drawing/2014/main" id="{940A863A-141A-20BE-63C7-5B31BDCC5F5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296400" y="4152899"/>
                <a:ext cx="1800000" cy="18000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cxnSp>
            <p:nvCxnSpPr>
              <p:cNvPr id="4" name="직선 연결선 3">
                <a:extLst>
                  <a:ext uri="{FF2B5EF4-FFF2-40B4-BE49-F238E27FC236}">
                    <a16:creationId xmlns:a16="http://schemas.microsoft.com/office/drawing/2014/main" id="{0E77409B-5D0E-BA22-B6FB-F6910BE51611}"/>
                  </a:ext>
                </a:extLst>
              </p:cNvPr>
              <p:cNvCxnSpPr>
                <a:cxnSpLocks/>
                <a:stCxn id="2" idx="7"/>
                <a:endCxn id="2" idx="3"/>
              </p:cNvCxnSpPr>
              <p:nvPr/>
            </p:nvCxnSpPr>
            <p:spPr>
              <a:xfrm flipH="1">
                <a:off x="9560004" y="4416503"/>
                <a:ext cx="1272792" cy="1272792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" name="직선 연결선 9">
                <a:extLst>
                  <a:ext uri="{FF2B5EF4-FFF2-40B4-BE49-F238E27FC236}">
                    <a16:creationId xmlns:a16="http://schemas.microsoft.com/office/drawing/2014/main" id="{3878F559-F996-2BF9-9077-9F2B227822B9}"/>
                  </a:ext>
                </a:extLst>
              </p:cNvPr>
              <p:cNvCxnSpPr>
                <a:cxnSpLocks/>
                <a:stCxn id="2" idx="1"/>
                <a:endCxn id="2" idx="5"/>
              </p:cNvCxnSpPr>
              <p:nvPr/>
            </p:nvCxnSpPr>
            <p:spPr>
              <a:xfrm>
                <a:off x="9560004" y="4416503"/>
                <a:ext cx="1272792" cy="1272792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E738979-EB42-6A9B-BFD2-397BFCCDF04C}"/>
                  </a:ext>
                </a:extLst>
              </p:cNvPr>
              <p:cNvSpPr txBox="1"/>
              <p:nvPr/>
            </p:nvSpPr>
            <p:spPr>
              <a:xfrm>
                <a:off x="9988651" y="4279462"/>
                <a:ext cx="4154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dirty="0"/>
                  <a:t>▲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FE68E84-1F2A-7B5E-A875-E70DC4F1EA59}"/>
                  </a:ext>
                </a:extLst>
              </p:cNvPr>
              <p:cNvSpPr txBox="1"/>
              <p:nvPr/>
            </p:nvSpPr>
            <p:spPr>
              <a:xfrm>
                <a:off x="9988651" y="5437954"/>
                <a:ext cx="4154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dirty="0"/>
                  <a:t>▼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00AA437-45A1-221A-A8D3-287AD1FC3FE2}"/>
                  </a:ext>
                </a:extLst>
              </p:cNvPr>
              <p:cNvSpPr txBox="1"/>
              <p:nvPr/>
            </p:nvSpPr>
            <p:spPr>
              <a:xfrm>
                <a:off x="9399880" y="4868233"/>
                <a:ext cx="4154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dirty="0"/>
                  <a:t>◀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D41E73D-791E-6F05-99A3-16D0543B1692}"/>
                  </a:ext>
                </a:extLst>
              </p:cNvPr>
              <p:cNvSpPr txBox="1"/>
              <p:nvPr/>
            </p:nvSpPr>
            <p:spPr>
              <a:xfrm>
                <a:off x="10577422" y="4828948"/>
                <a:ext cx="4154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dirty="0"/>
                  <a:t>▶</a:t>
                </a:r>
              </a:p>
            </p:txBody>
          </p:sp>
          <p:sp>
            <p:nvSpPr>
              <p:cNvPr id="19" name="타원 18">
                <a:extLst>
                  <a:ext uri="{FF2B5EF4-FFF2-40B4-BE49-F238E27FC236}">
                    <a16:creationId xmlns:a16="http://schemas.microsoft.com/office/drawing/2014/main" id="{B4BDE9A3-1489-2E10-E059-E162088F2B6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9476400" y="4332899"/>
                <a:ext cx="1440000" cy="14400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sp>
          <p:nvSpPr>
            <p:cNvPr id="21" name="타원 20">
              <a:extLst>
                <a:ext uri="{FF2B5EF4-FFF2-40B4-BE49-F238E27FC236}">
                  <a16:creationId xmlns:a16="http://schemas.microsoft.com/office/drawing/2014/main" id="{4ADE8DDE-A324-0159-13DB-FE59C7413B1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033822" y="4865854"/>
              <a:ext cx="360000" cy="360000"/>
            </a:xfrm>
            <a:prstGeom prst="ellipse">
              <a:avLst/>
            </a:prstGeom>
            <a:solidFill>
              <a:schemeClr val="bg2">
                <a:alpha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95" name="그룹 94">
            <a:extLst>
              <a:ext uri="{FF2B5EF4-FFF2-40B4-BE49-F238E27FC236}">
                <a16:creationId xmlns:a16="http://schemas.microsoft.com/office/drawing/2014/main" id="{FE8A5528-A6DD-3FC5-0708-CD09243254DA}"/>
              </a:ext>
            </a:extLst>
          </p:cNvPr>
          <p:cNvGrpSpPr/>
          <p:nvPr/>
        </p:nvGrpSpPr>
        <p:grpSpPr>
          <a:xfrm>
            <a:off x="2862181" y="5502193"/>
            <a:ext cx="6034244" cy="413049"/>
            <a:chOff x="2223232" y="5433771"/>
            <a:chExt cx="6034244" cy="413049"/>
          </a:xfrm>
        </p:grpSpPr>
        <p:sp>
          <p:nvSpPr>
            <p:cNvPr id="68" name="직사각형 67">
              <a:extLst>
                <a:ext uri="{FF2B5EF4-FFF2-40B4-BE49-F238E27FC236}">
                  <a16:creationId xmlns:a16="http://schemas.microsoft.com/office/drawing/2014/main" id="{27D0304C-E847-D0F1-C76A-73097A700D63}"/>
                </a:ext>
              </a:extLst>
            </p:cNvPr>
            <p:cNvSpPr/>
            <p:nvPr/>
          </p:nvSpPr>
          <p:spPr>
            <a:xfrm>
              <a:off x="2223232" y="5743665"/>
              <a:ext cx="6034244" cy="103155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9A06719D-7C34-F7B9-B322-E70469EE96F2}"/>
                </a:ext>
              </a:extLst>
            </p:cNvPr>
            <p:cNvSpPr txBox="1"/>
            <p:nvPr/>
          </p:nvSpPr>
          <p:spPr>
            <a:xfrm>
              <a:off x="4732524" y="5433771"/>
              <a:ext cx="96532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 dirty="0"/>
                <a:t>보스 이름</a:t>
              </a:r>
            </a:p>
          </p:txBody>
        </p:sp>
      </p:grpSp>
      <p:sp>
        <p:nvSpPr>
          <p:cNvPr id="83" name="타원 82">
            <a:extLst>
              <a:ext uri="{FF2B5EF4-FFF2-40B4-BE49-F238E27FC236}">
                <a16:creationId xmlns:a16="http://schemas.microsoft.com/office/drawing/2014/main" id="{49EB759A-2559-FC3F-0527-D2E332CC0E94}"/>
              </a:ext>
            </a:extLst>
          </p:cNvPr>
          <p:cNvSpPr/>
          <p:nvPr/>
        </p:nvSpPr>
        <p:spPr>
          <a:xfrm>
            <a:off x="10579070" y="657576"/>
            <a:ext cx="540000" cy="540000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58A94CE1-F28E-9F85-DC37-9D21AF545461}"/>
              </a:ext>
            </a:extLst>
          </p:cNvPr>
          <p:cNvSpPr txBox="1"/>
          <p:nvPr/>
        </p:nvSpPr>
        <p:spPr>
          <a:xfrm>
            <a:off x="0" y="67859"/>
            <a:ext cx="9589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게임 씬</a:t>
            </a:r>
            <a:endParaRPr lang="en-US" altLang="ko-KR" dirty="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0FAEE7B3-CB02-20B1-70B3-56A5BDFB8F72}"/>
              </a:ext>
            </a:extLst>
          </p:cNvPr>
          <p:cNvSpPr txBox="1"/>
          <p:nvPr/>
        </p:nvSpPr>
        <p:spPr>
          <a:xfrm>
            <a:off x="9607865" y="115243"/>
            <a:ext cx="1651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시스템 아이콘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00D9F1A1-14FB-7D80-C98C-C9F7899BAC94}"/>
              </a:ext>
            </a:extLst>
          </p:cNvPr>
          <p:cNvSpPr txBox="1"/>
          <p:nvPr/>
        </p:nvSpPr>
        <p:spPr>
          <a:xfrm>
            <a:off x="237495" y="4452961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스킬</a:t>
            </a:r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73A5BE72-89FD-7EF0-D7B7-A9D7F5A0D7BD}"/>
              </a:ext>
            </a:extLst>
          </p:cNvPr>
          <p:cNvGrpSpPr/>
          <p:nvPr/>
        </p:nvGrpSpPr>
        <p:grpSpPr>
          <a:xfrm>
            <a:off x="1334347" y="896744"/>
            <a:ext cx="1494486" cy="276948"/>
            <a:chOff x="990455" y="896744"/>
            <a:chExt cx="1838378" cy="276948"/>
          </a:xfrm>
        </p:grpSpPr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B4505F1E-8395-AA6C-0A12-743B1CB743B2}"/>
                </a:ext>
              </a:extLst>
            </p:cNvPr>
            <p:cNvSpPr/>
            <p:nvPr/>
          </p:nvSpPr>
          <p:spPr>
            <a:xfrm>
              <a:off x="990457" y="896744"/>
              <a:ext cx="742710" cy="276948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0A398828-E2AD-E597-CABC-92C6F3976716}"/>
                </a:ext>
              </a:extLst>
            </p:cNvPr>
            <p:cNvSpPr/>
            <p:nvPr/>
          </p:nvSpPr>
          <p:spPr>
            <a:xfrm>
              <a:off x="990456" y="896744"/>
              <a:ext cx="1838377" cy="276948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1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C06FC48E-B735-28B2-7EDA-BBFC4F36264D}"/>
                </a:ext>
              </a:extLst>
            </p:cNvPr>
            <p:cNvSpPr txBox="1"/>
            <p:nvPr/>
          </p:nvSpPr>
          <p:spPr>
            <a:xfrm>
              <a:off x="990455" y="904035"/>
              <a:ext cx="183837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 b="1" dirty="0"/>
                <a:t>100 / 40</a:t>
              </a:r>
              <a:endParaRPr lang="ko-KR" altLang="en-US" sz="1100" b="1" dirty="0"/>
            </a:p>
          </p:txBody>
        </p: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7DFA5A94-E011-2472-B93C-0EFDF63F77BC}"/>
              </a:ext>
            </a:extLst>
          </p:cNvPr>
          <p:cNvGrpSpPr/>
          <p:nvPr/>
        </p:nvGrpSpPr>
        <p:grpSpPr>
          <a:xfrm>
            <a:off x="1334347" y="618534"/>
            <a:ext cx="1494486" cy="276948"/>
            <a:chOff x="990455" y="618534"/>
            <a:chExt cx="1838378" cy="276948"/>
          </a:xfrm>
        </p:grpSpPr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9DA2DAB7-D31F-42A2-6557-8E3A909FC581}"/>
                </a:ext>
              </a:extLst>
            </p:cNvPr>
            <p:cNvSpPr/>
            <p:nvPr/>
          </p:nvSpPr>
          <p:spPr>
            <a:xfrm>
              <a:off x="990457" y="618534"/>
              <a:ext cx="1174698" cy="276948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58CD3CBE-E9C9-C4DD-0C69-5BAC2BA05378}"/>
                </a:ext>
              </a:extLst>
            </p:cNvPr>
            <p:cNvSpPr/>
            <p:nvPr/>
          </p:nvSpPr>
          <p:spPr>
            <a:xfrm>
              <a:off x="990456" y="618534"/>
              <a:ext cx="1838377" cy="276948"/>
            </a:xfrm>
            <a:prstGeom prst="rect">
              <a:avLst/>
            </a:prstGeom>
            <a:solidFill>
              <a:srgbClr val="FF0000">
                <a:alpha val="10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4CB1DBDD-5FF7-4E25-3A3D-8F02D84D3710}"/>
                </a:ext>
              </a:extLst>
            </p:cNvPr>
            <p:cNvSpPr txBox="1"/>
            <p:nvPr/>
          </p:nvSpPr>
          <p:spPr>
            <a:xfrm>
              <a:off x="990455" y="626124"/>
              <a:ext cx="183837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 b="1" dirty="0"/>
                <a:t>100 / 75</a:t>
              </a:r>
            </a:p>
          </p:txBody>
        </p: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FBF52B8C-9B48-F2CB-B3BF-1817BEE663FF}"/>
              </a:ext>
            </a:extLst>
          </p:cNvPr>
          <p:cNvSpPr txBox="1"/>
          <p:nvPr/>
        </p:nvSpPr>
        <p:spPr>
          <a:xfrm>
            <a:off x="956851" y="603040"/>
            <a:ext cx="4331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/>
              <a:t>HP</a:t>
            </a:r>
            <a:endParaRPr lang="ko-KR" altLang="en-US" sz="1400" b="1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1463970-81D7-2564-0C1D-DDBCFEFADD04}"/>
              </a:ext>
            </a:extLst>
          </p:cNvPr>
          <p:cNvSpPr txBox="1"/>
          <p:nvPr/>
        </p:nvSpPr>
        <p:spPr>
          <a:xfrm>
            <a:off x="9588698" y="6428000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이동 패드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E30F830-FCD7-D063-5EFB-CA2E785FAC2A}"/>
              </a:ext>
            </a:extLst>
          </p:cNvPr>
          <p:cNvSpPr txBox="1"/>
          <p:nvPr/>
        </p:nvSpPr>
        <p:spPr>
          <a:xfrm>
            <a:off x="885228" y="1155488"/>
            <a:ext cx="5118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/>
              <a:t>EXP</a:t>
            </a:r>
            <a:endParaRPr lang="ko-KR" altLang="en-US" sz="1400" b="1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61B3255-7D87-EC32-428C-7B2124FEBEA0}"/>
              </a:ext>
            </a:extLst>
          </p:cNvPr>
          <p:cNvSpPr txBox="1"/>
          <p:nvPr/>
        </p:nvSpPr>
        <p:spPr>
          <a:xfrm>
            <a:off x="243771" y="5621166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dirty="0"/>
              <a:t>점멸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A64D6D3-31CE-0291-0229-71ED223DA003}"/>
              </a:ext>
            </a:extLst>
          </p:cNvPr>
          <p:cNvSpPr txBox="1"/>
          <p:nvPr/>
        </p:nvSpPr>
        <p:spPr>
          <a:xfrm>
            <a:off x="237495" y="505056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dirty="0"/>
              <a:t>막기</a:t>
            </a:r>
          </a:p>
        </p:txBody>
      </p:sp>
      <p:sp>
        <p:nvSpPr>
          <p:cNvPr id="72" name="타원 71">
            <a:extLst>
              <a:ext uri="{FF2B5EF4-FFF2-40B4-BE49-F238E27FC236}">
                <a16:creationId xmlns:a16="http://schemas.microsoft.com/office/drawing/2014/main" id="{4A2056E7-20E4-F7F8-BF28-3BCD59195C6A}"/>
              </a:ext>
            </a:extLst>
          </p:cNvPr>
          <p:cNvSpPr>
            <a:spLocks noChangeAspect="1"/>
          </p:cNvSpPr>
          <p:nvPr/>
        </p:nvSpPr>
        <p:spPr>
          <a:xfrm>
            <a:off x="9305365" y="5020611"/>
            <a:ext cx="360000" cy="360000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전</a:t>
            </a:r>
          </a:p>
        </p:txBody>
      </p: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C121F5EE-AD02-0A6D-5EED-8C246EE2D793}"/>
              </a:ext>
            </a:extLst>
          </p:cNvPr>
          <p:cNvGrpSpPr/>
          <p:nvPr/>
        </p:nvGrpSpPr>
        <p:grpSpPr>
          <a:xfrm>
            <a:off x="5879303" y="3141711"/>
            <a:ext cx="428591" cy="710670"/>
            <a:chOff x="5787571" y="3559790"/>
            <a:chExt cx="616857" cy="1463589"/>
          </a:xfrm>
        </p:grpSpPr>
        <p:sp>
          <p:nvSpPr>
            <p:cNvPr id="74" name="순서도: 자기 디스크 73">
              <a:extLst>
                <a:ext uri="{FF2B5EF4-FFF2-40B4-BE49-F238E27FC236}">
                  <a16:creationId xmlns:a16="http://schemas.microsoft.com/office/drawing/2014/main" id="{F5649F32-4A5A-40CF-71F7-8D0EA06178EE}"/>
                </a:ext>
              </a:extLst>
            </p:cNvPr>
            <p:cNvSpPr/>
            <p:nvPr/>
          </p:nvSpPr>
          <p:spPr>
            <a:xfrm>
              <a:off x="5787571" y="3723090"/>
              <a:ext cx="616857" cy="1300289"/>
            </a:xfrm>
            <a:prstGeom prst="flowChartMagneticDisk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" name="직사각형 74">
              <a:extLst>
                <a:ext uri="{FF2B5EF4-FFF2-40B4-BE49-F238E27FC236}">
                  <a16:creationId xmlns:a16="http://schemas.microsoft.com/office/drawing/2014/main" id="{83B8623E-EFE0-608A-2A3A-2D7255B91F1D}"/>
                </a:ext>
              </a:extLst>
            </p:cNvPr>
            <p:cNvSpPr/>
            <p:nvPr/>
          </p:nvSpPr>
          <p:spPr>
            <a:xfrm>
              <a:off x="5842832" y="3559790"/>
              <a:ext cx="506333" cy="97485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58B2D2E7-7F65-92D8-41DC-D34B70E5FED2}"/>
              </a:ext>
            </a:extLst>
          </p:cNvPr>
          <p:cNvGrpSpPr/>
          <p:nvPr/>
        </p:nvGrpSpPr>
        <p:grpSpPr>
          <a:xfrm>
            <a:off x="1339039" y="1170239"/>
            <a:ext cx="1494487" cy="276948"/>
            <a:chOff x="990455" y="896744"/>
            <a:chExt cx="1838379" cy="276948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F59E207-DD06-EEF0-E14F-E056500A518B}"/>
                </a:ext>
              </a:extLst>
            </p:cNvPr>
            <p:cNvSpPr/>
            <p:nvPr/>
          </p:nvSpPr>
          <p:spPr>
            <a:xfrm>
              <a:off x="990457" y="896744"/>
              <a:ext cx="926570" cy="276948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B3CFE9DC-D01E-FC06-835B-D384C9752880}"/>
                </a:ext>
              </a:extLst>
            </p:cNvPr>
            <p:cNvSpPr/>
            <p:nvPr/>
          </p:nvSpPr>
          <p:spPr>
            <a:xfrm>
              <a:off x="990455" y="896744"/>
              <a:ext cx="1838379" cy="276948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1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1C294F6-3A40-A975-3D8A-37027BB37F7B}"/>
                </a:ext>
              </a:extLst>
            </p:cNvPr>
            <p:cNvSpPr txBox="1"/>
            <p:nvPr/>
          </p:nvSpPr>
          <p:spPr>
            <a:xfrm>
              <a:off x="990455" y="902176"/>
              <a:ext cx="183837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 b="1" dirty="0"/>
                <a:t>100 / 50</a:t>
              </a:r>
              <a:endParaRPr lang="ko-KR" altLang="en-US" sz="1100" b="1" dirty="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DBED1E8B-DACD-9267-09B7-9A2EC5002FD9}"/>
              </a:ext>
            </a:extLst>
          </p:cNvPr>
          <p:cNvSpPr txBox="1"/>
          <p:nvPr/>
        </p:nvSpPr>
        <p:spPr>
          <a:xfrm>
            <a:off x="928357" y="874344"/>
            <a:ext cx="4683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/>
              <a:t>MP</a:t>
            </a:r>
            <a:endParaRPr lang="ko-KR" altLang="en-US" sz="14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AA72D47-0CA9-651C-55A5-3CCB8C42F0FF}"/>
              </a:ext>
            </a:extLst>
          </p:cNvPr>
          <p:cNvSpPr txBox="1"/>
          <p:nvPr/>
        </p:nvSpPr>
        <p:spPr>
          <a:xfrm>
            <a:off x="1380495" y="4027590"/>
            <a:ext cx="4090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*5</a:t>
            </a:r>
            <a:endParaRPr lang="ko-KR" altLang="en-US" dirty="0"/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C76E83F4-6029-DDC4-E946-74F2F559B374}"/>
              </a:ext>
            </a:extLst>
          </p:cNvPr>
          <p:cNvGrpSpPr/>
          <p:nvPr/>
        </p:nvGrpSpPr>
        <p:grpSpPr>
          <a:xfrm>
            <a:off x="9152550" y="4295945"/>
            <a:ext cx="1800000" cy="1800000"/>
            <a:chOff x="7881364" y="3342952"/>
            <a:chExt cx="1800000" cy="1800000"/>
          </a:xfrm>
        </p:grpSpPr>
        <p:sp>
          <p:nvSpPr>
            <p:cNvPr id="25" name="타원 24">
              <a:extLst>
                <a:ext uri="{FF2B5EF4-FFF2-40B4-BE49-F238E27FC236}">
                  <a16:creationId xmlns:a16="http://schemas.microsoft.com/office/drawing/2014/main" id="{39032F28-1F7B-6957-8D53-A919EB90BB4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601364" y="4592155"/>
              <a:ext cx="360000" cy="360000"/>
            </a:xfrm>
            <a:prstGeom prst="ellipse">
              <a:avLst/>
            </a:prstGeom>
            <a:solidFill>
              <a:srgbClr val="FFC000">
                <a:alpha val="50000"/>
              </a:srgb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00" dirty="0">
                <a:solidFill>
                  <a:schemeClr val="tx1"/>
                </a:solidFill>
              </a:endParaRPr>
            </a:p>
          </p:txBody>
        </p:sp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9A799CA1-B378-BC8D-1641-6F644725C56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163262" y="4044154"/>
              <a:ext cx="360000" cy="360000"/>
            </a:xfrm>
            <a:prstGeom prst="ellipse">
              <a:avLst/>
            </a:prstGeom>
            <a:solidFill>
              <a:schemeClr val="accent6">
                <a:lumMod val="20000"/>
                <a:lumOff val="80000"/>
                <a:alpha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C504586B-4DB3-B9FA-A81C-84F8AAA4988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614562" y="3541340"/>
              <a:ext cx="360000" cy="360000"/>
            </a:xfrm>
            <a:prstGeom prst="ellipse">
              <a:avLst/>
            </a:prstGeom>
            <a:solidFill>
              <a:schemeClr val="accent1">
                <a:lumMod val="40000"/>
                <a:lumOff val="60000"/>
                <a:alpha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강</a:t>
              </a:r>
            </a:p>
          </p:txBody>
        </p:sp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F2514AE3-F6F2-1A37-3B7F-1EC28F7B375C}"/>
                </a:ext>
              </a:extLst>
            </p:cNvPr>
            <p:cNvGrpSpPr/>
            <p:nvPr/>
          </p:nvGrpSpPr>
          <p:grpSpPr>
            <a:xfrm>
              <a:off x="7881364" y="3342952"/>
              <a:ext cx="1800000" cy="1800000"/>
              <a:chOff x="9296400" y="4152899"/>
              <a:chExt cx="1800000" cy="1800000"/>
            </a:xfrm>
          </p:grpSpPr>
          <p:grpSp>
            <p:nvGrpSpPr>
              <p:cNvPr id="26" name="그룹 25">
                <a:extLst>
                  <a:ext uri="{FF2B5EF4-FFF2-40B4-BE49-F238E27FC236}">
                    <a16:creationId xmlns:a16="http://schemas.microsoft.com/office/drawing/2014/main" id="{3E2C844A-3B2F-CC37-2322-520EBBE49CCC}"/>
                  </a:ext>
                </a:extLst>
              </p:cNvPr>
              <p:cNvGrpSpPr/>
              <p:nvPr/>
            </p:nvGrpSpPr>
            <p:grpSpPr>
              <a:xfrm>
                <a:off x="9296400" y="4152899"/>
                <a:ext cx="1800000" cy="1800000"/>
                <a:chOff x="9296400" y="4152899"/>
                <a:chExt cx="1800000" cy="1800000"/>
              </a:xfrm>
            </p:grpSpPr>
            <p:sp>
              <p:nvSpPr>
                <p:cNvPr id="30" name="타원 29">
                  <a:extLst>
                    <a:ext uri="{FF2B5EF4-FFF2-40B4-BE49-F238E27FC236}">
                      <a16:creationId xmlns:a16="http://schemas.microsoft.com/office/drawing/2014/main" id="{5223BEDB-014B-47C8-D072-4F365C17289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9296400" y="4152899"/>
                  <a:ext cx="1800000" cy="1800000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cxnSp>
              <p:nvCxnSpPr>
                <p:cNvPr id="32" name="직선 연결선 31">
                  <a:extLst>
                    <a:ext uri="{FF2B5EF4-FFF2-40B4-BE49-F238E27FC236}">
                      <a16:creationId xmlns:a16="http://schemas.microsoft.com/office/drawing/2014/main" id="{65BD0852-7A23-1B7D-ACE7-1D082617881B}"/>
                    </a:ext>
                  </a:extLst>
                </p:cNvPr>
                <p:cNvCxnSpPr>
                  <a:cxnSpLocks/>
                  <a:stCxn id="30" idx="7"/>
                  <a:endCxn id="30" idx="3"/>
                </p:cNvCxnSpPr>
                <p:nvPr/>
              </p:nvCxnSpPr>
              <p:spPr>
                <a:xfrm flipH="1">
                  <a:off x="9560004" y="4416503"/>
                  <a:ext cx="1272792" cy="1272792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직선 연결선 32">
                  <a:extLst>
                    <a:ext uri="{FF2B5EF4-FFF2-40B4-BE49-F238E27FC236}">
                      <a16:creationId xmlns:a16="http://schemas.microsoft.com/office/drawing/2014/main" id="{43179258-DEB5-5C69-B12E-FD6E4F3B415C}"/>
                    </a:ext>
                  </a:extLst>
                </p:cNvPr>
                <p:cNvCxnSpPr>
                  <a:cxnSpLocks/>
                  <a:stCxn id="30" idx="1"/>
                  <a:endCxn id="30" idx="5"/>
                </p:cNvCxnSpPr>
                <p:nvPr/>
              </p:nvCxnSpPr>
              <p:spPr>
                <a:xfrm>
                  <a:off x="9560004" y="4416503"/>
                  <a:ext cx="1272792" cy="1272792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712E30DD-A66B-D606-1015-775D2D5B5D65}"/>
                    </a:ext>
                  </a:extLst>
                </p:cNvPr>
                <p:cNvSpPr txBox="1"/>
                <p:nvPr/>
              </p:nvSpPr>
              <p:spPr>
                <a:xfrm>
                  <a:off x="9988651" y="4279462"/>
                  <a:ext cx="41549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/>
                    <a:t>▲</a:t>
                  </a:r>
                </a:p>
              </p:txBody>
            </p:sp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0CACB24D-E9DC-BDA9-C8C5-38041FF88519}"/>
                    </a:ext>
                  </a:extLst>
                </p:cNvPr>
                <p:cNvSpPr txBox="1"/>
                <p:nvPr/>
              </p:nvSpPr>
              <p:spPr>
                <a:xfrm>
                  <a:off x="9988651" y="5437954"/>
                  <a:ext cx="41549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/>
                    <a:t>▼</a:t>
                  </a:r>
                </a:p>
              </p:txBody>
            </p:sp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BBE5AA2A-91A2-C416-836A-863B1333C9C4}"/>
                    </a:ext>
                  </a:extLst>
                </p:cNvPr>
                <p:cNvSpPr txBox="1"/>
                <p:nvPr/>
              </p:nvSpPr>
              <p:spPr>
                <a:xfrm>
                  <a:off x="9399880" y="4868233"/>
                  <a:ext cx="41549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/>
                    <a:t>◀</a:t>
                  </a:r>
                </a:p>
              </p:txBody>
            </p:sp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270854AD-986A-6699-BEA8-71861408D39A}"/>
                    </a:ext>
                  </a:extLst>
                </p:cNvPr>
                <p:cNvSpPr txBox="1"/>
                <p:nvPr/>
              </p:nvSpPr>
              <p:spPr>
                <a:xfrm>
                  <a:off x="10577422" y="4828948"/>
                  <a:ext cx="41549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dirty="0"/>
                    <a:t>▶</a:t>
                  </a:r>
                </a:p>
              </p:txBody>
            </p:sp>
            <p:sp>
              <p:nvSpPr>
                <p:cNvPr id="39" name="타원 38">
                  <a:extLst>
                    <a:ext uri="{FF2B5EF4-FFF2-40B4-BE49-F238E27FC236}">
                      <a16:creationId xmlns:a16="http://schemas.microsoft.com/office/drawing/2014/main" id="{7C5A8F90-2E14-D93C-7CC3-10E9E2F296F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9476400" y="4332899"/>
                  <a:ext cx="1440000" cy="1440000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</p:grpSp>
          <p:sp>
            <p:nvSpPr>
              <p:cNvPr id="28" name="타원 27">
                <a:extLst>
                  <a:ext uri="{FF2B5EF4-FFF2-40B4-BE49-F238E27FC236}">
                    <a16:creationId xmlns:a16="http://schemas.microsoft.com/office/drawing/2014/main" id="{BFD6E097-F20A-0084-C78F-AD399F78E29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023335" y="4859640"/>
                <a:ext cx="360000" cy="360000"/>
              </a:xfrm>
              <a:prstGeom prst="ellipse">
                <a:avLst/>
              </a:prstGeom>
              <a:solidFill>
                <a:schemeClr val="bg2">
                  <a:alpha val="5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dirty="0">
                    <a:solidFill>
                      <a:schemeClr val="tx1"/>
                    </a:solidFill>
                  </a:rPr>
                  <a:t>약</a:t>
                </a:r>
              </a:p>
            </p:txBody>
          </p:sp>
        </p:grpSp>
      </p:grpSp>
      <p:sp>
        <p:nvSpPr>
          <p:cNvPr id="46" name="타원 45">
            <a:extLst>
              <a:ext uri="{FF2B5EF4-FFF2-40B4-BE49-F238E27FC236}">
                <a16:creationId xmlns:a16="http://schemas.microsoft.com/office/drawing/2014/main" id="{2E32937B-719F-CD4A-2D97-BFD16A0EAA96}"/>
              </a:ext>
            </a:extLst>
          </p:cNvPr>
          <p:cNvSpPr>
            <a:spLocks noChangeAspect="1"/>
          </p:cNvSpPr>
          <p:nvPr/>
        </p:nvSpPr>
        <p:spPr>
          <a:xfrm>
            <a:off x="9568969" y="4694500"/>
            <a:ext cx="1010481" cy="1010481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9A1FE30-A343-9D3B-221F-4DF155DE8ACD}"/>
              </a:ext>
            </a:extLst>
          </p:cNvPr>
          <p:cNvSpPr txBox="1"/>
          <p:nvPr/>
        </p:nvSpPr>
        <p:spPr>
          <a:xfrm>
            <a:off x="5814163" y="2143130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200</a:t>
            </a:r>
            <a:endParaRPr lang="ko-KR" altLang="en-US" dirty="0"/>
          </a:p>
        </p:txBody>
      </p:sp>
      <p:grpSp>
        <p:nvGrpSpPr>
          <p:cNvPr id="67" name="그룹 66">
            <a:extLst>
              <a:ext uri="{FF2B5EF4-FFF2-40B4-BE49-F238E27FC236}">
                <a16:creationId xmlns:a16="http://schemas.microsoft.com/office/drawing/2014/main" id="{44C08B9C-1E18-D1B5-EF19-1149ED6C439F}"/>
              </a:ext>
            </a:extLst>
          </p:cNvPr>
          <p:cNvGrpSpPr/>
          <p:nvPr/>
        </p:nvGrpSpPr>
        <p:grpSpPr>
          <a:xfrm>
            <a:off x="5786023" y="2830445"/>
            <a:ext cx="615148" cy="1197145"/>
            <a:chOff x="5763593" y="2694953"/>
            <a:chExt cx="615148" cy="1197145"/>
          </a:xfrm>
        </p:grpSpPr>
        <p:sp>
          <p:nvSpPr>
            <p:cNvPr id="162" name="순서도: 자기 디스크 161">
              <a:extLst>
                <a:ext uri="{FF2B5EF4-FFF2-40B4-BE49-F238E27FC236}">
                  <a16:creationId xmlns:a16="http://schemas.microsoft.com/office/drawing/2014/main" id="{F0997B16-77B2-B6C5-D91A-2636B6D5CA26}"/>
                </a:ext>
              </a:extLst>
            </p:cNvPr>
            <p:cNvSpPr/>
            <p:nvPr/>
          </p:nvSpPr>
          <p:spPr>
            <a:xfrm>
              <a:off x="5764873" y="2872100"/>
              <a:ext cx="613868" cy="1019998"/>
            </a:xfrm>
            <a:prstGeom prst="flowChartMagneticDisk">
              <a:avLst/>
            </a:prstGeom>
            <a:solidFill>
              <a:srgbClr val="FF0000">
                <a:alpha val="30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6" name="직사각형 65">
              <a:extLst>
                <a:ext uri="{FF2B5EF4-FFF2-40B4-BE49-F238E27FC236}">
                  <a16:creationId xmlns:a16="http://schemas.microsoft.com/office/drawing/2014/main" id="{77BF8009-4887-5532-2676-73A60BFC1E45}"/>
                </a:ext>
              </a:extLst>
            </p:cNvPr>
            <p:cNvSpPr/>
            <p:nvPr/>
          </p:nvSpPr>
          <p:spPr>
            <a:xfrm>
              <a:off x="5763593" y="2694953"/>
              <a:ext cx="609672" cy="105131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1" name="타원 70">
            <a:extLst>
              <a:ext uri="{FF2B5EF4-FFF2-40B4-BE49-F238E27FC236}">
                <a16:creationId xmlns:a16="http://schemas.microsoft.com/office/drawing/2014/main" id="{B0FF62DD-9EA1-8BF5-4B4B-5DDFBC2F2DDF}"/>
              </a:ext>
            </a:extLst>
          </p:cNvPr>
          <p:cNvSpPr>
            <a:spLocks noChangeAspect="1"/>
          </p:cNvSpPr>
          <p:nvPr/>
        </p:nvSpPr>
        <p:spPr>
          <a:xfrm>
            <a:off x="1055589" y="4036922"/>
            <a:ext cx="360000" cy="360000"/>
          </a:xfrm>
          <a:prstGeom prst="ellipse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전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967ED3F-1F73-3FD7-1170-A2B2FF30F972}"/>
              </a:ext>
            </a:extLst>
          </p:cNvPr>
          <p:cNvSpPr txBox="1"/>
          <p:nvPr/>
        </p:nvSpPr>
        <p:spPr>
          <a:xfrm>
            <a:off x="7749540" y="1653540"/>
            <a:ext cx="131638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3</a:t>
            </a:r>
            <a:r>
              <a:rPr lang="ko-KR" altLang="en-US" dirty="0"/>
              <a:t>단계 공격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1</a:t>
            </a:r>
            <a:r>
              <a:rPr lang="ko-KR" altLang="en-US" dirty="0"/>
              <a:t>단계 </a:t>
            </a:r>
            <a:r>
              <a:rPr lang="en-US" altLang="ko-KR" dirty="0"/>
              <a:t>10%</a:t>
            </a:r>
            <a:br>
              <a:rPr lang="en-US" altLang="ko-KR" dirty="0"/>
            </a:br>
            <a:r>
              <a:rPr lang="en-US" altLang="ko-KR" dirty="0"/>
              <a:t>2</a:t>
            </a:r>
            <a:r>
              <a:rPr lang="ko-KR" altLang="en-US" dirty="0"/>
              <a:t>단계 </a:t>
            </a:r>
            <a:r>
              <a:rPr lang="en-US" altLang="ko-KR" dirty="0"/>
              <a:t>10%</a:t>
            </a:r>
            <a:br>
              <a:rPr lang="en-US" altLang="ko-KR" dirty="0"/>
            </a:br>
            <a:r>
              <a:rPr lang="en-US" altLang="ko-KR" dirty="0"/>
              <a:t>3</a:t>
            </a:r>
            <a:r>
              <a:rPr lang="ko-KR" altLang="en-US" dirty="0"/>
              <a:t>단계 </a:t>
            </a:r>
            <a:r>
              <a:rPr lang="en-US" altLang="ko-KR" dirty="0"/>
              <a:t>50%</a:t>
            </a:r>
            <a:endParaRPr lang="ko-KR" altLang="en-US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A7E063D-3995-EEE6-507A-2C7AA68D8BA0}"/>
              </a:ext>
            </a:extLst>
          </p:cNvPr>
          <p:cNvSpPr txBox="1"/>
          <p:nvPr/>
        </p:nvSpPr>
        <p:spPr>
          <a:xfrm>
            <a:off x="8919226" y="2739055"/>
            <a:ext cx="26821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회피 불가 </a:t>
            </a:r>
            <a:r>
              <a:rPr lang="en-US" altLang="ko-KR" dirty="0"/>
              <a:t>== </a:t>
            </a:r>
            <a:r>
              <a:rPr lang="ko-KR" altLang="en-US" dirty="0"/>
              <a:t>공격 </a:t>
            </a:r>
            <a:r>
              <a:rPr lang="ko-KR" altLang="en-US" dirty="0" err="1"/>
              <a:t>기믹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064657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2566</TotalTime>
  <Words>163</Words>
  <Application>Microsoft Office PowerPoint</Application>
  <PresentationFormat>와이드스크린</PresentationFormat>
  <Paragraphs>85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36</cp:revision>
  <dcterms:created xsi:type="dcterms:W3CDTF">2026-09-29T02:26:20Z</dcterms:created>
  <dcterms:modified xsi:type="dcterms:W3CDTF">2026-10-23T04:34:18Z</dcterms:modified>
</cp:coreProperties>
</file>