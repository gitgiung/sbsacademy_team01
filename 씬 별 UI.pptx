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03" r:id="rId2"/>
    <p:sldId id="292" r:id="rId3"/>
    <p:sldId id="311" r:id="rId4"/>
    <p:sldId id="310" r:id="rId5"/>
    <p:sldId id="314" r:id="rId6"/>
    <p:sldId id="312" r:id="rId7"/>
    <p:sldId id="31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59" d="100"/>
          <a:sy n="159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256171" y="42489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B929978-75E3-7BE8-7940-F1DF3180CC19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A0E7F8-3DE2-B563-345E-8CD4F4C66EEE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780CA7-A716-EA5A-2137-4E1EABB683C9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937925-6EB4-5217-A3CB-1063B4CFDA89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2C40E03-26F4-4719-1223-4D7D207E58D6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9DC068-A76D-B11A-E0C3-7EA4C307CC02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1FFB62F-9574-64B7-B150-A9400F6153D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4201ACBF-9072-42B6-C4F4-EC81931E10D1}"/>
              </a:ext>
            </a:extLst>
          </p:cNvPr>
          <p:cNvGrpSpPr/>
          <p:nvPr/>
        </p:nvGrpSpPr>
        <p:grpSpPr>
          <a:xfrm>
            <a:off x="5728402" y="3050413"/>
            <a:ext cx="608400" cy="693640"/>
            <a:chOff x="5791200" y="3038960"/>
            <a:chExt cx="608400" cy="69364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F510FDE4-8B80-69C9-0EEA-15356512E2AD}"/>
                </a:ext>
              </a:extLst>
            </p:cNvPr>
            <p:cNvSpPr/>
            <p:nvPr/>
          </p:nvSpPr>
          <p:spPr>
            <a:xfrm>
              <a:off x="5919500" y="3038960"/>
              <a:ext cx="351799" cy="4733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C4027CD5-14F8-A965-5EC0-092FB0EACD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1200" y="3124200"/>
              <a:ext cx="608400" cy="60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780B-5913-7E34-42D0-2728AABF6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EE180-F10F-25CA-E55A-481F417945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88264F7-144A-A2DC-9FBE-F7B4B98C0346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D9FA2B5B-27C2-90B3-F3D4-5EFF77F44F67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C474704A-96FC-869D-B3E4-895DE66E60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B258020D-ED10-8A9A-9A0E-A711FFF518E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1E65C621-A27E-F7F3-26DD-8659320083E7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7D1C06-9050-417A-26C2-3BEE7BA1812B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5BA8A5-88B1-42A3-4D02-80388FF6792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5390A7-1317-99A0-BC43-118B392C2051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551EC6-78FA-FD64-8DAB-C251D6FD124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26E4D437-A4C6-D980-2A4B-3FDCF13B46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0840EA9-89DB-54AE-8644-1F8F05918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7471AACD-D959-34BD-A391-A4125D9B5F3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F8CA0ECB-BA4A-E2FF-AAA2-8B7376A02EC9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0697BC3-70B1-12E5-D3ED-79A6A467B3B9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D5AA046-6925-CD7C-DA0A-771BE7FA66BD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7DD53C-CEC8-5E68-673E-037A21B87E25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48368E1-AB06-206B-C9E2-9425AAEA63A3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700A6B-AE71-B034-E5EB-15CAFEF6CC3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4CC8E5C-5E6C-3562-C78A-A270DA21D20D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BF0A1-BACE-664B-352C-5C1A4D5C88A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C00C9B0-5242-38F6-E70B-F5E3F63D422A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1A7B980-6701-D875-76F5-EE89D010FC37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C820486-C7D7-B210-3ACE-3BED4EB58350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953500A-BD3E-C832-8343-BFF90A199BE5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58DE160D-2DF7-923A-C4EF-F42E4AE1005B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E4C59F-092E-6DDE-4A16-11539E1CBA58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77F938-7E2B-3B85-F464-0CA27863BDC9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BC1873B-2C2B-78A3-970F-769DC0A716E0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6865D825-04C9-4397-5FBD-B4C5CC2C338A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B32FF010-27A0-3AD1-313B-8EE29C630686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BB6A0AB-295D-92BC-E9DE-87DA58C21BF9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9E6928E0-2F49-FDC6-9477-26364B92C223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BDD435-EF5E-E307-AC3E-0E67A77B9B34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8C0E20C-344A-DDBD-77CD-BC0155F72A0C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9DCAF69-20AC-F331-F769-30B36E0CA2C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A2D3C9-6C04-B505-434B-84FC5B775CCE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38C3A07-62C4-D19F-6811-EF812F10B848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E87350-9C62-0F96-DAEA-248E87A19785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79BECD-6475-A6AC-810C-A575372AB8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2D994F8D-A157-5DA1-3E9F-B4F01BC58111}"/>
              </a:ext>
            </a:extLst>
          </p:cNvPr>
          <p:cNvGrpSpPr/>
          <p:nvPr/>
        </p:nvGrpSpPr>
        <p:grpSpPr>
          <a:xfrm>
            <a:off x="5728402" y="3050413"/>
            <a:ext cx="608400" cy="693640"/>
            <a:chOff x="5791200" y="3038960"/>
            <a:chExt cx="608400" cy="693640"/>
          </a:xfrm>
        </p:grpSpPr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C83460F1-9C6E-EC02-AF69-BC2A6E6D8FCD}"/>
                </a:ext>
              </a:extLst>
            </p:cNvPr>
            <p:cNvSpPr/>
            <p:nvPr/>
          </p:nvSpPr>
          <p:spPr>
            <a:xfrm>
              <a:off x="5919500" y="3038960"/>
              <a:ext cx="351799" cy="4733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3E85CC6-101C-38DD-808B-D43284EB5D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1200" y="3124200"/>
              <a:ext cx="608400" cy="60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30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2958</TotalTime>
  <Words>101</Words>
  <Application>Microsoft Office PowerPoint</Application>
  <PresentationFormat>와이드스크린</PresentationFormat>
  <Paragraphs>50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donghyun koo</cp:lastModifiedBy>
  <cp:revision>42</cp:revision>
  <dcterms:created xsi:type="dcterms:W3CDTF">2026-09-29T02:26:20Z</dcterms:created>
  <dcterms:modified xsi:type="dcterms:W3CDTF">2026-10-28T17:46:51Z</dcterms:modified>
</cp:coreProperties>
</file>